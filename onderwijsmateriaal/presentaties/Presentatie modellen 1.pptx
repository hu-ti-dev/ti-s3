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3.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media/image4.emf" ContentType="image/x-emf"/>
  <Override PartName="/ppt/media/image5.emf" ContentType="image/x-emf"/>
  <Override PartName="/ppt/notesMasters/notesMaster1.xml" ContentType="application/vnd.openxmlformats-officedocument.presentationml.notesMaster+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nl-NL" sz="3200" b="1" u="none" strike="noStrike">
                <a:solidFill>
                  <a:schemeClr val="lt1"/>
                </a:solidFill>
                <a:effectLst/>
                <a:uFillTx/>
                <a:latin typeface="Arial"/>
              </a:rPr>
              <a:t>Click to move the slide</a:t>
            </a:r>
            <a:endParaRPr lang="nl-NL" sz="3200" b="1" u="none" strike="noStrike">
              <a:solidFill>
                <a:schemeClr val="lt1"/>
              </a:solidFill>
              <a:effectLst/>
              <a:uFillTx/>
              <a:latin typeface="Arial"/>
            </a:endParaRPr>
          </a:p>
        </p:txBody>
      </p:sp>
      <p:sp>
        <p:nvSpPr>
          <p:cNvPr id="19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Nimbus Sans"/>
              </a:rPr>
              <a:t>Click to edit the notes format</a:t>
            </a:r>
            <a:endParaRPr lang="en-US" sz="2000" b="0" u="none" strike="noStrike">
              <a:solidFill>
                <a:srgbClr val="000000"/>
              </a:solidFill>
              <a:effectLst/>
              <a:uFillTx/>
              <a:latin typeface="Nimbus Sans"/>
            </a:endParaRPr>
          </a:p>
        </p:txBody>
      </p:sp>
      <p:sp>
        <p:nvSpPr>
          <p:cNvPr id="200"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201" name="PlaceHolder 4"/>
          <p:cNvSpPr>
            <a:spLocks noGrp="1"/>
          </p:cNvSpPr>
          <p:nvPr>
            <p:ph type="dt" idx="67"/>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02" name="PlaceHolder 5"/>
          <p:cNvSpPr>
            <a:spLocks noGrp="1"/>
          </p:cNvSpPr>
          <p:nvPr>
            <p:ph type="ftr" idx="68"/>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erif"/>
              </a:defRPr>
            </a:lvl1pPr>
          </a:lstStyle>
          <a:p>
            <a:pPr indent="0" algn="l">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03" name="PlaceHolder 6"/>
          <p:cNvSpPr>
            <a:spLocks noGrp="1"/>
          </p:cNvSpPr>
          <p:nvPr>
            <p:ph type="sldNum" idx="6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A85E6A7F-BB4D-48AE-9FFB-670431310474}"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6040" cy="3085920"/>
          </a:xfrm>
          <a:prstGeom prst="rect">
            <a:avLst/>
          </a:prstGeom>
          <a:ln w="0">
            <a:noFill/>
          </a:ln>
        </p:spPr>
      </p:sp>
      <p:sp>
        <p:nvSpPr>
          <p:cNvPr id="2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Nimbus Sans"/>
            </a:endParaRPr>
          </a:p>
        </p:txBody>
      </p:sp>
      <p:sp>
        <p:nvSpPr>
          <p:cNvPr id="259"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D8D18B50-22C2-40AF-9B68-E926DD1C79C6}"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6040" cy="3085920"/>
          </a:xfrm>
          <a:prstGeom prst="rect">
            <a:avLst/>
          </a:prstGeom>
          <a:ln w="0">
            <a:noFill/>
          </a:ln>
        </p:spPr>
      </p:sp>
      <p:sp>
        <p:nvSpPr>
          <p:cNvPr id="2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nl-NL" sz="2000" b="0" u="none" strike="noStrike">
                <a:solidFill>
                  <a:srgbClr val="000000"/>
                </a:solidFill>
                <a:effectLst/>
                <a:uFillTx/>
                <a:latin typeface="Nimbus Sans"/>
              </a:rPr>
              <a:t>Twee groepen de mensen die dingen kunnen maken tegenover de mensen die dingen gemaakt willen hebben. De eerste groep roept dit wordt mij te inhoudelijk en de tweede groep zegt dit wordt mij te technisch.</a:t>
            </a:r>
            <a:endParaRPr lang="en-US" sz="2000" b="0" u="none" strike="noStrike">
              <a:solidFill>
                <a:srgbClr val="000000"/>
              </a:solidFill>
              <a:effectLst/>
              <a:uFillTx/>
              <a:latin typeface="Nimbus Sans"/>
            </a:endParaRPr>
          </a:p>
        </p:txBody>
      </p:sp>
      <p:sp>
        <p:nvSpPr>
          <p:cNvPr id="262"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BA7F610F-E6BD-4568-A477-5E859626AA2C}"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6040" cy="3085920"/>
          </a:xfrm>
          <a:prstGeom prst="rect">
            <a:avLst/>
          </a:prstGeom>
          <a:ln w="0">
            <a:noFill/>
          </a:ln>
        </p:spPr>
      </p:sp>
      <p:sp>
        <p:nvSpPr>
          <p:cNvPr id="2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nl-NL" sz="2000" b="0" u="none" strike="noStrike">
                <a:solidFill>
                  <a:srgbClr val="000000"/>
                </a:solidFill>
                <a:effectLst/>
                <a:uFillTx/>
                <a:latin typeface="Nimbus Sans"/>
              </a:rPr>
              <a:t>Wij willen de brug maken zodat de makers kunnen maken en de rest van de wereld het ook snapt. </a:t>
            </a:r>
            <a:endParaRPr lang="en-US" sz="2000" b="0" u="none" strike="noStrike">
              <a:solidFill>
                <a:srgbClr val="000000"/>
              </a:solidFill>
              <a:effectLst/>
              <a:uFillTx/>
              <a:latin typeface="Nimbus Sans"/>
            </a:endParaRPr>
          </a:p>
        </p:txBody>
      </p:sp>
      <p:sp>
        <p:nvSpPr>
          <p:cNvPr id="265"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A2534BB8-910F-48DF-82AF-64258587545D}"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6040" cy="3085920"/>
          </a:xfrm>
          <a:prstGeom prst="rect">
            <a:avLst/>
          </a:prstGeom>
          <a:ln w="0">
            <a:noFill/>
          </a:ln>
        </p:spPr>
      </p:sp>
      <p:sp>
        <p:nvSpPr>
          <p:cNvPr id="2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nl-NL" sz="2000" b="0" u="none" strike="noStrike">
                <a:solidFill>
                  <a:srgbClr val="000000"/>
                </a:solidFill>
                <a:effectLst/>
                <a:uFillTx/>
                <a:latin typeface="Nimbus Sans"/>
              </a:rPr>
              <a:t>Of minimaal dat we de trol onder de brug kunnen zijn die zegt dat hebben we niet afgesproken!</a:t>
            </a:r>
            <a:endParaRPr lang="en-US" sz="2000" b="0" u="none" strike="noStrike">
              <a:solidFill>
                <a:srgbClr val="000000"/>
              </a:solidFill>
              <a:effectLst/>
              <a:uFillTx/>
              <a:latin typeface="Nimbus Sans"/>
            </a:endParaRPr>
          </a:p>
        </p:txBody>
      </p:sp>
      <p:sp>
        <p:nvSpPr>
          <p:cNvPr id="268" name="PlaceHolder 3"/>
          <p:cNvSpPr>
            <a:spLocks noGrp="1"/>
          </p:cNvSpPr>
          <p:nvPr>
            <p:ph type="sldNum" idx="7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6A11EEF5-CB75-4632-964A-3CDED788A5F1}"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6040" cy="3085920"/>
          </a:xfrm>
          <a:prstGeom prst="rect">
            <a:avLst/>
          </a:prstGeom>
          <a:ln w="0">
            <a:noFill/>
          </a:ln>
        </p:spPr>
      </p:sp>
      <p:sp>
        <p:nvSpPr>
          <p:cNvPr id="2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nl-NL" sz="2000" b="0" u="none" strike="noStrike">
                <a:solidFill>
                  <a:srgbClr val="000000"/>
                </a:solidFill>
                <a:effectLst/>
                <a:uFillTx/>
                <a:latin typeface="Nimbus Sans"/>
              </a:rPr>
              <a:t>Of minimaal dat we de trol onder de brug kunnen zijn die zegt dat hebben we niet afgesproken!</a:t>
            </a:r>
            <a:endParaRPr lang="en-US" sz="2000" b="0" u="none" strike="noStrike">
              <a:solidFill>
                <a:srgbClr val="000000"/>
              </a:solidFill>
              <a:effectLst/>
              <a:uFillTx/>
              <a:latin typeface="Nimbus Sans"/>
            </a:endParaRPr>
          </a:p>
        </p:txBody>
      </p:sp>
      <p:sp>
        <p:nvSpPr>
          <p:cNvPr id="271"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6BC4F184-7F89-4B96-8798-48B6F59F8AFA}"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1440" y="0"/>
            <a:ext cx="360" cy="720"/>
          </a:xfrm>
          <a:prstGeom prst="rect">
            <a:avLst/>
          </a:prstGeom>
          <a:ln w="0">
            <a:noFill/>
          </a:ln>
        </p:spPr>
      </p:sp>
      <p:sp>
        <p:nvSpPr>
          <p:cNvPr id="27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ctr">
              <a:buNone/>
            </a:pPr>
            <a:r>
              <a:rPr lang="en-US" sz="2000" b="0" u="none" strike="noStrike">
                <a:solidFill>
                  <a:srgbClr val="000000"/>
                </a:solidFill>
                <a:effectLst/>
                <a:uFillTx/>
                <a:latin typeface="Nimbus Sans"/>
              </a:rPr>
              <a:t>Oftwel een weg naar hoe dezelfde vraag niet perse hetzelfde antwoord heeft..</a:t>
            </a:r>
            <a:endParaRPr lang="en-US" sz="2000" b="0" u="none" strike="noStrike">
              <a:solidFill>
                <a:srgbClr val="000000"/>
              </a:solidFill>
              <a:effectLst/>
              <a:uFillTx/>
              <a:latin typeface="Nimbus Sans"/>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1440" y="0"/>
            <a:ext cx="360" cy="720"/>
          </a:xfrm>
          <a:prstGeom prst="rect">
            <a:avLst/>
          </a:prstGeom>
          <a:ln w="0">
            <a:noFill/>
          </a:ln>
        </p:spPr>
      </p:sp>
      <p:sp>
        <p:nvSpPr>
          <p:cNvPr id="27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ctr">
              <a:buNone/>
            </a:pPr>
            <a:r>
              <a:rPr lang="en-US" sz="2000" b="0" u="none" strike="noStrike">
                <a:solidFill>
                  <a:srgbClr val="000000"/>
                </a:solidFill>
                <a:effectLst/>
                <a:uFillTx/>
                <a:latin typeface="Nimbus Sans"/>
              </a:rPr>
              <a:t>Oftwel een weg naar hoe dezelfde vraag niet perse hetzelfde antwoord heeft..</a:t>
            </a:r>
            <a:endParaRPr lang="en-US" sz="2000" b="0" u="none" strike="noStrike">
              <a:solidFill>
                <a:srgbClr val="000000"/>
              </a:solidFill>
              <a:effectLst/>
              <a:uFillTx/>
              <a:latin typeface="Nimbus Sans"/>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440" y="0"/>
            <a:ext cx="360" cy="720"/>
          </a:xfrm>
          <a:prstGeom prst="rect">
            <a:avLst/>
          </a:prstGeom>
          <a:ln w="0">
            <a:noFill/>
          </a:ln>
        </p:spPr>
      </p:sp>
      <p:sp>
        <p:nvSpPr>
          <p:cNvPr id="27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ctr">
              <a:spcBef>
                <a:spcPts val="1191"/>
              </a:spcBef>
              <a:spcAft>
                <a:spcPts val="992"/>
              </a:spcAft>
              <a:buNone/>
            </a:pPr>
            <a:r>
              <a:rPr lang="en-US" sz="1800" b="0" u="none" strike="noStrike">
                <a:solidFill>
                  <a:srgbClr val="000000"/>
                </a:solidFill>
                <a:effectLst/>
                <a:uFillTx/>
                <a:latin typeface="Nimbus Sans"/>
              </a:rPr>
              <a:t>Huis: Kosten, eenvoud, comfort</a:t>
            </a:r>
            <a:endParaRPr lang="en-US" sz="1800" b="0" u="none" strike="noStrike">
              <a:solidFill>
                <a:srgbClr val="000000"/>
              </a:solidFill>
              <a:effectLst/>
              <a:uFillTx/>
              <a:latin typeface="Nimbus Sans"/>
            </a:endParaRPr>
          </a:p>
          <a:p>
            <a:pPr indent="0" algn="ctr">
              <a:spcBef>
                <a:spcPts val="1191"/>
              </a:spcBef>
              <a:spcAft>
                <a:spcPts val="992"/>
              </a:spcAft>
              <a:buNone/>
            </a:pPr>
            <a:r>
              <a:rPr lang="en-US" sz="1800" b="0" u="none" strike="noStrike">
                <a:solidFill>
                  <a:srgbClr val="000000"/>
                </a:solidFill>
                <a:effectLst/>
                <a:uFillTx/>
                <a:latin typeface="Nimbus Sans"/>
              </a:rPr>
              <a:t>Fabriek: Betrouwbaarheid, continuïteit, veiligheid</a:t>
            </a:r>
            <a:endParaRPr lang="en-US" sz="1800" b="0" u="none" strike="noStrike">
              <a:solidFill>
                <a:srgbClr val="000000"/>
              </a:solidFill>
              <a:effectLst/>
              <a:uFillTx/>
              <a:latin typeface="Nimbus Sans"/>
            </a:endParaRPr>
          </a:p>
          <a:p>
            <a:pPr indent="0" algn="ctr">
              <a:spcBef>
                <a:spcPts val="1191"/>
              </a:spcBef>
              <a:spcAft>
                <a:spcPts val="992"/>
              </a:spcAft>
              <a:buNone/>
            </a:pPr>
            <a:r>
              <a:rPr lang="en-US" sz="1800" b="0" u="none" strike="noStrike">
                <a:solidFill>
                  <a:srgbClr val="000000"/>
                </a:solidFill>
                <a:effectLst/>
                <a:uFillTx/>
                <a:latin typeface="Nimbus Sans"/>
              </a:rPr>
              <a:t>Ambulance: Reactietijd, betrouwbaarheid, energie 12v, Gebruiksgemak</a:t>
            </a:r>
            <a:endParaRPr lang="en-US" sz="1800" b="0" u="none" strike="noStrike">
              <a:solidFill>
                <a:srgbClr val="000000"/>
              </a:solidFill>
              <a:effectLst/>
              <a:uFillTx/>
              <a:latin typeface="Nimbus Sans"/>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nl-NL" sz="2000" b="0" u="none" strike="noStrike">
                <a:solidFill>
                  <a:srgbClr val="000000"/>
                </a:solidFill>
                <a:effectLst/>
                <a:uFillTx/>
                <a:latin typeface="Nimbus Sans"/>
              </a:rPr>
              <a:t>Starten met een systeem</a:t>
            </a:r>
            <a:endParaRPr lang="en-US" sz="2000" b="0" u="none" strike="noStrike">
              <a:solidFill>
                <a:srgbClr val="000000"/>
              </a:solidFill>
              <a:effectLst/>
              <a:uFillTx/>
              <a:latin typeface="Nimbus Sans"/>
            </a:endParaRPr>
          </a:p>
        </p:txBody>
      </p:sp>
      <p:sp>
        <p:nvSpPr>
          <p:cNvPr id="280"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BFBE3774-6C0D-42B4-B54E-3079E9ADF81F}"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nl-NL" sz="2000" b="0" u="none" strike="noStrike">
                <a:solidFill>
                  <a:srgbClr val="000000"/>
                </a:solidFill>
                <a:effectLst/>
                <a:uFillTx/>
                <a:latin typeface="Nimbus Sans"/>
              </a:rPr>
              <a:t>Starten met een systeem</a:t>
            </a:r>
            <a:endParaRPr lang="en-US" sz="2000" b="0" u="none" strike="noStrike">
              <a:solidFill>
                <a:srgbClr val="000000"/>
              </a:solidFill>
              <a:effectLst/>
              <a:uFillTx/>
              <a:latin typeface="Nimbus Sans"/>
            </a:endParaRPr>
          </a:p>
        </p:txBody>
      </p:sp>
      <p:sp>
        <p:nvSpPr>
          <p:cNvPr id="283"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3A9E2682-D5CA-40F9-B536-CEDCEC71C28F}"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nl-NL" sz="2000" b="0" u="none" strike="noStrike">
                <a:solidFill>
                  <a:srgbClr val="000000"/>
                </a:solidFill>
                <a:effectLst/>
                <a:uFillTx/>
                <a:latin typeface="Nimbus Sans"/>
              </a:rPr>
              <a:t>Starten met een systeem</a:t>
            </a:r>
            <a:endParaRPr lang="en-US" sz="2000" b="0" u="none" strike="noStrike">
              <a:solidFill>
                <a:srgbClr val="000000"/>
              </a:solidFill>
              <a:effectLst/>
              <a:uFillTx/>
              <a:latin typeface="Nimbus Sans"/>
            </a:endParaRPr>
          </a:p>
        </p:txBody>
      </p:sp>
      <p:sp>
        <p:nvSpPr>
          <p:cNvPr id="286"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ED8DA8BC-1286-4BE1-9E6D-32D2243813BA}"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nl-NL" sz="2000" b="0" u="none" strike="noStrike">
                <a:solidFill>
                  <a:srgbClr val="000000"/>
                </a:solidFill>
                <a:effectLst/>
                <a:uFillTx/>
                <a:latin typeface="Nimbus Sans"/>
              </a:rPr>
              <a:t>Starten met een systeem</a:t>
            </a:r>
            <a:endParaRPr lang="en-US" sz="2000" b="0" u="none" strike="noStrike">
              <a:solidFill>
                <a:srgbClr val="000000"/>
              </a:solidFill>
              <a:effectLst/>
              <a:uFillTx/>
              <a:latin typeface="Nimbus Sans"/>
            </a:endParaRPr>
          </a:p>
        </p:txBody>
      </p:sp>
      <p:sp>
        <p:nvSpPr>
          <p:cNvPr id="289"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nl-NL" sz="1200" b="0" u="none" strike="noStrike">
                <a:solidFill>
                  <a:srgbClr val="000000"/>
                </a:solidFill>
                <a:effectLst/>
                <a:uFillTx/>
                <a:latin typeface="Noto Serif"/>
              </a:defRPr>
            </a:lvl1pPr>
          </a:lstStyle>
          <a:p>
            <a:pPr indent="0" algn="r">
              <a:lnSpc>
                <a:spcPct val="100000"/>
              </a:lnSpc>
              <a:buNone/>
            </a:pPr>
            <a:fld id="{B5D61BBA-888F-401E-9B25-517CEDB67642}" type="slidenum">
              <a:rPr lang="nl-NL" sz="1200" b="0" u="none" strike="noStrike">
                <a:solidFill>
                  <a:srgbClr val="000000"/>
                </a:solidFill>
                <a:effectLst/>
                <a:uFillTx/>
                <a:latin typeface="Noto Serif"/>
              </a:rPr>
              <a:t>6</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emf"/>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emf"/>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van twee">
    <p:bg>
      <p:bgPr>
        <a:solidFill>
          <a:srgbClr val="FFFFFF"/>
        </a:solidFill>
      </p:bgPr>
    </p:bg>
    <p:spTree>
      <p:nvGrpSpPr>
        <p:cNvPr id="1" name=""/>
        <p:cNvGrpSpPr/>
        <p:nvPr/>
      </p:nvGrpSpPr>
      <p:grpSpPr>
        <a:xfrm>
          <a:off x="0" y="0"/>
          <a:ext cx="0" cy="0"/>
          <a:chOff x="0" y="0"/>
          <a:chExt cx="0" cy="0"/>
        </a:xfrm>
      </p:grpSpPr>
      <p:pic>
        <p:nvPicPr>
          <p:cNvPr id="2" name="Logo" descr="hu logo.png"/>
          <p:cNvPicPr/>
          <p:nvPr/>
        </p:nvPicPr>
        <p:blipFill>
          <a:blip r:embed="rId2"/>
          <a:stretch/>
        </p:blipFill>
        <p:spPr>
          <a:xfrm>
            <a:off x="8435160" y="4609080"/>
            <a:ext cx="431640" cy="369000"/>
          </a:xfrm>
          <a:prstGeom prst="rect">
            <a:avLst/>
          </a:prstGeom>
          <a:noFill/>
          <a:ln w="0">
            <a:noFill/>
          </a:ln>
        </p:spPr>
      </p:pic>
      <p:sp>
        <p:nvSpPr>
          <p:cNvPr id="3"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4"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
        <p:nvSpPr>
          <p:cNvPr id="5" name="PlaceHolder 2"/>
          <p:cNvSpPr>
            <a:spLocks noGrp="1"/>
          </p:cNvSpPr>
          <p:nvPr>
            <p:ph type="dt" idx="1"/>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 </a:t>
            </a:r>
            <a:endParaRPr lang="en-US" sz="800" b="0" u="none" strike="noStrike">
              <a:solidFill>
                <a:srgbClr val="000000"/>
              </a:solidFill>
              <a:effectLst/>
              <a:uFillTx/>
              <a:latin typeface="Noto Serif"/>
            </a:endParaRPr>
          </a:p>
        </p:txBody>
      </p:sp>
      <p:sp>
        <p:nvSpPr>
          <p:cNvPr id="6" name="PlaceHolder 3"/>
          <p:cNvSpPr>
            <a:spLocks noGrp="1"/>
          </p:cNvSpPr>
          <p:nvPr>
            <p:ph type="ftr" idx="2"/>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7" name="PlaceHolder 4"/>
          <p:cNvSpPr>
            <a:spLocks noGrp="1"/>
          </p:cNvSpPr>
          <p:nvPr>
            <p:ph type="sldNum" idx="3"/>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5F9A21EE-E975-4EE6-B679-BBEC1E6BD2B8}" type="slidenum">
              <a:rPr lang="nl-NL" sz="800" b="0" u="none" strike="noStrike">
                <a:solidFill>
                  <a:schemeClr val="dk1">
                    <a:tint val="75000"/>
                  </a:schemeClr>
                </a:solidFill>
                <a:effectLst/>
                <a:uFillTx/>
                <a:latin typeface="Arial"/>
              </a:rPr>
              <a:t>1</a:t>
            </a:fld>
            <a:endParaRPr lang="en-US" sz="800" b="0" u="none" strike="noStrike">
              <a:solidFill>
                <a:srgbClr val="000000"/>
              </a:solidFill>
              <a:effectLst/>
              <a:uFillTx/>
              <a:latin typeface="Noto Serif"/>
            </a:endParaRPr>
          </a:p>
        </p:txBody>
      </p:sp>
      <p:sp>
        <p:nvSpPr>
          <p:cNvPr id="8" name="PlaceHolder 5"/>
          <p:cNvSpPr>
            <a:spLocks noGrp="1"/>
          </p:cNvSpPr>
          <p:nvPr>
            <p:ph type="body"/>
          </p:nvPr>
        </p:nvSpPr>
        <p:spPr>
          <a:xfrm>
            <a:off x="728640" y="1347840"/>
            <a:ext cx="3599640" cy="306036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0"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0" u="none" strike="noStrike">
              <a:solidFill>
                <a:schemeClr val="dk1"/>
              </a:solidFill>
              <a:effectLst/>
              <a:uFillTx/>
              <a:latin typeface="Arial"/>
            </a:endParaRPr>
          </a:p>
        </p:txBody>
      </p:sp>
      <p:sp>
        <p:nvSpPr>
          <p:cNvPr id="9" name="PlaceHolder 6"/>
          <p:cNvSpPr>
            <a:spLocks noGrp="1"/>
          </p:cNvSpPr>
          <p:nvPr>
            <p:ph type="body"/>
          </p:nvPr>
        </p:nvSpPr>
        <p:spPr>
          <a:xfrm>
            <a:off x="4572000" y="1347840"/>
            <a:ext cx="3600000" cy="306036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0"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0" u="none" strike="noStrike">
              <a:solidFill>
                <a:schemeClr val="dk1"/>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evoorblad met afbeelding">
    <p:bg>
      <p:bgPr>
        <a:solidFill>
          <a:srgbClr val="FFFFFF"/>
        </a:solidFill>
      </p:bgPr>
    </p:bg>
    <p:spTree>
      <p:nvGrpSpPr>
        <p:cNvPr id="1" name=""/>
        <p:cNvGrpSpPr/>
        <p:nvPr/>
      </p:nvGrpSpPr>
      <p:grpSpPr>
        <a:xfrm>
          <a:off x="0" y="0"/>
          <a:ext cx="0" cy="0"/>
          <a:chOff x="0" y="0"/>
          <a:chExt cx="0" cy="0"/>
        </a:xfrm>
      </p:grpSpPr>
      <p:pic>
        <p:nvPicPr>
          <p:cNvPr id="10" name="Logo" descr="hu logo.png" hidden="1"/>
          <p:cNvPicPr/>
          <p:nvPr/>
        </p:nvPicPr>
        <p:blipFill>
          <a:blip r:embed="rId2"/>
          <a:stretch/>
        </p:blipFill>
        <p:spPr>
          <a:xfrm>
            <a:off x="8435160" y="4609080"/>
            <a:ext cx="431640" cy="369000"/>
          </a:xfrm>
          <a:prstGeom prst="rect">
            <a:avLst/>
          </a:prstGeom>
          <a:noFill/>
          <a:ln w="0">
            <a:noFill/>
          </a:ln>
        </p:spPr>
      </p:pic>
      <p:sp>
        <p:nvSpPr>
          <p:cNvPr id="11" name="Titeldecoratie" hidden="1"/>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2" name="Achtergrond"/>
          <p:cNvSpPr/>
          <p:nvPr/>
        </p:nvSpPr>
        <p:spPr>
          <a:xfrm>
            <a:off x="0" y="0"/>
            <a:ext cx="9143640" cy="5143320"/>
          </a:xfrm>
          <a:prstGeom prst="rect">
            <a:avLst/>
          </a:prstGeom>
          <a:solidFill>
            <a:schemeClr val="accent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3" name="PlaceHolder 1"/>
          <p:cNvSpPr>
            <a:spLocks noGrp="1"/>
          </p:cNvSpPr>
          <p:nvPr>
            <p:ph type="dt" idx="4"/>
          </p:nvPr>
        </p:nvSpPr>
        <p:spPr>
          <a:xfrm>
            <a:off x="713736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lt1">
                    <a:tint val="75000"/>
                  </a:schemeClr>
                </a:solidFill>
                <a:effectLst/>
                <a:uFillTx/>
                <a:latin typeface="Arial"/>
              </a:defRPr>
            </a:lvl1pPr>
          </a:lstStyle>
          <a:p>
            <a:pPr indent="0" algn="r" defTabSz="914400">
              <a:lnSpc>
                <a:spcPct val="100000"/>
              </a:lnSpc>
              <a:buNone/>
            </a:pPr>
            <a:r>
              <a:rPr lang="nl-NL" sz="800" b="0" u="none" strike="noStrike">
                <a:solidFill>
                  <a:schemeClr val="lt1">
                    <a:tint val="75000"/>
                  </a:schemeClr>
                </a:solidFill>
                <a:effectLst/>
                <a:uFillTx/>
                <a:latin typeface="Arial"/>
              </a:rPr>
              <a:t> </a:t>
            </a:r>
            <a:endParaRPr lang="en-US" sz="800" b="0" u="none" strike="noStrike">
              <a:solidFill>
                <a:srgbClr val="000000"/>
              </a:solidFill>
              <a:effectLst/>
              <a:uFillTx/>
              <a:latin typeface="Noto Serif"/>
            </a:endParaRPr>
          </a:p>
        </p:txBody>
      </p:sp>
      <p:sp>
        <p:nvSpPr>
          <p:cNvPr id="14" name="PlaceHolder 2"/>
          <p:cNvSpPr>
            <a:spLocks noGrp="1"/>
          </p:cNvSpPr>
          <p:nvPr>
            <p:ph type="ftr" idx="5"/>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15" name="PlaceHolder 3"/>
          <p:cNvSpPr>
            <a:spLocks noGrp="1"/>
          </p:cNvSpPr>
          <p:nvPr>
            <p:ph type="sldNum" idx="6"/>
          </p:nvPr>
        </p:nvSpPr>
        <p:spPr>
          <a:xfrm>
            <a:off x="74304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lt1">
                    <a:tint val="75000"/>
                  </a:schemeClr>
                </a:solidFill>
                <a:effectLst/>
                <a:uFillTx/>
                <a:latin typeface="Arial"/>
              </a:defRPr>
            </a:lvl1pPr>
          </a:lstStyle>
          <a:p>
            <a:pPr indent="0" algn="l" defTabSz="914400">
              <a:lnSpc>
                <a:spcPct val="100000"/>
              </a:lnSpc>
              <a:buNone/>
            </a:pPr>
            <a:fld id="{308283C2-F5CE-4254-8DB6-1B93C2F5820D}" type="slidenum">
              <a:rPr lang="nl-NL" sz="800" b="0" u="none" strike="noStrike">
                <a:solidFill>
                  <a:schemeClr val="lt1">
                    <a:tint val="75000"/>
                  </a:schemeClr>
                </a:solidFill>
                <a:effectLst/>
                <a:uFillTx/>
                <a:latin typeface="Arial"/>
              </a:rPr>
              <a:t>1</a:t>
            </a:fld>
            <a:endParaRPr lang="en-US" sz="800" b="0" u="none" strike="noStrike">
              <a:solidFill>
                <a:srgbClr val="000000"/>
              </a:solidFill>
              <a:effectLst/>
              <a:uFillTx/>
              <a:latin typeface="Noto Serif"/>
            </a:endParaRPr>
          </a:p>
        </p:txBody>
      </p:sp>
      <p:sp>
        <p:nvSpPr>
          <p:cNvPr id="16" name="PlaceHolder 4"/>
          <p:cNvSpPr>
            <a:spLocks noGrp="1"/>
          </p:cNvSpPr>
          <p:nvPr>
            <p:ph type="body"/>
          </p:nvPr>
        </p:nvSpPr>
        <p:spPr>
          <a:xfrm>
            <a:off x="0" y="0"/>
            <a:ext cx="6691680" cy="3569040"/>
          </a:xfrm>
          <a:prstGeom prst="rect">
            <a:avLst/>
          </a:prstGeom>
          <a:solidFill>
            <a:schemeClr val="lt1">
              <a:lumMod val="75000"/>
            </a:schemeClr>
          </a:solidFill>
          <a:ln w="0">
            <a:noFill/>
          </a:ln>
        </p:spPr>
        <p:txBody>
          <a:bodyPr lIns="90000" tIns="45000" rIns="90000" bIns="45000" anchor="ctr">
            <a:noAutofit/>
          </a:bodyPr>
          <a:lstStyle>
            <a:lvl1pPr indent="0" algn="ctr" defTabSz="914400">
              <a:lnSpc>
                <a:spcPct val="100000"/>
              </a:lnSpc>
              <a:buNone/>
              <a:tabLst>
                <a:tab pos="0" algn="l"/>
              </a:tabLst>
              <a:defRPr lang="nl-NL" sz="2000" b="0" u="none" strike="noStrike">
                <a:solidFill>
                  <a:schemeClr val="dk1"/>
                </a:solidFill>
                <a:effectLst/>
                <a:uFillTx/>
                <a:latin typeface="Arial"/>
              </a:defRPr>
            </a:lvl1pPr>
          </a:lstStyle>
          <a:p>
            <a:pPr indent="0" algn="ctr"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lt1"/>
              </a:solidFill>
              <a:effectLst/>
              <a:uFillTx/>
              <a:latin typeface="Arial"/>
            </a:endParaRPr>
          </a:p>
        </p:txBody>
      </p:sp>
      <p:pic>
        <p:nvPicPr>
          <p:cNvPr id="17" name="Logo" descr="HU logo payoff wit rood.png"/>
          <p:cNvPicPr/>
          <p:nvPr/>
        </p:nvPicPr>
        <p:blipFill>
          <a:blip r:embed="rId3"/>
          <a:stretch/>
        </p:blipFill>
        <p:spPr>
          <a:xfrm>
            <a:off x="8139240" y="281520"/>
            <a:ext cx="657000" cy="996120"/>
          </a:xfrm>
          <a:prstGeom prst="rect">
            <a:avLst/>
          </a:prstGeom>
          <a:noFill/>
          <a:ln w="0">
            <a:noFill/>
          </a:ln>
        </p:spPr>
      </p:pic>
      <p:sp>
        <p:nvSpPr>
          <p:cNvPr id="18" name="Titeldecoratie"/>
          <p:cNvSpPr/>
          <p:nvPr/>
        </p:nvSpPr>
        <p:spPr>
          <a:xfrm>
            <a:off x="529200" y="3862440"/>
            <a:ext cx="107640" cy="73224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9" name="PlaceHolder 5"/>
          <p:cNvSpPr>
            <a:spLocks noGrp="1"/>
          </p:cNvSpPr>
          <p:nvPr>
            <p:ph type="body" hasCustomPrompt="1"/>
          </p:nvPr>
        </p:nvSpPr>
        <p:spPr>
          <a:xfrm>
            <a:off x="750960" y="4265280"/>
            <a:ext cx="7198920" cy="46008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800" b="0" u="none" strike="noStrike">
                <a:solidFill>
                  <a:schemeClr val="lt1"/>
                </a:solidFill>
                <a:effectLst/>
                <a:uFillTx/>
                <a:latin typeface="Arial"/>
              </a:defRPr>
            </a:lvl1pPr>
          </a:lstStyle>
          <a:p>
            <a:pPr indent="0" algn="l" defTabSz="457200">
              <a:lnSpc>
                <a:spcPct val="120000"/>
              </a:lnSpc>
              <a:buNone/>
              <a:tabLst>
                <a:tab pos="0" algn="l"/>
              </a:tabLst>
            </a:pPr>
            <a:r>
              <a:rPr lang="nl-NL" sz="2800" b="0" u="none" strike="noStrike">
                <a:solidFill>
                  <a:schemeClr val="lt1"/>
                </a:solidFill>
                <a:effectLst/>
                <a:uFillTx/>
                <a:latin typeface="Arial"/>
              </a:rPr>
              <a:t>Ondertitel</a:t>
            </a:r>
            <a:endParaRPr lang="nl-NL" sz="2800" b="0" u="none" strike="noStrike">
              <a:solidFill>
                <a:schemeClr val="lt1"/>
              </a:solidFill>
              <a:effectLst/>
              <a:uFillTx/>
              <a:latin typeface="Arial"/>
            </a:endParaRPr>
          </a:p>
        </p:txBody>
      </p:sp>
      <p:sp>
        <p:nvSpPr>
          <p:cNvPr id="20" name="PlaceHolder 6"/>
          <p:cNvSpPr>
            <a:spLocks noGrp="1"/>
          </p:cNvSpPr>
          <p:nvPr>
            <p:ph type="title"/>
          </p:nvPr>
        </p:nvSpPr>
        <p:spPr>
          <a:xfrm>
            <a:off x="750600" y="3715920"/>
            <a:ext cx="7199640" cy="46008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lt1"/>
                </a:solidFill>
                <a:effectLst/>
                <a:uFillTx/>
                <a:latin typeface="Arial"/>
              </a:defRPr>
            </a:lvl1pPr>
          </a:lstStyle>
          <a:p>
            <a:pPr indent="0" algn="l" defTabSz="457200">
              <a:lnSpc>
                <a:spcPct val="100000"/>
              </a:lnSpc>
              <a:buNone/>
            </a:pPr>
            <a:r>
              <a:rPr lang="nl-NL" sz="3200" b="1" u="none" strike="noStrike">
                <a:solidFill>
                  <a:schemeClr val="lt1"/>
                </a:solidFill>
                <a:effectLst/>
                <a:uFillTx/>
                <a:latin typeface="Arial"/>
              </a:rPr>
              <a:t>Klik om stijl te bewerken</a:t>
            </a:r>
            <a:endParaRPr lang="nl-NL" sz="3200" b="1" u="none" strike="noStrike">
              <a:solidFill>
                <a:schemeClr val="lt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vervolg">
    <p:bg>
      <p:bgPr>
        <a:solidFill>
          <a:srgbClr val="FFFFFF"/>
        </a:solidFill>
      </p:bgPr>
    </p:bg>
    <p:spTree>
      <p:nvGrpSpPr>
        <p:cNvPr id="1" name=""/>
        <p:cNvGrpSpPr/>
        <p:nvPr/>
      </p:nvGrpSpPr>
      <p:grpSpPr>
        <a:xfrm>
          <a:off x="0" y="0"/>
          <a:ext cx="0" cy="0"/>
          <a:chOff x="0" y="0"/>
          <a:chExt cx="0" cy="0"/>
        </a:xfrm>
      </p:grpSpPr>
      <p:pic>
        <p:nvPicPr>
          <p:cNvPr id="21" name="Logo" descr="hu logo.png"/>
          <p:cNvPicPr/>
          <p:nvPr/>
        </p:nvPicPr>
        <p:blipFill>
          <a:blip r:embed="rId2"/>
          <a:stretch/>
        </p:blipFill>
        <p:spPr>
          <a:xfrm>
            <a:off x="8435160" y="4609080"/>
            <a:ext cx="431640" cy="369000"/>
          </a:xfrm>
          <a:prstGeom prst="rect">
            <a:avLst/>
          </a:prstGeom>
          <a:noFill/>
          <a:ln w="0">
            <a:noFill/>
          </a:ln>
        </p:spPr>
      </p:pic>
      <p:sp>
        <p:nvSpPr>
          <p:cNvPr id="22"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23" name="PlaceHolder 1"/>
          <p:cNvSpPr>
            <a:spLocks noGrp="1"/>
          </p:cNvSpPr>
          <p:nvPr>
            <p:ph type="dt" idx="7"/>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 </a:t>
            </a:r>
            <a:endParaRPr lang="en-US" sz="800" b="0" u="none" strike="noStrike">
              <a:solidFill>
                <a:srgbClr val="000000"/>
              </a:solidFill>
              <a:effectLst/>
              <a:uFillTx/>
              <a:latin typeface="Noto Serif"/>
            </a:endParaRPr>
          </a:p>
        </p:txBody>
      </p:sp>
      <p:sp>
        <p:nvSpPr>
          <p:cNvPr id="24" name="PlaceHolder 2"/>
          <p:cNvSpPr>
            <a:spLocks noGrp="1"/>
          </p:cNvSpPr>
          <p:nvPr>
            <p:ph type="ftr" idx="8"/>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5" name="PlaceHolder 3"/>
          <p:cNvSpPr>
            <a:spLocks noGrp="1"/>
          </p:cNvSpPr>
          <p:nvPr>
            <p:ph type="sldNum" idx="9"/>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491DFDAB-A6B1-484C-9163-1EFD030649E4}" type="slidenum">
              <a:rPr lang="nl-NL" sz="800" b="0" u="none" strike="noStrike">
                <a:solidFill>
                  <a:schemeClr val="dk1">
                    <a:tint val="75000"/>
                  </a:schemeClr>
                </a:solidFill>
                <a:effectLst/>
                <a:uFillTx/>
                <a:latin typeface="Arial"/>
              </a:rPr>
              <a:t>1</a:t>
            </a:fld>
            <a:endParaRPr lang="en-US" sz="800" b="0" u="none" strike="noStrike">
              <a:solidFill>
                <a:srgbClr val="000000"/>
              </a:solidFill>
              <a:effectLst/>
              <a:uFillTx/>
              <a:latin typeface="Noto Serif"/>
            </a:endParaRPr>
          </a:p>
        </p:txBody>
      </p:sp>
      <p:sp>
        <p:nvSpPr>
          <p:cNvPr id="26" name="PlaceHolder 4"/>
          <p:cNvSpPr>
            <a:spLocks noGrp="1"/>
          </p:cNvSpPr>
          <p:nvPr>
            <p:ph type="body" hasCustomPrompt="1"/>
          </p:nvPr>
        </p:nvSpPr>
        <p:spPr>
          <a:xfrm>
            <a:off x="611280" y="584280"/>
            <a:ext cx="7561080" cy="382392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000" b="0" u="none" strike="noStrike">
                <a:solidFill>
                  <a:schemeClr val="dk1"/>
                </a:solidFill>
                <a:effectLst/>
                <a:uFillTx/>
                <a:latin typeface="Arial"/>
              </a:defRPr>
            </a:lvl1pPr>
          </a:lstStyle>
          <a:p>
            <a:pPr indent="0" algn="l" defTabSz="457200">
              <a:lnSpc>
                <a:spcPct val="120000"/>
              </a:lnSpc>
              <a:buNone/>
              <a:tabLst>
                <a:tab pos="0" algn="l"/>
              </a:tabLst>
            </a:pPr>
            <a:r>
              <a:rPr lang="nl-NL" sz="2000" b="0" u="none" strike="noStrike">
                <a:solidFill>
                  <a:schemeClr val="dk1"/>
                </a:solidFill>
                <a:effectLst/>
                <a:uFillTx/>
                <a:latin typeface="Arial"/>
              </a:rPr>
              <a:t>Vervolg</a:t>
            </a:r>
            <a:endParaRPr lang="nl-NL" sz="2000" b="0" u="none" strike="noStrik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2 afbeeldingen boven">
    <p:bg>
      <p:bgPr>
        <a:solidFill>
          <a:srgbClr val="FFFFFF"/>
        </a:solidFill>
      </p:bgPr>
    </p:bg>
    <p:spTree>
      <p:nvGrpSpPr>
        <p:cNvPr id="1" name=""/>
        <p:cNvGrpSpPr/>
        <p:nvPr/>
      </p:nvGrpSpPr>
      <p:grpSpPr>
        <a:xfrm>
          <a:off x="0" y="0"/>
          <a:ext cx="0" cy="0"/>
          <a:chOff x="0" y="0"/>
          <a:chExt cx="0" cy="0"/>
        </a:xfrm>
      </p:grpSpPr>
      <p:pic>
        <p:nvPicPr>
          <p:cNvPr id="27" name="Logo" descr="hu logo.png"/>
          <p:cNvPicPr/>
          <p:nvPr/>
        </p:nvPicPr>
        <p:blipFill>
          <a:blip r:embed="rId2"/>
          <a:stretch/>
        </p:blipFill>
        <p:spPr>
          <a:xfrm>
            <a:off x="8435160" y="4609080"/>
            <a:ext cx="431640" cy="369000"/>
          </a:xfrm>
          <a:prstGeom prst="rect">
            <a:avLst/>
          </a:prstGeom>
          <a:noFill/>
          <a:ln w="0">
            <a:noFill/>
          </a:ln>
        </p:spPr>
      </p:pic>
      <p:sp>
        <p:nvSpPr>
          <p:cNvPr id="28"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29" name="PlaceHolder 1"/>
          <p:cNvSpPr>
            <a:spLocks noGrp="1"/>
          </p:cNvSpPr>
          <p:nvPr>
            <p:ph type="body"/>
          </p:nvPr>
        </p:nvSpPr>
        <p:spPr>
          <a:xfrm>
            <a:off x="0" y="-1440"/>
            <a:ext cx="4570200" cy="2566800"/>
          </a:xfrm>
          <a:prstGeom prst="rect">
            <a:avLst/>
          </a:prstGeom>
          <a:solidFill>
            <a:schemeClr val="lt1">
              <a:lumMod val="75000"/>
            </a:schemeClr>
          </a:solidFill>
          <a:ln w="0">
            <a:noFill/>
          </a:ln>
        </p:spPr>
        <p:txBody>
          <a:bodyPr lIns="90000" tIns="45000" rIns="90000" bIns="45000" anchor="ctr">
            <a:noAutofit/>
          </a:bodyPr>
          <a:lstStyle>
            <a:lvl1pPr indent="0" algn="ctr" defTabSz="914400">
              <a:lnSpc>
                <a:spcPct val="100000"/>
              </a:lnSpc>
              <a:buNone/>
              <a:tabLst>
                <a:tab pos="0" algn="l"/>
              </a:tabLst>
              <a:defRPr lang="nl-NL" sz="2000" b="0" u="none" strike="noStrike">
                <a:solidFill>
                  <a:schemeClr val="dk1"/>
                </a:solidFill>
                <a:effectLst/>
                <a:uFillTx/>
                <a:latin typeface="Arial"/>
              </a:defRPr>
            </a:lvl1pPr>
          </a:lstStyle>
          <a:p>
            <a:pPr indent="0" algn="ctr"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30" name="PlaceHolder 2"/>
          <p:cNvSpPr>
            <a:spLocks noGrp="1"/>
          </p:cNvSpPr>
          <p:nvPr>
            <p:ph type="body"/>
          </p:nvPr>
        </p:nvSpPr>
        <p:spPr>
          <a:xfrm>
            <a:off x="4570560" y="-1440"/>
            <a:ext cx="4570200" cy="2566800"/>
          </a:xfrm>
          <a:prstGeom prst="rect">
            <a:avLst/>
          </a:prstGeom>
          <a:solidFill>
            <a:schemeClr val="lt1">
              <a:lumMod val="75000"/>
            </a:schemeClr>
          </a:solidFill>
          <a:ln w="0">
            <a:noFill/>
          </a:ln>
        </p:spPr>
        <p:txBody>
          <a:bodyPr lIns="90000" tIns="45000" rIns="90000" bIns="45000" anchor="ctr">
            <a:noAutofit/>
          </a:bodyPr>
          <a:lstStyle>
            <a:lvl1pPr indent="0" algn="ctr" defTabSz="914400">
              <a:lnSpc>
                <a:spcPct val="100000"/>
              </a:lnSpc>
              <a:buNone/>
              <a:tabLst>
                <a:tab pos="0" algn="l"/>
              </a:tabLst>
              <a:defRPr lang="nl-NL" sz="2000" b="0" u="none" strike="noStrike">
                <a:solidFill>
                  <a:schemeClr val="dk1"/>
                </a:solidFill>
                <a:effectLst/>
                <a:uFillTx/>
                <a:latin typeface="Arial"/>
              </a:defRPr>
            </a:lvl1pPr>
          </a:lstStyle>
          <a:p>
            <a:pPr indent="0" algn="ctr"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31" name="Titeldecoratie"/>
          <p:cNvSpPr/>
          <p:nvPr/>
        </p:nvSpPr>
        <p:spPr>
          <a:xfrm>
            <a:off x="531000" y="29023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32" name="PlaceHolder 3"/>
          <p:cNvSpPr>
            <a:spLocks noGrp="1"/>
          </p:cNvSpPr>
          <p:nvPr>
            <p:ph type="body"/>
          </p:nvPr>
        </p:nvSpPr>
        <p:spPr>
          <a:xfrm>
            <a:off x="611280" y="3414600"/>
            <a:ext cx="7561080" cy="107388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000" b="0" u="none" strike="noStrike">
                <a:solidFill>
                  <a:schemeClr val="dk1"/>
                </a:solidFill>
                <a:effectLst/>
                <a:uFillTx/>
                <a:latin typeface="Arial"/>
              </a:defRPr>
            </a:lvl1pPr>
          </a:lstStyle>
          <a:p>
            <a:pPr indent="0" algn="l" defTabSz="457200">
              <a:lnSpc>
                <a:spcPct val="120000"/>
              </a:lnSpc>
              <a:buNone/>
              <a:tabLst>
                <a:tab pos="0" algn="l"/>
              </a:tabLst>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p:txBody>
      </p:sp>
      <p:sp>
        <p:nvSpPr>
          <p:cNvPr id="33" name="PlaceHolder 4"/>
          <p:cNvSpPr>
            <a:spLocks noGrp="1"/>
          </p:cNvSpPr>
          <p:nvPr>
            <p:ph type="title"/>
          </p:nvPr>
        </p:nvSpPr>
        <p:spPr>
          <a:xfrm>
            <a:off x="611280" y="2778840"/>
            <a:ext cx="7593120" cy="46116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
        <p:nvSpPr>
          <p:cNvPr id="34" name="PlaceHolder 5"/>
          <p:cNvSpPr>
            <a:spLocks noGrp="1"/>
          </p:cNvSpPr>
          <p:nvPr>
            <p:ph type="dt" idx="10"/>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 </a:t>
            </a:r>
            <a:endParaRPr lang="en-US" sz="800" b="0" u="none" strike="noStrike">
              <a:solidFill>
                <a:srgbClr val="000000"/>
              </a:solidFill>
              <a:effectLst/>
              <a:uFillTx/>
              <a:latin typeface="Noto Serif"/>
            </a:endParaRPr>
          </a:p>
        </p:txBody>
      </p:sp>
      <p:sp>
        <p:nvSpPr>
          <p:cNvPr id="35" name="PlaceHolder 6"/>
          <p:cNvSpPr>
            <a:spLocks noGrp="1"/>
          </p:cNvSpPr>
          <p:nvPr>
            <p:ph type="ftr" idx="11"/>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36" name="PlaceHolder 7"/>
          <p:cNvSpPr>
            <a:spLocks noGrp="1"/>
          </p:cNvSpPr>
          <p:nvPr>
            <p:ph type="sldNum" idx="12"/>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0056A3C5-BB8E-4EE5-9927-1CB1AC20551C}" type="slidenum">
              <a:rPr lang="nl-NL" sz="800" b="0" u="none" strike="noStrike">
                <a:solidFill>
                  <a:schemeClr val="dk1">
                    <a:tint val="75000"/>
                  </a:schemeClr>
                </a:solidFill>
                <a:effectLst/>
                <a:uFillTx/>
                <a:latin typeface="Arial"/>
              </a:rPr>
              <a:t>1</a:t>
            </a:fld>
            <a:endParaRPr lang="en-US" sz="8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3 afbeeldingen onder">
    <p:bg>
      <p:bgPr>
        <a:solidFill>
          <a:srgbClr val="FFFFFF"/>
        </a:solidFill>
      </p:bgPr>
    </p:bg>
    <p:spTree>
      <p:nvGrpSpPr>
        <p:cNvPr id="1" name=""/>
        <p:cNvGrpSpPr/>
        <p:nvPr/>
      </p:nvGrpSpPr>
      <p:grpSpPr>
        <a:xfrm>
          <a:off x="0" y="0"/>
          <a:ext cx="0" cy="0"/>
          <a:chOff x="0" y="0"/>
          <a:chExt cx="0" cy="0"/>
        </a:xfrm>
      </p:grpSpPr>
      <p:pic>
        <p:nvPicPr>
          <p:cNvPr id="37" name="Logo" descr="hu logo.png"/>
          <p:cNvPicPr/>
          <p:nvPr/>
        </p:nvPicPr>
        <p:blipFill>
          <a:blip r:embed="rId2"/>
          <a:stretch/>
        </p:blipFill>
        <p:spPr>
          <a:xfrm>
            <a:off x="8435160" y="4609080"/>
            <a:ext cx="431640" cy="369000"/>
          </a:xfrm>
          <a:prstGeom prst="rect">
            <a:avLst/>
          </a:prstGeom>
          <a:noFill/>
          <a:ln w="0">
            <a:noFill/>
          </a:ln>
        </p:spPr>
      </p:pic>
      <p:sp>
        <p:nvSpPr>
          <p:cNvPr id="38"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39" name="PlaceHolder 1"/>
          <p:cNvSpPr>
            <a:spLocks noGrp="1"/>
          </p:cNvSpPr>
          <p:nvPr>
            <p:ph type="body"/>
          </p:nvPr>
        </p:nvSpPr>
        <p:spPr>
          <a:xfrm>
            <a:off x="6084000" y="2576520"/>
            <a:ext cx="3059640" cy="2566800"/>
          </a:xfrm>
          <a:prstGeom prst="rect">
            <a:avLst/>
          </a:prstGeom>
          <a:solidFill>
            <a:schemeClr val="lt1">
              <a:lumMod val="75000"/>
            </a:schemeClr>
          </a:solidFill>
          <a:ln w="0">
            <a:noFill/>
          </a:ln>
        </p:spPr>
        <p:txBody>
          <a:bodyPr lIns="90000" tIns="45000" rIns="90000" bIns="45000" anchor="t">
            <a:noAutofit/>
          </a:bodyPr>
          <a:lstStyle>
            <a:lvl1pPr indent="0" algn="l" defTabSz="914400">
              <a:lnSpc>
                <a:spcPct val="100000"/>
              </a:lnSpc>
              <a:buNone/>
              <a:tabLst>
                <a:tab pos="0" algn="l"/>
              </a:tabLst>
              <a:defRPr lang="nl-NL" sz="2000" b="0" u="none" strike="noStrike">
                <a:solidFill>
                  <a:schemeClr val="dk1"/>
                </a:solidFill>
                <a:effectLst/>
                <a:uFillTx/>
                <a:latin typeface="Arial"/>
              </a:defRPr>
            </a:lvl1pPr>
          </a:lstStyle>
          <a:p>
            <a:pPr indent="0" algn="l"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40" name="PlaceHolder 2"/>
          <p:cNvSpPr>
            <a:spLocks noGrp="1"/>
          </p:cNvSpPr>
          <p:nvPr>
            <p:ph type="body"/>
          </p:nvPr>
        </p:nvSpPr>
        <p:spPr>
          <a:xfrm>
            <a:off x="3063600" y="2576520"/>
            <a:ext cx="3023640" cy="2566800"/>
          </a:xfrm>
          <a:prstGeom prst="rect">
            <a:avLst/>
          </a:prstGeom>
          <a:solidFill>
            <a:schemeClr val="lt1">
              <a:lumMod val="75000"/>
            </a:schemeClr>
          </a:solidFill>
          <a:ln w="0">
            <a:noFill/>
          </a:ln>
        </p:spPr>
        <p:txBody>
          <a:bodyPr lIns="90000" tIns="45000" rIns="90000" bIns="45000" anchor="t">
            <a:noAutofit/>
          </a:bodyPr>
          <a:lstStyle>
            <a:lvl1pPr indent="0" algn="l" defTabSz="914400">
              <a:lnSpc>
                <a:spcPct val="100000"/>
              </a:lnSpc>
              <a:buNone/>
              <a:tabLst>
                <a:tab pos="0" algn="l"/>
              </a:tabLst>
              <a:defRPr lang="nl-NL" sz="2000" b="0" u="none" strike="noStrike">
                <a:solidFill>
                  <a:schemeClr val="dk1"/>
                </a:solidFill>
                <a:effectLst/>
                <a:uFillTx/>
                <a:latin typeface="Arial"/>
              </a:defRPr>
            </a:lvl1pPr>
          </a:lstStyle>
          <a:p>
            <a:pPr indent="0" algn="l"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41" name="PlaceHolder 3"/>
          <p:cNvSpPr>
            <a:spLocks noGrp="1"/>
          </p:cNvSpPr>
          <p:nvPr>
            <p:ph type="body"/>
          </p:nvPr>
        </p:nvSpPr>
        <p:spPr>
          <a:xfrm>
            <a:off x="0" y="2576520"/>
            <a:ext cx="3059640" cy="2566800"/>
          </a:xfrm>
          <a:prstGeom prst="rect">
            <a:avLst/>
          </a:prstGeom>
          <a:solidFill>
            <a:schemeClr val="lt1">
              <a:lumMod val="75000"/>
            </a:schemeClr>
          </a:solidFill>
          <a:ln w="0">
            <a:noFill/>
          </a:ln>
        </p:spPr>
        <p:txBody>
          <a:bodyPr lIns="90000" tIns="45000" rIns="90000" bIns="45000" anchor="t">
            <a:noAutofit/>
          </a:bodyPr>
          <a:lstStyle>
            <a:lvl1pPr indent="0" algn="l" defTabSz="914400">
              <a:lnSpc>
                <a:spcPct val="100000"/>
              </a:lnSpc>
              <a:buNone/>
              <a:tabLst>
                <a:tab pos="0" algn="l"/>
              </a:tabLst>
              <a:defRPr lang="nl-NL" sz="2000" b="0" u="none" strike="noStrike">
                <a:solidFill>
                  <a:schemeClr val="dk1"/>
                </a:solidFill>
                <a:effectLst/>
                <a:uFillTx/>
                <a:latin typeface="Arial"/>
              </a:defRPr>
            </a:lvl1pPr>
          </a:lstStyle>
          <a:p>
            <a:pPr indent="0" algn="l"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42" name="PlaceHolder 4"/>
          <p:cNvSpPr>
            <a:spLocks noGrp="1"/>
          </p:cNvSpPr>
          <p:nvPr>
            <p:ph type="dt" idx="13"/>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lt1">
                    <a:tint val="75000"/>
                  </a:schemeClr>
                </a:solidFill>
                <a:effectLst/>
                <a:uFillTx/>
                <a:latin typeface="Arial"/>
              </a:defRPr>
            </a:lvl1pPr>
          </a:lstStyle>
          <a:p>
            <a:pPr indent="0" algn="r" defTabSz="914400">
              <a:lnSpc>
                <a:spcPct val="100000"/>
              </a:lnSpc>
              <a:buNone/>
            </a:pPr>
            <a:r>
              <a:rPr lang="nl-NL" sz="800" b="0" u="none" strike="noStrike">
                <a:solidFill>
                  <a:schemeClr val="lt1">
                    <a:tint val="75000"/>
                  </a:schemeClr>
                </a:solidFill>
                <a:effectLst/>
                <a:uFillTx/>
                <a:latin typeface="Arial"/>
              </a:rPr>
              <a:t> </a:t>
            </a:r>
            <a:endParaRPr lang="en-US" sz="800" b="0" u="none" strike="noStrike">
              <a:solidFill>
                <a:srgbClr val="000000"/>
              </a:solidFill>
              <a:effectLst/>
              <a:uFillTx/>
              <a:latin typeface="Noto Serif"/>
            </a:endParaRPr>
          </a:p>
        </p:txBody>
      </p:sp>
      <p:sp>
        <p:nvSpPr>
          <p:cNvPr id="43" name="PlaceHolder 5"/>
          <p:cNvSpPr>
            <a:spLocks noGrp="1"/>
          </p:cNvSpPr>
          <p:nvPr>
            <p:ph type="ftr" idx="14"/>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44" name="PlaceHolder 6"/>
          <p:cNvSpPr>
            <a:spLocks noGrp="1"/>
          </p:cNvSpPr>
          <p:nvPr>
            <p:ph type="sldNum" idx="15"/>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lt1">
                    <a:tint val="75000"/>
                  </a:schemeClr>
                </a:solidFill>
                <a:effectLst/>
                <a:uFillTx/>
                <a:latin typeface="Arial"/>
              </a:defRPr>
            </a:lvl1pPr>
          </a:lstStyle>
          <a:p>
            <a:pPr indent="0" algn="l" defTabSz="914400">
              <a:lnSpc>
                <a:spcPct val="100000"/>
              </a:lnSpc>
              <a:buNone/>
            </a:pPr>
            <a:fld id="{0544DF01-85EB-4B03-A71D-30289E00D3CE}" type="slidenum">
              <a:rPr lang="nl-NL" sz="800" b="0" u="none" strike="noStrike">
                <a:solidFill>
                  <a:schemeClr val="lt1">
                    <a:tint val="75000"/>
                  </a:schemeClr>
                </a:solidFill>
                <a:effectLst/>
                <a:uFillTx/>
                <a:latin typeface="Arial"/>
              </a:rPr>
              <a:t>1</a:t>
            </a:fld>
            <a:endParaRPr lang="en-US" sz="800" b="0" u="none" strike="noStrike">
              <a:solidFill>
                <a:srgbClr val="000000"/>
              </a:solidFill>
              <a:effectLst/>
              <a:uFillTx/>
              <a:latin typeface="Noto Serif"/>
            </a:endParaRPr>
          </a:p>
        </p:txBody>
      </p:sp>
      <p:sp>
        <p:nvSpPr>
          <p:cNvPr id="45" name="PlaceHolder 7"/>
          <p:cNvSpPr>
            <a:spLocks noGrp="1"/>
          </p:cNvSpPr>
          <p:nvPr>
            <p:ph type="body"/>
          </p:nvPr>
        </p:nvSpPr>
        <p:spPr>
          <a:xfrm>
            <a:off x="718560" y="1196280"/>
            <a:ext cx="7669800" cy="110412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000" b="0" u="none" strike="noStrike">
                <a:solidFill>
                  <a:schemeClr val="dk1"/>
                </a:solidFill>
                <a:effectLst/>
                <a:uFillTx/>
                <a:latin typeface="Arial"/>
              </a:defRPr>
            </a:lvl1pPr>
          </a:lstStyle>
          <a:p>
            <a:pPr indent="0" algn="l" defTabSz="457200">
              <a:lnSpc>
                <a:spcPct val="120000"/>
              </a:lnSpc>
              <a:buNone/>
              <a:tabLst>
                <a:tab pos="0" algn="l"/>
              </a:tabLst>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p:txBody>
      </p:sp>
      <p:pic>
        <p:nvPicPr>
          <p:cNvPr id="46" name="Logo" descr="hu rood.png"/>
          <p:cNvPicPr/>
          <p:nvPr/>
        </p:nvPicPr>
        <p:blipFill>
          <a:blip r:embed="rId3"/>
          <a:stretch/>
        </p:blipFill>
        <p:spPr>
          <a:xfrm>
            <a:off x="8435160" y="4609080"/>
            <a:ext cx="431640" cy="369720"/>
          </a:xfrm>
          <a:prstGeom prst="rect">
            <a:avLst/>
          </a:prstGeom>
          <a:noFill/>
          <a:ln w="0">
            <a:noFill/>
          </a:ln>
        </p:spPr>
      </p:pic>
      <p:sp>
        <p:nvSpPr>
          <p:cNvPr id="47" name="PlaceHolder 8"/>
          <p:cNvSpPr>
            <a:spLocks noGrp="1"/>
          </p:cNvSpPr>
          <p:nvPr>
            <p:ph type="title"/>
          </p:nvPr>
        </p:nvSpPr>
        <p:spPr>
          <a:xfrm>
            <a:off x="750600" y="581760"/>
            <a:ext cx="7504200" cy="46116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3 afbeeldingen boven">
    <p:bg>
      <p:bgPr>
        <a:solidFill>
          <a:srgbClr val="FFFFFF"/>
        </a:solidFill>
      </p:bgPr>
    </p:bg>
    <p:spTree>
      <p:nvGrpSpPr>
        <p:cNvPr id="1" name=""/>
        <p:cNvGrpSpPr/>
        <p:nvPr/>
      </p:nvGrpSpPr>
      <p:grpSpPr>
        <a:xfrm>
          <a:off x="0" y="0"/>
          <a:ext cx="0" cy="0"/>
          <a:chOff x="0" y="0"/>
          <a:chExt cx="0" cy="0"/>
        </a:xfrm>
      </p:grpSpPr>
      <p:pic>
        <p:nvPicPr>
          <p:cNvPr id="48" name="Logo" descr="hu logo.png"/>
          <p:cNvPicPr/>
          <p:nvPr/>
        </p:nvPicPr>
        <p:blipFill>
          <a:blip r:embed="rId2"/>
          <a:stretch/>
        </p:blipFill>
        <p:spPr>
          <a:xfrm>
            <a:off x="8435160" y="4609080"/>
            <a:ext cx="431640" cy="369000"/>
          </a:xfrm>
          <a:prstGeom prst="rect">
            <a:avLst/>
          </a:prstGeom>
          <a:noFill/>
          <a:ln w="0">
            <a:noFill/>
          </a:ln>
        </p:spPr>
      </p:pic>
      <p:sp>
        <p:nvSpPr>
          <p:cNvPr id="49"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50" name="PlaceHolder 1"/>
          <p:cNvSpPr>
            <a:spLocks noGrp="1"/>
          </p:cNvSpPr>
          <p:nvPr>
            <p:ph type="body"/>
          </p:nvPr>
        </p:nvSpPr>
        <p:spPr>
          <a:xfrm>
            <a:off x="6084000" y="4680"/>
            <a:ext cx="3059640" cy="2566800"/>
          </a:xfrm>
          <a:prstGeom prst="rect">
            <a:avLst/>
          </a:prstGeom>
          <a:solidFill>
            <a:schemeClr val="lt1">
              <a:lumMod val="75000"/>
            </a:schemeClr>
          </a:solidFill>
          <a:ln w="0">
            <a:noFill/>
          </a:ln>
        </p:spPr>
        <p:txBody>
          <a:bodyPr lIns="90000" tIns="45000" rIns="90000" bIns="45000" anchor="t">
            <a:noAutofit/>
          </a:bodyPr>
          <a:lstStyle>
            <a:lvl1pPr indent="0" algn="l" defTabSz="914400">
              <a:lnSpc>
                <a:spcPct val="100000"/>
              </a:lnSpc>
              <a:buNone/>
              <a:tabLst>
                <a:tab pos="0" algn="l"/>
              </a:tabLst>
              <a:defRPr lang="nl-NL" sz="2000" b="0" u="none" strike="noStrike">
                <a:solidFill>
                  <a:schemeClr val="dk1"/>
                </a:solidFill>
                <a:effectLst/>
                <a:uFillTx/>
                <a:latin typeface="Arial"/>
              </a:defRPr>
            </a:lvl1pPr>
          </a:lstStyle>
          <a:p>
            <a:pPr indent="0" algn="l"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51" name="PlaceHolder 2"/>
          <p:cNvSpPr>
            <a:spLocks noGrp="1"/>
          </p:cNvSpPr>
          <p:nvPr>
            <p:ph type="body"/>
          </p:nvPr>
        </p:nvSpPr>
        <p:spPr>
          <a:xfrm>
            <a:off x="3063600" y="4680"/>
            <a:ext cx="3023640" cy="2566800"/>
          </a:xfrm>
          <a:prstGeom prst="rect">
            <a:avLst/>
          </a:prstGeom>
          <a:solidFill>
            <a:schemeClr val="lt1">
              <a:lumMod val="75000"/>
            </a:schemeClr>
          </a:solidFill>
          <a:ln w="0">
            <a:noFill/>
          </a:ln>
        </p:spPr>
        <p:txBody>
          <a:bodyPr lIns="90000" tIns="45000" rIns="90000" bIns="45000" anchor="t">
            <a:noAutofit/>
          </a:bodyPr>
          <a:lstStyle>
            <a:lvl1pPr indent="0" algn="l" defTabSz="914400">
              <a:lnSpc>
                <a:spcPct val="100000"/>
              </a:lnSpc>
              <a:buNone/>
              <a:tabLst>
                <a:tab pos="0" algn="l"/>
              </a:tabLst>
              <a:defRPr lang="nl-NL" sz="2000" b="0" u="none" strike="noStrike">
                <a:solidFill>
                  <a:schemeClr val="dk1"/>
                </a:solidFill>
                <a:effectLst/>
                <a:uFillTx/>
                <a:latin typeface="Arial"/>
              </a:defRPr>
            </a:lvl1pPr>
          </a:lstStyle>
          <a:p>
            <a:pPr indent="0" algn="l"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52" name="PlaceHolder 3"/>
          <p:cNvSpPr>
            <a:spLocks noGrp="1"/>
          </p:cNvSpPr>
          <p:nvPr>
            <p:ph type="body"/>
          </p:nvPr>
        </p:nvSpPr>
        <p:spPr>
          <a:xfrm>
            <a:off x="0" y="4680"/>
            <a:ext cx="3059640" cy="2566800"/>
          </a:xfrm>
          <a:prstGeom prst="rect">
            <a:avLst/>
          </a:prstGeom>
          <a:solidFill>
            <a:schemeClr val="lt1">
              <a:lumMod val="75000"/>
            </a:schemeClr>
          </a:solidFill>
          <a:ln w="0">
            <a:noFill/>
          </a:ln>
        </p:spPr>
        <p:txBody>
          <a:bodyPr lIns="90000" tIns="45000" rIns="90000" bIns="45000" anchor="t">
            <a:noAutofit/>
          </a:bodyPr>
          <a:lstStyle>
            <a:lvl1pPr indent="0" algn="l" defTabSz="914400">
              <a:lnSpc>
                <a:spcPct val="100000"/>
              </a:lnSpc>
              <a:buNone/>
              <a:tabLst>
                <a:tab pos="0" algn="l"/>
              </a:tabLst>
              <a:defRPr lang="nl-NL" sz="2000" b="0" u="none" strike="noStrike">
                <a:solidFill>
                  <a:schemeClr val="dk1"/>
                </a:solidFill>
                <a:effectLst/>
                <a:uFillTx/>
                <a:latin typeface="Arial"/>
              </a:defRPr>
            </a:lvl1pPr>
          </a:lstStyle>
          <a:p>
            <a:pPr indent="0" algn="l"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53" name="PlaceHolder 4"/>
          <p:cNvSpPr>
            <a:spLocks noGrp="1"/>
          </p:cNvSpPr>
          <p:nvPr>
            <p:ph type="dt" idx="16"/>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 </a:t>
            </a:r>
            <a:endParaRPr lang="en-US" sz="800" b="0" u="none" strike="noStrike">
              <a:solidFill>
                <a:srgbClr val="000000"/>
              </a:solidFill>
              <a:effectLst/>
              <a:uFillTx/>
              <a:latin typeface="Noto Serif"/>
            </a:endParaRPr>
          </a:p>
        </p:txBody>
      </p:sp>
      <p:sp>
        <p:nvSpPr>
          <p:cNvPr id="54" name="PlaceHolder 5"/>
          <p:cNvSpPr>
            <a:spLocks noGrp="1"/>
          </p:cNvSpPr>
          <p:nvPr>
            <p:ph type="ftr" idx="17"/>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55" name="PlaceHolder 6"/>
          <p:cNvSpPr>
            <a:spLocks noGrp="1"/>
          </p:cNvSpPr>
          <p:nvPr>
            <p:ph type="sldNum" idx="18"/>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9287D5F9-C345-45F7-BA45-0B339F22EAD7}" type="slidenum">
              <a:rPr lang="nl-NL" sz="800" b="0" u="none" strike="noStrike">
                <a:solidFill>
                  <a:schemeClr val="dk1">
                    <a:tint val="75000"/>
                  </a:schemeClr>
                </a:solidFill>
                <a:effectLst/>
                <a:uFillTx/>
                <a:latin typeface="Arial"/>
              </a:rPr>
              <a:t>1</a:t>
            </a:fld>
            <a:endParaRPr lang="en-US" sz="800" b="0" u="none" strike="noStrike">
              <a:solidFill>
                <a:srgbClr val="000000"/>
              </a:solidFill>
              <a:effectLst/>
              <a:uFillTx/>
              <a:latin typeface="Noto Serif"/>
            </a:endParaRPr>
          </a:p>
        </p:txBody>
      </p:sp>
      <p:sp>
        <p:nvSpPr>
          <p:cNvPr id="56" name="Titeldecoratie"/>
          <p:cNvSpPr/>
          <p:nvPr/>
        </p:nvSpPr>
        <p:spPr>
          <a:xfrm>
            <a:off x="531000" y="281844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57" name="PlaceHolder 7"/>
          <p:cNvSpPr>
            <a:spLocks noGrp="1"/>
          </p:cNvSpPr>
          <p:nvPr>
            <p:ph type="body"/>
          </p:nvPr>
        </p:nvSpPr>
        <p:spPr>
          <a:xfrm>
            <a:off x="611280" y="3330000"/>
            <a:ext cx="7561080" cy="110412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000" b="0" u="none" strike="noStrike">
                <a:solidFill>
                  <a:schemeClr val="dk1"/>
                </a:solidFill>
                <a:effectLst/>
                <a:uFillTx/>
                <a:latin typeface="Arial"/>
              </a:defRPr>
            </a:lvl1pPr>
          </a:lstStyle>
          <a:p>
            <a:pPr indent="0" algn="l" defTabSz="457200">
              <a:lnSpc>
                <a:spcPct val="120000"/>
              </a:lnSpc>
              <a:buNone/>
              <a:tabLst>
                <a:tab pos="0" algn="l"/>
              </a:tabLst>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p:txBody>
      </p:sp>
      <p:sp>
        <p:nvSpPr>
          <p:cNvPr id="58" name="PlaceHolder 8"/>
          <p:cNvSpPr>
            <a:spLocks noGrp="1"/>
          </p:cNvSpPr>
          <p:nvPr>
            <p:ph type="title"/>
          </p:nvPr>
        </p:nvSpPr>
        <p:spPr>
          <a:xfrm>
            <a:off x="611280" y="2715120"/>
            <a:ext cx="7561080" cy="46116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afbeelding links">
    <p:bg>
      <p:bgPr>
        <a:solidFill>
          <a:srgbClr val="FFFFFF"/>
        </a:solidFill>
      </p:bgPr>
    </p:bg>
    <p:spTree>
      <p:nvGrpSpPr>
        <p:cNvPr id="1" name=""/>
        <p:cNvGrpSpPr/>
        <p:nvPr/>
      </p:nvGrpSpPr>
      <p:grpSpPr>
        <a:xfrm>
          <a:off x="0" y="0"/>
          <a:ext cx="0" cy="0"/>
          <a:chOff x="0" y="0"/>
          <a:chExt cx="0" cy="0"/>
        </a:xfrm>
      </p:grpSpPr>
      <p:pic>
        <p:nvPicPr>
          <p:cNvPr id="59" name="Logo" descr="hu logo.png"/>
          <p:cNvPicPr/>
          <p:nvPr/>
        </p:nvPicPr>
        <p:blipFill>
          <a:blip r:embed="rId2"/>
          <a:stretch/>
        </p:blipFill>
        <p:spPr>
          <a:xfrm>
            <a:off x="8435160" y="4609080"/>
            <a:ext cx="431640" cy="369000"/>
          </a:xfrm>
          <a:prstGeom prst="rect">
            <a:avLst/>
          </a:prstGeom>
          <a:noFill/>
          <a:ln w="0">
            <a:noFill/>
          </a:ln>
        </p:spPr>
      </p:pic>
      <p:sp>
        <p:nvSpPr>
          <p:cNvPr id="60"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61" name="PlaceHolder 1"/>
          <p:cNvSpPr>
            <a:spLocks noGrp="1"/>
          </p:cNvSpPr>
          <p:nvPr>
            <p:ph type="body"/>
          </p:nvPr>
        </p:nvSpPr>
        <p:spPr>
          <a:xfrm>
            <a:off x="0" y="0"/>
            <a:ext cx="4570200" cy="5143320"/>
          </a:xfrm>
          <a:prstGeom prst="rect">
            <a:avLst/>
          </a:prstGeom>
          <a:solidFill>
            <a:schemeClr val="lt1">
              <a:lumMod val="75000"/>
            </a:schemeClr>
          </a:solidFill>
          <a:ln w="0">
            <a:noFill/>
          </a:ln>
        </p:spPr>
        <p:txBody>
          <a:bodyPr lIns="90000" tIns="45000" rIns="90000" bIns="45000" anchor="ctr">
            <a:noAutofit/>
          </a:bodyPr>
          <a:lstStyle>
            <a:lvl1pPr indent="0" algn="ctr" defTabSz="914400">
              <a:lnSpc>
                <a:spcPct val="100000"/>
              </a:lnSpc>
              <a:buNone/>
              <a:tabLst>
                <a:tab pos="0" algn="l"/>
              </a:tabLst>
              <a:defRPr lang="nl-NL" sz="2000" b="0" u="none" strike="noStrike">
                <a:solidFill>
                  <a:schemeClr val="dk1"/>
                </a:solidFill>
                <a:effectLst/>
                <a:uFillTx/>
                <a:latin typeface="Arial"/>
              </a:defRPr>
            </a:lvl1pPr>
          </a:lstStyle>
          <a:p>
            <a:pPr indent="0" algn="ctr"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62" name="PlaceHolder 2"/>
          <p:cNvSpPr>
            <a:spLocks noGrp="1"/>
          </p:cNvSpPr>
          <p:nvPr>
            <p:ph type="dt" idx="19"/>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 </a:t>
            </a:r>
            <a:endParaRPr lang="en-US" sz="800" b="0" u="none" strike="noStrike">
              <a:solidFill>
                <a:srgbClr val="000000"/>
              </a:solidFill>
              <a:effectLst/>
              <a:uFillTx/>
              <a:latin typeface="Noto Serif"/>
            </a:endParaRPr>
          </a:p>
        </p:txBody>
      </p:sp>
      <p:sp>
        <p:nvSpPr>
          <p:cNvPr id="63" name="PlaceHolder 3"/>
          <p:cNvSpPr>
            <a:spLocks noGrp="1"/>
          </p:cNvSpPr>
          <p:nvPr>
            <p:ph type="ftr" idx="20"/>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64" name="PlaceHolder 4"/>
          <p:cNvSpPr>
            <a:spLocks noGrp="1"/>
          </p:cNvSpPr>
          <p:nvPr>
            <p:ph type="sldNum" idx="21"/>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lt1">
                    <a:tint val="75000"/>
                  </a:schemeClr>
                </a:solidFill>
                <a:effectLst/>
                <a:uFillTx/>
                <a:latin typeface="Arial"/>
              </a:defRPr>
            </a:lvl1pPr>
          </a:lstStyle>
          <a:p>
            <a:pPr indent="0" algn="l" defTabSz="914400">
              <a:lnSpc>
                <a:spcPct val="100000"/>
              </a:lnSpc>
              <a:buNone/>
            </a:pPr>
            <a:fld id="{011EDD0C-442B-4955-980C-977A90984C5E}" type="slidenum">
              <a:rPr lang="nl-NL" sz="800" b="0" u="none" strike="noStrike">
                <a:solidFill>
                  <a:schemeClr val="lt1">
                    <a:tint val="75000"/>
                  </a:schemeClr>
                </a:solidFill>
                <a:effectLst/>
                <a:uFillTx/>
                <a:latin typeface="Arial"/>
              </a:rPr>
              <a:t>1</a:t>
            </a:fld>
            <a:endParaRPr lang="en-US" sz="800" b="0" u="none" strike="noStrike">
              <a:solidFill>
                <a:srgbClr val="000000"/>
              </a:solidFill>
              <a:effectLst/>
              <a:uFillTx/>
              <a:latin typeface="Noto Serif"/>
            </a:endParaRPr>
          </a:p>
        </p:txBody>
      </p:sp>
      <p:sp>
        <p:nvSpPr>
          <p:cNvPr id="65" name="Titeldecoratie"/>
          <p:cNvSpPr/>
          <p:nvPr/>
        </p:nvSpPr>
        <p:spPr>
          <a:xfrm>
            <a:off x="51048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66" name="PlaceHolder 5"/>
          <p:cNvSpPr>
            <a:spLocks noGrp="1"/>
          </p:cNvSpPr>
          <p:nvPr>
            <p:ph type="body"/>
          </p:nvPr>
        </p:nvSpPr>
        <p:spPr>
          <a:xfrm>
            <a:off x="5292360" y="1196280"/>
            <a:ext cx="2880000" cy="329184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tabLst>
                <a:tab pos="0" algn="l"/>
              </a:tabLst>
              <a:defRPr lang="nl-NL" sz="2000" b="0" u="none" strike="noStrike">
                <a:solidFill>
                  <a:schemeClr val="dk1"/>
                </a:solidFill>
                <a:effectLst/>
                <a:uFillTx/>
                <a:latin typeface="Arial"/>
              </a:defRPr>
            </a:lvl1pPr>
          </a:lstStyle>
          <a:p>
            <a:pPr marL="343080" indent="-343080" algn="l" defTabSz="457200">
              <a:lnSpc>
                <a:spcPct val="120000"/>
              </a:lnSpc>
              <a:buClr>
                <a:srgbClr val="E6302B"/>
              </a:buClr>
              <a:buSzPct val="120000"/>
              <a:buFont typeface="Arial"/>
              <a:buChar char="•"/>
              <a:tabLst>
                <a:tab pos="0" algn="l"/>
              </a:tabLst>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p:txBody>
      </p:sp>
      <p:sp>
        <p:nvSpPr>
          <p:cNvPr id="67" name="PlaceHolder 6"/>
          <p:cNvSpPr>
            <a:spLocks noGrp="1"/>
          </p:cNvSpPr>
          <p:nvPr>
            <p:ph type="title"/>
          </p:nvPr>
        </p:nvSpPr>
        <p:spPr>
          <a:xfrm>
            <a:off x="5292000" y="550800"/>
            <a:ext cx="2880000" cy="461160"/>
          </a:xfrm>
          <a:prstGeom prst="rect">
            <a:avLst/>
          </a:prstGeom>
          <a:noFill/>
          <a:ln w="0">
            <a:noFill/>
          </a:ln>
        </p:spPr>
        <p:txBody>
          <a:bodyPr lIns="91440" tIns="45720" rIns="91440" bIns="45720" anchor="ctr">
            <a:noAutofit/>
          </a:bodyPr>
          <a:lstStyle>
            <a:lvl1pPr indent="0" algn="l" defTabSz="457200">
              <a:lnSpc>
                <a:spcPct val="100000"/>
              </a:lnSpc>
              <a:buNone/>
              <a:defRPr lang="nl-NL" sz="2400" b="1" u="none" strike="noStrike">
                <a:solidFill>
                  <a:schemeClr val="accent1"/>
                </a:solidFill>
                <a:effectLst/>
                <a:uFillTx/>
                <a:latin typeface="Arial"/>
              </a:defRPr>
            </a:lvl1pPr>
          </a:lstStyle>
          <a:p>
            <a:pPr indent="0" algn="l" defTabSz="457200">
              <a:lnSpc>
                <a:spcPct val="100000"/>
              </a:lnSpc>
              <a:buNone/>
            </a:pPr>
            <a:r>
              <a:rPr lang="nl-NL" sz="2400" b="1" u="none" strike="noStrike">
                <a:solidFill>
                  <a:schemeClr val="accent1"/>
                </a:solidFill>
                <a:effectLst/>
                <a:uFillTx/>
                <a:latin typeface="Arial"/>
              </a:rPr>
              <a:t>Klik om stijl te bewerken</a:t>
            </a:r>
            <a:endParaRPr lang="nl-NL" sz="2400" b="1" u="none" strike="noStrike">
              <a:solidFill>
                <a:schemeClr val="accent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afbeelding rechts">
    <p:bg>
      <p:bgPr>
        <a:solidFill>
          <a:srgbClr val="FFFFFF"/>
        </a:solidFill>
      </p:bgPr>
    </p:bg>
    <p:spTree>
      <p:nvGrpSpPr>
        <p:cNvPr id="1" name=""/>
        <p:cNvGrpSpPr/>
        <p:nvPr/>
      </p:nvGrpSpPr>
      <p:grpSpPr>
        <a:xfrm>
          <a:off x="0" y="0"/>
          <a:ext cx="0" cy="0"/>
          <a:chOff x="0" y="0"/>
          <a:chExt cx="0" cy="0"/>
        </a:xfrm>
      </p:grpSpPr>
      <p:pic>
        <p:nvPicPr>
          <p:cNvPr id="68" name="Logo" descr="hu logo.png"/>
          <p:cNvPicPr/>
          <p:nvPr/>
        </p:nvPicPr>
        <p:blipFill>
          <a:blip r:embed="rId2"/>
          <a:stretch/>
        </p:blipFill>
        <p:spPr>
          <a:xfrm>
            <a:off x="8435160" y="4609080"/>
            <a:ext cx="431640" cy="369000"/>
          </a:xfrm>
          <a:prstGeom prst="rect">
            <a:avLst/>
          </a:prstGeom>
          <a:noFill/>
          <a:ln w="0">
            <a:noFill/>
          </a:ln>
        </p:spPr>
      </p:pic>
      <p:sp>
        <p:nvSpPr>
          <p:cNvPr id="69"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70" name="PlaceHolder 1"/>
          <p:cNvSpPr>
            <a:spLocks noGrp="1"/>
          </p:cNvSpPr>
          <p:nvPr>
            <p:ph type="body"/>
          </p:nvPr>
        </p:nvSpPr>
        <p:spPr>
          <a:xfrm>
            <a:off x="4573440" y="0"/>
            <a:ext cx="4570200" cy="5143320"/>
          </a:xfrm>
          <a:prstGeom prst="rect">
            <a:avLst/>
          </a:prstGeom>
          <a:solidFill>
            <a:schemeClr val="lt1">
              <a:lumMod val="75000"/>
            </a:schemeClr>
          </a:solidFill>
          <a:ln w="0">
            <a:noFill/>
          </a:ln>
        </p:spPr>
        <p:txBody>
          <a:bodyPr lIns="90000" tIns="45000" rIns="90000" bIns="45000" anchor="ctr">
            <a:noAutofit/>
          </a:bodyPr>
          <a:lstStyle>
            <a:lvl1pPr indent="0" algn="ctr" defTabSz="914400">
              <a:lnSpc>
                <a:spcPct val="100000"/>
              </a:lnSpc>
              <a:buNone/>
              <a:tabLst>
                <a:tab pos="0" algn="l"/>
              </a:tabLst>
              <a:defRPr lang="nl-NL" sz="2000" b="0" u="none" strike="noStrike">
                <a:solidFill>
                  <a:schemeClr val="dk1"/>
                </a:solidFill>
                <a:effectLst/>
                <a:uFillTx/>
                <a:latin typeface="Arial"/>
              </a:defRPr>
            </a:lvl1pPr>
          </a:lstStyle>
          <a:p>
            <a:pPr indent="0" algn="ctr"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pic>
        <p:nvPicPr>
          <p:cNvPr id="71" name="Logo" descr="hu rood.png"/>
          <p:cNvPicPr/>
          <p:nvPr/>
        </p:nvPicPr>
        <p:blipFill>
          <a:blip r:embed="rId3"/>
          <a:stretch/>
        </p:blipFill>
        <p:spPr>
          <a:xfrm>
            <a:off x="8435160" y="4609080"/>
            <a:ext cx="431640" cy="369720"/>
          </a:xfrm>
          <a:prstGeom prst="rect">
            <a:avLst/>
          </a:prstGeom>
          <a:noFill/>
          <a:ln w="0">
            <a:noFill/>
          </a:ln>
        </p:spPr>
      </p:pic>
      <p:sp>
        <p:nvSpPr>
          <p:cNvPr id="72" name="PlaceHolder 2"/>
          <p:cNvSpPr>
            <a:spLocks noGrp="1"/>
          </p:cNvSpPr>
          <p:nvPr>
            <p:ph type="dt" idx="22"/>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 </a:t>
            </a:r>
            <a:endParaRPr lang="en-US" sz="800" b="0" u="none" strike="noStrike">
              <a:solidFill>
                <a:srgbClr val="000000"/>
              </a:solidFill>
              <a:effectLst/>
              <a:uFillTx/>
              <a:latin typeface="Noto Serif"/>
            </a:endParaRPr>
          </a:p>
        </p:txBody>
      </p:sp>
      <p:sp>
        <p:nvSpPr>
          <p:cNvPr id="73" name="PlaceHolder 3"/>
          <p:cNvSpPr>
            <a:spLocks noGrp="1"/>
          </p:cNvSpPr>
          <p:nvPr>
            <p:ph type="ftr" idx="23"/>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74" name="PlaceHolder 4"/>
          <p:cNvSpPr>
            <a:spLocks noGrp="1"/>
          </p:cNvSpPr>
          <p:nvPr>
            <p:ph type="sldNum" idx="24"/>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6B9168FD-D87F-4985-B5AE-BCFEDC16E973}" type="slidenum">
              <a:rPr lang="nl-NL" sz="800" b="0" u="none" strike="noStrike">
                <a:solidFill>
                  <a:schemeClr val="dk1">
                    <a:tint val="75000"/>
                  </a:schemeClr>
                </a:solidFill>
                <a:effectLst/>
                <a:uFillTx/>
                <a:latin typeface="Arial"/>
              </a:rPr>
              <a:t>1</a:t>
            </a:fld>
            <a:endParaRPr lang="en-US" sz="800" b="0" u="none" strike="noStrike">
              <a:solidFill>
                <a:srgbClr val="000000"/>
              </a:solidFill>
              <a:effectLst/>
              <a:uFillTx/>
              <a:latin typeface="Noto Serif"/>
            </a:endParaRPr>
          </a:p>
        </p:txBody>
      </p:sp>
      <p:sp>
        <p:nvSpPr>
          <p:cNvPr id="75" name="PlaceHolder 5"/>
          <p:cNvSpPr>
            <a:spLocks noGrp="1"/>
          </p:cNvSpPr>
          <p:nvPr>
            <p:ph type="body"/>
          </p:nvPr>
        </p:nvSpPr>
        <p:spPr>
          <a:xfrm>
            <a:off x="600480" y="1196280"/>
            <a:ext cx="3611520" cy="329184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tabLst>
                <a:tab pos="0" algn="l"/>
              </a:tabLst>
              <a:defRPr lang="nl-NL" sz="2000" b="0" u="none" strike="noStrike">
                <a:solidFill>
                  <a:schemeClr val="dk1"/>
                </a:solidFill>
                <a:effectLst/>
                <a:uFillTx/>
                <a:latin typeface="Arial"/>
              </a:defRPr>
            </a:lvl1pPr>
          </a:lstStyle>
          <a:p>
            <a:pPr marL="343080" indent="-343080" algn="l" defTabSz="457200">
              <a:lnSpc>
                <a:spcPct val="120000"/>
              </a:lnSpc>
              <a:buClr>
                <a:srgbClr val="E6302B"/>
              </a:buClr>
              <a:buSzPct val="120000"/>
              <a:buFont typeface="Arial"/>
              <a:buChar char="•"/>
              <a:tabLst>
                <a:tab pos="0" algn="l"/>
              </a:tabLst>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p:txBody>
      </p:sp>
      <p:sp>
        <p:nvSpPr>
          <p:cNvPr id="76" name="PlaceHolder 6"/>
          <p:cNvSpPr>
            <a:spLocks noGrp="1"/>
          </p:cNvSpPr>
          <p:nvPr>
            <p:ph type="title"/>
          </p:nvPr>
        </p:nvSpPr>
        <p:spPr>
          <a:xfrm>
            <a:off x="600120" y="244440"/>
            <a:ext cx="3611520" cy="993240"/>
          </a:xfrm>
          <a:prstGeom prst="rect">
            <a:avLst/>
          </a:prstGeom>
          <a:noFill/>
          <a:ln w="0">
            <a:noFill/>
          </a:ln>
        </p:spPr>
        <p:txBody>
          <a:bodyPr lIns="91440" tIns="45720" rIns="91440" bIns="45720" anchor="ctr">
            <a:normAutofit/>
          </a:bodyPr>
          <a:lstStyle>
            <a:lvl1pPr indent="0" algn="l" defTabSz="457200">
              <a:lnSpc>
                <a:spcPct val="100000"/>
              </a:lnSpc>
              <a:buNone/>
              <a:defRPr lang="nl-NL" sz="2400" b="1" u="none" strike="noStrike">
                <a:solidFill>
                  <a:schemeClr val="accent1"/>
                </a:solidFill>
                <a:effectLst/>
                <a:uFillTx/>
                <a:latin typeface="Arial"/>
              </a:defRPr>
            </a:lvl1pPr>
          </a:lstStyle>
          <a:p>
            <a:pPr indent="0" algn="l" defTabSz="457200">
              <a:lnSpc>
                <a:spcPct val="100000"/>
              </a:lnSpc>
              <a:buNone/>
            </a:pPr>
            <a:r>
              <a:rPr lang="nl-NL" sz="2400" b="1" u="none" strike="noStrike">
                <a:solidFill>
                  <a:schemeClr val="accent1"/>
                </a:solidFill>
                <a:effectLst/>
                <a:uFillTx/>
                <a:latin typeface="Arial"/>
              </a:rPr>
              <a:t>Klik om stijl te bewerken</a:t>
            </a:r>
            <a:endParaRPr lang="nl-NL" sz="2400" b="1" u="none" strike="noStrike">
              <a:solidFill>
                <a:schemeClr val="accent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bg>
      <p:bgPr>
        <a:solidFill>
          <a:srgbClr val="FFFFFF"/>
        </a:solidFill>
      </p:bgPr>
    </p:bg>
    <p:spTree>
      <p:nvGrpSpPr>
        <p:cNvPr id="1" name=""/>
        <p:cNvGrpSpPr/>
        <p:nvPr/>
      </p:nvGrpSpPr>
      <p:grpSpPr>
        <a:xfrm>
          <a:off x="0" y="0"/>
          <a:ext cx="0" cy="0"/>
          <a:chOff x="0" y="0"/>
          <a:chExt cx="0" cy="0"/>
        </a:xfrm>
      </p:grpSpPr>
      <p:pic>
        <p:nvPicPr>
          <p:cNvPr id="77" name="Logo" descr="hu logo.png"/>
          <p:cNvPicPr/>
          <p:nvPr/>
        </p:nvPicPr>
        <p:blipFill>
          <a:blip r:embed="rId2"/>
          <a:stretch/>
        </p:blipFill>
        <p:spPr>
          <a:xfrm>
            <a:off x="8435160" y="4609080"/>
            <a:ext cx="431640" cy="369000"/>
          </a:xfrm>
          <a:prstGeom prst="rect">
            <a:avLst/>
          </a:prstGeom>
          <a:noFill/>
          <a:ln w="0">
            <a:noFill/>
          </a:ln>
        </p:spPr>
      </p:pic>
      <p:sp>
        <p:nvSpPr>
          <p:cNvPr id="78"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79" name="Achtergrond"/>
          <p:cNvSpPr/>
          <p:nvPr/>
        </p:nvSpPr>
        <p:spPr>
          <a:xfrm>
            <a:off x="0" y="0"/>
            <a:ext cx="9143640" cy="5143320"/>
          </a:xfrm>
          <a:prstGeom prst="rect">
            <a:avLst/>
          </a:prstGeom>
          <a:solidFill>
            <a:schemeClr val="accent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80" name="PlaceHolder 1"/>
          <p:cNvSpPr>
            <a:spLocks noGrp="1"/>
          </p:cNvSpPr>
          <p:nvPr>
            <p:ph type="dt" idx="25"/>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lt1">
                    <a:tint val="75000"/>
                  </a:schemeClr>
                </a:solidFill>
                <a:effectLst/>
                <a:uFillTx/>
                <a:latin typeface="Arial"/>
              </a:defRPr>
            </a:lvl1pPr>
          </a:lstStyle>
          <a:p>
            <a:pPr indent="0" algn="r" defTabSz="914400">
              <a:lnSpc>
                <a:spcPct val="100000"/>
              </a:lnSpc>
              <a:buNone/>
            </a:pPr>
            <a:r>
              <a:rPr lang="nl-NL" sz="800" b="0" u="none" strike="noStrike">
                <a:solidFill>
                  <a:schemeClr val="lt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81" name="PlaceHolder 2"/>
          <p:cNvSpPr>
            <a:spLocks noGrp="1"/>
          </p:cNvSpPr>
          <p:nvPr>
            <p:ph type="ftr" idx="26"/>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2" name="PlaceHolder 3"/>
          <p:cNvSpPr>
            <a:spLocks noGrp="1"/>
          </p:cNvSpPr>
          <p:nvPr>
            <p:ph type="sldNum" idx="27"/>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lt1">
                    <a:tint val="75000"/>
                  </a:schemeClr>
                </a:solidFill>
                <a:effectLst/>
                <a:uFillTx/>
                <a:latin typeface="Arial"/>
              </a:defRPr>
            </a:lvl1pPr>
          </a:lstStyle>
          <a:p>
            <a:pPr indent="0" algn="l" defTabSz="914400">
              <a:lnSpc>
                <a:spcPct val="100000"/>
              </a:lnSpc>
              <a:buNone/>
            </a:pPr>
            <a:fld id="{30CAF50A-0073-4BA5-AC5F-515383B5FD77}" type="slidenum">
              <a:rPr lang="nl-NL" sz="800" b="0" u="none" strike="noStrike">
                <a:solidFill>
                  <a:schemeClr val="lt1">
                    <a:tint val="75000"/>
                  </a:schemeClr>
                </a:solidFill>
                <a:effectLst/>
                <a:uFillTx/>
                <a:latin typeface="Arial"/>
              </a:rPr>
              <a:t>&lt;number&gt;</a:t>
            </a:fld>
            <a:endParaRPr lang="en-US" sz="800" b="0" u="none" strike="noStrike">
              <a:solidFill>
                <a:srgbClr val="000000"/>
              </a:solidFill>
              <a:effectLst/>
              <a:uFillTx/>
              <a:latin typeface="Noto Serif"/>
            </a:endParaRPr>
          </a:p>
        </p:txBody>
      </p:sp>
      <p:pic>
        <p:nvPicPr>
          <p:cNvPr id="83" name="Logo" descr="hu rood.png"/>
          <p:cNvPicPr/>
          <p:nvPr/>
        </p:nvPicPr>
        <p:blipFill>
          <a:blip r:embed="rId3"/>
          <a:stretch/>
        </p:blipFill>
        <p:spPr>
          <a:xfrm>
            <a:off x="8435160" y="4609080"/>
            <a:ext cx="431640" cy="369720"/>
          </a:xfrm>
          <a:prstGeom prst="rect">
            <a:avLst/>
          </a:prstGeom>
          <a:noFill/>
          <a:ln w="0">
            <a:noFill/>
          </a:ln>
        </p:spPr>
      </p:pic>
      <p:sp>
        <p:nvSpPr>
          <p:cNvPr id="84" name="Titeldecoratie"/>
          <p:cNvSpPr/>
          <p:nvPr/>
        </p:nvSpPr>
        <p:spPr>
          <a:xfrm>
            <a:off x="529200" y="686160"/>
            <a:ext cx="107640" cy="73224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85" name="PlaceHolder 4"/>
          <p:cNvSpPr>
            <a:spLocks noGrp="1"/>
          </p:cNvSpPr>
          <p:nvPr>
            <p:ph type="title"/>
          </p:nvPr>
        </p:nvSpPr>
        <p:spPr>
          <a:xfrm>
            <a:off x="600120" y="485640"/>
            <a:ext cx="7571880" cy="993240"/>
          </a:xfrm>
          <a:prstGeom prst="rect">
            <a:avLst/>
          </a:prstGeom>
          <a:noFill/>
          <a:ln w="0">
            <a:noFill/>
          </a:ln>
        </p:spPr>
        <p:txBody>
          <a:bodyPr lIns="91440" tIns="45720" rIns="91440" bIns="45720" anchor="t">
            <a:noAutofit/>
          </a:bodyPr>
          <a:lstStyle>
            <a:lvl1pPr indent="0" algn="l" defTabSz="457200">
              <a:lnSpc>
                <a:spcPct val="100000"/>
              </a:lnSpc>
              <a:spcBef>
                <a:spcPts val="1199"/>
              </a:spcBef>
              <a:buNone/>
              <a:defRPr lang="nl-NL" sz="3200" b="1" i="1" u="none" strike="noStrike">
                <a:solidFill>
                  <a:schemeClr val="lt1"/>
                </a:solidFill>
                <a:effectLst/>
                <a:uFillTx/>
                <a:latin typeface="Arial"/>
              </a:defRPr>
            </a:lvl1pPr>
          </a:lstStyle>
          <a:p>
            <a:pPr indent="0" algn="l" defTabSz="457200">
              <a:lnSpc>
                <a:spcPct val="100000"/>
              </a:lnSpc>
              <a:spcBef>
                <a:spcPts val="1199"/>
              </a:spcBef>
              <a:buNone/>
            </a:pPr>
            <a:r>
              <a:rPr lang="nl-NL" sz="3200" b="1" i="1" u="none" strike="noStrike">
                <a:solidFill>
                  <a:schemeClr val="lt1"/>
                </a:solidFill>
                <a:effectLst/>
                <a:uFillTx/>
                <a:latin typeface="Arial"/>
              </a:rPr>
              <a:t>Klik om stijl te bewerken</a:t>
            </a:r>
            <a:endParaRPr lang="nl-NL" sz="3200" b="1" i="1" u="none" strike="noStrike">
              <a:solidFill>
                <a:schemeClr val="lt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blauwe kop">
    <p:bg>
      <p:bgPr>
        <a:solidFill>
          <a:srgbClr val="FFFFFF"/>
        </a:solidFill>
      </p:bgPr>
    </p:bg>
    <p:spTree>
      <p:nvGrpSpPr>
        <p:cNvPr id="1" name=""/>
        <p:cNvGrpSpPr/>
        <p:nvPr/>
      </p:nvGrpSpPr>
      <p:grpSpPr>
        <a:xfrm>
          <a:off x="0" y="0"/>
          <a:ext cx="0" cy="0"/>
          <a:chOff x="0" y="0"/>
          <a:chExt cx="0" cy="0"/>
        </a:xfrm>
      </p:grpSpPr>
      <p:pic>
        <p:nvPicPr>
          <p:cNvPr id="86" name="Logo" descr="hu logo.png"/>
          <p:cNvPicPr/>
          <p:nvPr/>
        </p:nvPicPr>
        <p:blipFill>
          <a:blip r:embed="rId2"/>
          <a:stretch/>
        </p:blipFill>
        <p:spPr>
          <a:xfrm>
            <a:off x="8435160" y="4609080"/>
            <a:ext cx="431640" cy="369000"/>
          </a:xfrm>
          <a:prstGeom prst="rect">
            <a:avLst/>
          </a:prstGeom>
          <a:noFill/>
          <a:ln w="0">
            <a:noFill/>
          </a:ln>
        </p:spPr>
      </p:pic>
      <p:sp>
        <p:nvSpPr>
          <p:cNvPr id="87"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88" name="Blauwe balk"/>
          <p:cNvSpPr/>
          <p:nvPr/>
        </p:nvSpPr>
        <p:spPr>
          <a:xfrm>
            <a:off x="0" y="0"/>
            <a:ext cx="9143640" cy="1599840"/>
          </a:xfrm>
          <a:prstGeom prst="rect">
            <a:avLst/>
          </a:prstGeom>
          <a:solidFill>
            <a:schemeClr val="accent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89"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90" name="PlaceHolder 1"/>
          <p:cNvSpPr>
            <a:spLocks noGrp="1"/>
          </p:cNvSpPr>
          <p:nvPr>
            <p:ph type="title"/>
          </p:nvPr>
        </p:nvSpPr>
        <p:spPr>
          <a:xfrm>
            <a:off x="600120" y="244440"/>
            <a:ext cx="757188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lt1"/>
                </a:solidFill>
                <a:effectLst/>
                <a:uFillTx/>
                <a:latin typeface="Arial"/>
              </a:defRPr>
            </a:lvl1pPr>
          </a:lstStyle>
          <a:p>
            <a:pPr indent="0" algn="l" defTabSz="457200">
              <a:lnSpc>
                <a:spcPct val="100000"/>
              </a:lnSpc>
              <a:buNone/>
            </a:pPr>
            <a:r>
              <a:rPr lang="nl-NL" sz="3200" b="1" u="none" strike="noStrike">
                <a:solidFill>
                  <a:schemeClr val="lt1"/>
                </a:solidFill>
                <a:effectLst/>
                <a:uFillTx/>
                <a:latin typeface="Arial"/>
              </a:rPr>
              <a:t>Klik om stijl te bewerken</a:t>
            </a:r>
            <a:endParaRPr lang="nl-NL" sz="3200" b="1" u="none" strike="noStrike">
              <a:solidFill>
                <a:schemeClr val="lt1"/>
              </a:solidFill>
              <a:effectLst/>
              <a:uFillTx/>
              <a:latin typeface="Arial"/>
            </a:endParaRPr>
          </a:p>
        </p:txBody>
      </p:sp>
      <p:sp>
        <p:nvSpPr>
          <p:cNvPr id="91" name="PlaceHolder 2"/>
          <p:cNvSpPr>
            <a:spLocks noGrp="1"/>
          </p:cNvSpPr>
          <p:nvPr>
            <p:ph type="body"/>
          </p:nvPr>
        </p:nvSpPr>
        <p:spPr>
          <a:xfrm>
            <a:off x="611280" y="1582560"/>
            <a:ext cx="7571880" cy="282564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0"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0" u="none" strike="noStrik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inks in blauw">
    <p:bg>
      <p:bgPr>
        <a:solidFill>
          <a:srgbClr val="FFFFFF"/>
        </a:solidFill>
      </p:bgPr>
    </p:bg>
    <p:spTree>
      <p:nvGrpSpPr>
        <p:cNvPr id="1" name=""/>
        <p:cNvGrpSpPr/>
        <p:nvPr/>
      </p:nvGrpSpPr>
      <p:grpSpPr>
        <a:xfrm>
          <a:off x="0" y="0"/>
          <a:ext cx="0" cy="0"/>
          <a:chOff x="0" y="0"/>
          <a:chExt cx="0" cy="0"/>
        </a:xfrm>
      </p:grpSpPr>
      <p:pic>
        <p:nvPicPr>
          <p:cNvPr id="92" name="Logo" descr="hu logo.png"/>
          <p:cNvPicPr/>
          <p:nvPr/>
        </p:nvPicPr>
        <p:blipFill>
          <a:blip r:embed="rId2"/>
          <a:stretch/>
        </p:blipFill>
        <p:spPr>
          <a:xfrm>
            <a:off x="8435160" y="4609080"/>
            <a:ext cx="431640" cy="369000"/>
          </a:xfrm>
          <a:prstGeom prst="rect">
            <a:avLst/>
          </a:prstGeom>
          <a:noFill/>
          <a:ln w="0">
            <a:noFill/>
          </a:ln>
        </p:spPr>
      </p:pic>
      <p:sp>
        <p:nvSpPr>
          <p:cNvPr id="93"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94" name="Rechthoek 20"/>
          <p:cNvSpPr/>
          <p:nvPr/>
        </p:nvSpPr>
        <p:spPr>
          <a:xfrm>
            <a:off x="0" y="0"/>
            <a:ext cx="4571640" cy="5143320"/>
          </a:xfrm>
          <a:prstGeom prst="rect">
            <a:avLst/>
          </a:prstGeom>
          <a:solidFill>
            <a:schemeClr val="accent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95" name="Rechthoek 17"/>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96" name="PlaceHolder 1"/>
          <p:cNvSpPr>
            <a:spLocks noGrp="1"/>
          </p:cNvSpPr>
          <p:nvPr>
            <p:ph type="body"/>
          </p:nvPr>
        </p:nvSpPr>
        <p:spPr>
          <a:xfrm>
            <a:off x="600480" y="1196280"/>
            <a:ext cx="3672360" cy="329184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p:txBody>
      </p:sp>
      <p:sp>
        <p:nvSpPr>
          <p:cNvPr id="97" name="PlaceHolder 2"/>
          <p:cNvSpPr>
            <a:spLocks noGrp="1"/>
          </p:cNvSpPr>
          <p:nvPr>
            <p:ph type="title"/>
          </p:nvPr>
        </p:nvSpPr>
        <p:spPr>
          <a:xfrm>
            <a:off x="600120" y="244440"/>
            <a:ext cx="3672360" cy="993240"/>
          </a:xfrm>
          <a:prstGeom prst="rect">
            <a:avLst/>
          </a:prstGeom>
          <a:noFill/>
          <a:ln w="0">
            <a:noFill/>
          </a:ln>
        </p:spPr>
        <p:txBody>
          <a:bodyPr lIns="91440" tIns="45720" rIns="91440" bIns="45720" anchor="ctr">
            <a:normAutofit/>
          </a:bodyPr>
          <a:lstStyle>
            <a:lvl1pPr indent="0" algn="l" defTabSz="457200">
              <a:lnSpc>
                <a:spcPct val="100000"/>
              </a:lnSpc>
              <a:buNone/>
              <a:defRPr lang="nl-NL" sz="2400" b="1" u="none" strike="noStrike">
                <a:solidFill>
                  <a:schemeClr val="lt1"/>
                </a:solidFill>
                <a:effectLst/>
                <a:uFillTx/>
                <a:latin typeface="Arial"/>
              </a:defRPr>
            </a:lvl1pPr>
          </a:lstStyle>
          <a:p>
            <a:pPr indent="0" algn="l" defTabSz="457200">
              <a:lnSpc>
                <a:spcPct val="100000"/>
              </a:lnSpc>
              <a:buNone/>
            </a:pPr>
            <a:r>
              <a:rPr lang="nl-NL" sz="2400" b="1" u="none" strike="noStrike">
                <a:solidFill>
                  <a:schemeClr val="lt1"/>
                </a:solidFill>
                <a:effectLst/>
                <a:uFillTx/>
                <a:latin typeface="Arial"/>
              </a:rPr>
              <a:t>Klik om stijl te bewerken</a:t>
            </a:r>
            <a:endParaRPr lang="nl-NL" sz="2400" b="1" u="none" strike="noStrike">
              <a:solidFill>
                <a:schemeClr val="lt1"/>
              </a:solidFill>
              <a:effectLst/>
              <a:uFillTx/>
              <a:latin typeface="Arial"/>
            </a:endParaRPr>
          </a:p>
        </p:txBody>
      </p:sp>
      <p:sp>
        <p:nvSpPr>
          <p:cNvPr id="98" name="PlaceHolder 3"/>
          <p:cNvSpPr>
            <a:spLocks noGrp="1"/>
          </p:cNvSpPr>
          <p:nvPr>
            <p:ph type="dt" idx="28"/>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99" name="PlaceHolder 4"/>
          <p:cNvSpPr>
            <a:spLocks noGrp="1"/>
          </p:cNvSpPr>
          <p:nvPr>
            <p:ph type="ftr" idx="29"/>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00" name="PlaceHolder 5"/>
          <p:cNvSpPr>
            <a:spLocks noGrp="1"/>
          </p:cNvSpPr>
          <p:nvPr>
            <p:ph type="sldNum" idx="30"/>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lt1">
                    <a:tint val="75000"/>
                  </a:schemeClr>
                </a:solidFill>
                <a:effectLst/>
                <a:uFillTx/>
                <a:latin typeface="Arial"/>
              </a:defRPr>
            </a:lvl1pPr>
          </a:lstStyle>
          <a:p>
            <a:pPr indent="0" algn="l" defTabSz="914400">
              <a:lnSpc>
                <a:spcPct val="100000"/>
              </a:lnSpc>
              <a:buNone/>
            </a:pPr>
            <a:fld id="{9C9D1F35-A954-40AE-AAEF-7F994A70DD0C}" type="slidenum">
              <a:rPr lang="nl-NL" sz="800" b="0" u="none" strike="noStrike">
                <a:solidFill>
                  <a:schemeClr val="lt1">
                    <a:tint val="75000"/>
                  </a:schemeClr>
                </a:solidFill>
                <a:effectLst/>
                <a:uFillTx/>
                <a:latin typeface="Arial"/>
              </a:rPr>
              <a:t>&lt;number&gt;</a:t>
            </a:fld>
            <a:endParaRPr lang="en-US" sz="8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Inhoud">
    <p:bg>
      <p:bgPr>
        <a:solidFill>
          <a:srgbClr val="FFFFFF"/>
        </a:solidFill>
      </p:bgPr>
    </p:bg>
    <p:spTree>
      <p:nvGrpSpPr>
        <p:cNvPr id="1" name=""/>
        <p:cNvGrpSpPr/>
        <p:nvPr/>
      </p:nvGrpSpPr>
      <p:grpSpPr>
        <a:xfrm>
          <a:off x="0" y="0"/>
          <a:ext cx="0" cy="0"/>
          <a:chOff x="0" y="0"/>
          <a:chExt cx="0" cy="0"/>
        </a:xfrm>
      </p:grpSpPr>
      <p:pic>
        <p:nvPicPr>
          <p:cNvPr id="108" name="Logo" descr="hu logo.png"/>
          <p:cNvPicPr/>
          <p:nvPr/>
        </p:nvPicPr>
        <p:blipFill>
          <a:blip r:embed="rId2"/>
          <a:stretch/>
        </p:blipFill>
        <p:spPr>
          <a:xfrm>
            <a:off x="8435160" y="4609080"/>
            <a:ext cx="431640" cy="369000"/>
          </a:xfrm>
          <a:prstGeom prst="rect">
            <a:avLst/>
          </a:prstGeom>
          <a:noFill/>
          <a:ln w="0">
            <a:noFill/>
          </a:ln>
        </p:spPr>
      </p:pic>
      <p:sp>
        <p:nvSpPr>
          <p:cNvPr id="102"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09"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
        <p:nvSpPr>
          <p:cNvPr id="110" name="PlaceHolder 2"/>
          <p:cNvSpPr>
            <a:spLocks noGrp="1"/>
          </p:cNvSpPr>
          <p:nvPr>
            <p:ph type="dt" idx="34"/>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11" name="PlaceHolder 3"/>
          <p:cNvSpPr>
            <a:spLocks noGrp="1"/>
          </p:cNvSpPr>
          <p:nvPr>
            <p:ph type="ftr" idx="35"/>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2" name="PlaceHolder 4"/>
          <p:cNvSpPr>
            <a:spLocks noGrp="1"/>
          </p:cNvSpPr>
          <p:nvPr>
            <p:ph type="sldNum" idx="36"/>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AA592D29-9B29-4CA0-92A4-703D5C638BEC}"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
        <p:nvSpPr>
          <p:cNvPr id="113" name="PlaceHolder 5"/>
          <p:cNvSpPr>
            <a:spLocks noGrp="1"/>
          </p:cNvSpPr>
          <p:nvPr>
            <p:ph type="body"/>
          </p:nvPr>
        </p:nvSpPr>
        <p:spPr>
          <a:xfrm>
            <a:off x="728640" y="1347840"/>
            <a:ext cx="7443360" cy="306036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0"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0" u="none" strike="noStrik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Inhoud">
    <p:bg>
      <p:bgPr>
        <a:solidFill>
          <a:srgbClr val="FFFFFF"/>
        </a:solidFill>
      </p:bgPr>
    </p:bg>
    <p:spTree>
      <p:nvGrpSpPr>
        <p:cNvPr id="1" name=""/>
        <p:cNvGrpSpPr/>
        <p:nvPr/>
      </p:nvGrpSpPr>
      <p:grpSpPr>
        <a:xfrm>
          <a:off x="0" y="0"/>
          <a:ext cx="0" cy="0"/>
          <a:chOff x="0" y="0"/>
          <a:chExt cx="0" cy="0"/>
        </a:xfrm>
      </p:grpSpPr>
      <p:pic>
        <p:nvPicPr>
          <p:cNvPr id="101" name="Logo" descr="hu logo.png"/>
          <p:cNvPicPr/>
          <p:nvPr/>
        </p:nvPicPr>
        <p:blipFill>
          <a:blip r:embed="rId2"/>
          <a:stretch/>
        </p:blipFill>
        <p:spPr>
          <a:xfrm>
            <a:off x="8435160" y="4609080"/>
            <a:ext cx="431640" cy="369000"/>
          </a:xfrm>
          <a:prstGeom prst="rect">
            <a:avLst/>
          </a:prstGeom>
          <a:noFill/>
          <a:ln w="0">
            <a:noFill/>
          </a:ln>
        </p:spPr>
      </p:pic>
      <p:sp>
        <p:nvSpPr>
          <p:cNvPr id="102"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03"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
        <p:nvSpPr>
          <p:cNvPr id="104" name="PlaceHolder 2"/>
          <p:cNvSpPr>
            <a:spLocks noGrp="1"/>
          </p:cNvSpPr>
          <p:nvPr>
            <p:ph type="dt" idx="31"/>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05" name="PlaceHolder 3"/>
          <p:cNvSpPr>
            <a:spLocks noGrp="1"/>
          </p:cNvSpPr>
          <p:nvPr>
            <p:ph type="ftr" idx="32"/>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06" name="PlaceHolder 4"/>
          <p:cNvSpPr>
            <a:spLocks noGrp="1"/>
          </p:cNvSpPr>
          <p:nvPr>
            <p:ph type="sldNum" idx="33"/>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ED11D092-D1DA-4576-8107-A126881A5BA7}"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
        <p:nvSpPr>
          <p:cNvPr id="107" name="PlaceHolder 5"/>
          <p:cNvSpPr>
            <a:spLocks noGrp="1"/>
          </p:cNvSpPr>
          <p:nvPr>
            <p:ph type="body"/>
          </p:nvPr>
        </p:nvSpPr>
        <p:spPr>
          <a:xfrm>
            <a:off x="728640" y="1347840"/>
            <a:ext cx="7443360" cy="306036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0"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0" u="none" strike="noStrike">
              <a:solidFill>
                <a:schemeClr val="dk1"/>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oud">
    <p:bg>
      <p:bgPr>
        <a:solidFill>
          <a:srgbClr val="FFFFFF"/>
        </a:solidFill>
      </p:bgPr>
    </p:bg>
    <p:spTree>
      <p:nvGrpSpPr>
        <p:cNvPr id="1" name=""/>
        <p:cNvGrpSpPr/>
        <p:nvPr/>
      </p:nvGrpSpPr>
      <p:grpSpPr>
        <a:xfrm>
          <a:off x="0" y="0"/>
          <a:ext cx="0" cy="0"/>
          <a:chOff x="0" y="0"/>
          <a:chExt cx="0" cy="0"/>
        </a:xfrm>
      </p:grpSpPr>
      <p:pic>
        <p:nvPicPr>
          <p:cNvPr id="114" name="Logo" descr="hu logo.png"/>
          <p:cNvPicPr/>
          <p:nvPr/>
        </p:nvPicPr>
        <p:blipFill>
          <a:blip r:embed="rId2"/>
          <a:stretch/>
        </p:blipFill>
        <p:spPr>
          <a:xfrm>
            <a:off x="8435160" y="4609080"/>
            <a:ext cx="431640" cy="369000"/>
          </a:xfrm>
          <a:prstGeom prst="rect">
            <a:avLst/>
          </a:prstGeom>
          <a:noFill/>
          <a:ln w="0">
            <a:noFill/>
          </a:ln>
        </p:spPr>
      </p:pic>
      <p:sp>
        <p:nvSpPr>
          <p:cNvPr id="102"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15"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
        <p:nvSpPr>
          <p:cNvPr id="116" name="PlaceHolder 2"/>
          <p:cNvSpPr>
            <a:spLocks noGrp="1"/>
          </p:cNvSpPr>
          <p:nvPr>
            <p:ph type="dt" idx="37"/>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17" name="PlaceHolder 3"/>
          <p:cNvSpPr>
            <a:spLocks noGrp="1"/>
          </p:cNvSpPr>
          <p:nvPr>
            <p:ph type="ftr" idx="38"/>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8" name="PlaceHolder 4"/>
          <p:cNvSpPr>
            <a:spLocks noGrp="1"/>
          </p:cNvSpPr>
          <p:nvPr>
            <p:ph type="sldNum" idx="39"/>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7C9A445F-126B-4431-9E68-A6F490CF87AB}"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
        <p:nvSpPr>
          <p:cNvPr id="119" name="PlaceHolder 5"/>
          <p:cNvSpPr>
            <a:spLocks noGrp="1"/>
          </p:cNvSpPr>
          <p:nvPr>
            <p:ph type="body"/>
          </p:nvPr>
        </p:nvSpPr>
        <p:spPr>
          <a:xfrm>
            <a:off x="728640" y="1347840"/>
            <a:ext cx="7443360" cy="306036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0"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0" u="none" strike="noStrike">
              <a:solidFill>
                <a:schemeClr val="dk1"/>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fbeelding">
    <p:bg>
      <p:bgPr>
        <a:solidFill>
          <a:srgbClr val="FFFFFF"/>
        </a:solidFill>
      </p:bgPr>
    </p:bg>
    <p:spTree>
      <p:nvGrpSpPr>
        <p:cNvPr id="1" name=""/>
        <p:cNvGrpSpPr/>
        <p:nvPr/>
      </p:nvGrpSpPr>
      <p:grpSpPr>
        <a:xfrm>
          <a:off x="0" y="0"/>
          <a:ext cx="0" cy="0"/>
          <a:chOff x="0" y="0"/>
          <a:chExt cx="0" cy="0"/>
        </a:xfrm>
      </p:grpSpPr>
      <p:pic>
        <p:nvPicPr>
          <p:cNvPr id="120" name="Logo" descr="hu logo.png"/>
          <p:cNvPicPr/>
          <p:nvPr/>
        </p:nvPicPr>
        <p:blipFill>
          <a:blip r:embed="rId2"/>
          <a:stretch/>
        </p:blipFill>
        <p:spPr>
          <a:xfrm>
            <a:off x="8435160" y="4609080"/>
            <a:ext cx="431640" cy="369000"/>
          </a:xfrm>
          <a:prstGeom prst="rect">
            <a:avLst/>
          </a:prstGeom>
          <a:noFill/>
          <a:ln w="0">
            <a:noFill/>
          </a:ln>
        </p:spPr>
      </p:pic>
      <p:sp>
        <p:nvSpPr>
          <p:cNvPr id="121"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22" name="PlaceHolder 1"/>
          <p:cNvSpPr>
            <a:spLocks noGrp="1"/>
          </p:cNvSpPr>
          <p:nvPr>
            <p:ph type="body"/>
          </p:nvPr>
        </p:nvSpPr>
        <p:spPr>
          <a:xfrm>
            <a:off x="0" y="0"/>
            <a:ext cx="9143640" cy="5143320"/>
          </a:xfrm>
          <a:prstGeom prst="rect">
            <a:avLst/>
          </a:prstGeom>
          <a:solidFill>
            <a:schemeClr val="lt1">
              <a:lumMod val="75000"/>
            </a:schemeClr>
          </a:solidFill>
          <a:ln w="0">
            <a:noFill/>
          </a:ln>
        </p:spPr>
        <p:txBody>
          <a:bodyPr lIns="90000" tIns="45000" rIns="90000" bIns="45000" anchor="ctr">
            <a:noAutofit/>
          </a:bodyPr>
          <a:lstStyle>
            <a:lvl1pPr indent="0" algn="ctr" defTabSz="914400">
              <a:lnSpc>
                <a:spcPct val="100000"/>
              </a:lnSpc>
              <a:buNone/>
              <a:tabLst>
                <a:tab pos="0" algn="l"/>
              </a:tabLst>
              <a:defRPr lang="nl-NL" sz="2000" b="0" u="none" strike="noStrike">
                <a:solidFill>
                  <a:schemeClr val="dk1"/>
                </a:solidFill>
                <a:effectLst/>
                <a:uFillTx/>
                <a:latin typeface="Arial"/>
              </a:defRPr>
            </a:lvl1pPr>
          </a:lstStyle>
          <a:p>
            <a:pPr indent="0" algn="ctr"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pic>
        <p:nvPicPr>
          <p:cNvPr id="123" name="Logo" descr="hu rood.png"/>
          <p:cNvPicPr/>
          <p:nvPr/>
        </p:nvPicPr>
        <p:blipFill>
          <a:blip r:embed="rId3"/>
          <a:stretch/>
        </p:blipFill>
        <p:spPr>
          <a:xfrm>
            <a:off x="8435160" y="4609080"/>
            <a:ext cx="431640" cy="369720"/>
          </a:xfrm>
          <a:prstGeom prst="rect">
            <a:avLst/>
          </a:prstGeom>
          <a:noFill/>
          <a:ln w="0">
            <a:noFill/>
          </a:ln>
        </p:spPr>
      </p:pic>
      <p:sp>
        <p:nvSpPr>
          <p:cNvPr id="124" name="PlaceHolder 2"/>
          <p:cNvSpPr>
            <a:spLocks noGrp="1"/>
          </p:cNvSpPr>
          <p:nvPr>
            <p:ph type="dt" idx="40"/>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lt1">
                    <a:tint val="75000"/>
                  </a:schemeClr>
                </a:solidFill>
                <a:effectLst/>
                <a:uFillTx/>
                <a:latin typeface="Arial"/>
              </a:defRPr>
            </a:lvl1pPr>
          </a:lstStyle>
          <a:p>
            <a:pPr indent="0" algn="r" defTabSz="914400">
              <a:lnSpc>
                <a:spcPct val="100000"/>
              </a:lnSpc>
              <a:buNone/>
            </a:pPr>
            <a:r>
              <a:rPr lang="nl-NL" sz="800" b="0" u="none" strike="noStrike">
                <a:solidFill>
                  <a:schemeClr val="lt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25" name="PlaceHolder 3"/>
          <p:cNvSpPr>
            <a:spLocks noGrp="1"/>
          </p:cNvSpPr>
          <p:nvPr>
            <p:ph type="ftr" idx="41"/>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26" name="PlaceHolder 4"/>
          <p:cNvSpPr>
            <a:spLocks noGrp="1"/>
          </p:cNvSpPr>
          <p:nvPr>
            <p:ph type="sldNum" idx="42"/>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lt1">
                    <a:tint val="75000"/>
                  </a:schemeClr>
                </a:solidFill>
                <a:effectLst/>
                <a:uFillTx/>
                <a:latin typeface="Arial"/>
              </a:defRPr>
            </a:lvl1pPr>
          </a:lstStyle>
          <a:p>
            <a:pPr indent="0" algn="l" defTabSz="914400">
              <a:lnSpc>
                <a:spcPct val="100000"/>
              </a:lnSpc>
              <a:buNone/>
            </a:pPr>
            <a:fld id="{E71CDCB3-B2F3-4044-9AE6-7120CE201CE0}" type="slidenum">
              <a:rPr lang="nl-NL" sz="800" b="0" u="none" strike="noStrike">
                <a:solidFill>
                  <a:schemeClr val="lt1">
                    <a:tint val="75000"/>
                  </a:schemeClr>
                </a:solidFill>
                <a:effectLst/>
                <a:uFillTx/>
                <a:latin typeface="Arial"/>
              </a:rPr>
              <a:t>&lt;number&gt;</a:t>
            </a:fld>
            <a:endParaRPr lang="en-US" sz="800" b="0" u="none" strike="noStrike">
              <a:solidFill>
                <a:srgbClr val="000000"/>
              </a:solidFill>
              <a:effectLst/>
              <a:uFillTx/>
              <a:latin typeface="Noto Serif"/>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fbeelding met bijschrift">
    <p:bg>
      <p:bgPr>
        <a:solidFill>
          <a:srgbClr val="FFFFFF"/>
        </a:solidFill>
      </p:bgPr>
    </p:bg>
    <p:spTree>
      <p:nvGrpSpPr>
        <p:cNvPr id="1" name=""/>
        <p:cNvGrpSpPr/>
        <p:nvPr/>
      </p:nvGrpSpPr>
      <p:grpSpPr>
        <a:xfrm>
          <a:off x="0" y="0"/>
          <a:ext cx="0" cy="0"/>
          <a:chOff x="0" y="0"/>
          <a:chExt cx="0" cy="0"/>
        </a:xfrm>
      </p:grpSpPr>
      <p:pic>
        <p:nvPicPr>
          <p:cNvPr id="127" name="Logo" descr="hu logo.png"/>
          <p:cNvPicPr/>
          <p:nvPr/>
        </p:nvPicPr>
        <p:blipFill>
          <a:blip r:embed="rId2"/>
          <a:stretch/>
        </p:blipFill>
        <p:spPr>
          <a:xfrm>
            <a:off x="8435160" y="4609080"/>
            <a:ext cx="431640" cy="369000"/>
          </a:xfrm>
          <a:prstGeom prst="rect">
            <a:avLst/>
          </a:prstGeom>
          <a:noFill/>
          <a:ln w="0">
            <a:noFill/>
          </a:ln>
        </p:spPr>
      </p:pic>
      <p:sp>
        <p:nvSpPr>
          <p:cNvPr id="128"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29" name="PlaceHolder 1"/>
          <p:cNvSpPr>
            <a:spLocks noGrp="1"/>
          </p:cNvSpPr>
          <p:nvPr>
            <p:ph type="body"/>
          </p:nvPr>
        </p:nvSpPr>
        <p:spPr>
          <a:xfrm>
            <a:off x="0" y="6480"/>
            <a:ext cx="9143640" cy="3322800"/>
          </a:xfrm>
          <a:prstGeom prst="rect">
            <a:avLst/>
          </a:prstGeom>
          <a:solidFill>
            <a:schemeClr val="lt1">
              <a:lumMod val="75000"/>
            </a:schemeClr>
          </a:solidFill>
          <a:ln w="0">
            <a:noFill/>
          </a:ln>
        </p:spPr>
        <p:txBody>
          <a:bodyPr lIns="90000" tIns="45000" rIns="90000" bIns="45000" anchor="ctr">
            <a:noAutofit/>
          </a:bodyPr>
          <a:lstStyle>
            <a:lvl1pPr indent="0" algn="ctr" defTabSz="914400">
              <a:lnSpc>
                <a:spcPct val="100000"/>
              </a:lnSpc>
              <a:buNone/>
              <a:tabLst>
                <a:tab pos="0" algn="l"/>
              </a:tabLst>
              <a:defRPr lang="nl-NL" sz="2000" b="0" u="none" strike="noStrike">
                <a:solidFill>
                  <a:schemeClr val="dk1"/>
                </a:solidFill>
                <a:effectLst/>
                <a:uFillTx/>
                <a:latin typeface="Arial"/>
              </a:defRPr>
            </a:lvl1pPr>
          </a:lstStyle>
          <a:p>
            <a:pPr indent="0" algn="ctr" defTabSz="914400">
              <a:lnSpc>
                <a:spcPct val="100000"/>
              </a:lnSpc>
              <a:buNone/>
              <a:tabLst>
                <a:tab pos="0" algn="l"/>
              </a:tabLst>
            </a:pPr>
            <a:r>
              <a:rPr lang="nl-NL" sz="2000" b="0" u="none" strike="noStrike">
                <a:solidFill>
                  <a:schemeClr val="dk1"/>
                </a:solidFill>
                <a:effectLst/>
                <a:uFillTx/>
                <a:latin typeface="Arial"/>
              </a:rPr>
              <a:t>Klik op het pictogram als u een afbeelding wilt toevoegen</a:t>
            </a:r>
            <a:endParaRPr lang="nl-NL" sz="2000" b="0" u="none" strike="noStrike">
              <a:solidFill>
                <a:schemeClr val="dk1"/>
              </a:solidFill>
              <a:effectLst/>
              <a:uFillTx/>
              <a:latin typeface="Arial"/>
            </a:endParaRPr>
          </a:p>
        </p:txBody>
      </p:sp>
      <p:sp>
        <p:nvSpPr>
          <p:cNvPr id="130" name="PlaceHolder 2"/>
          <p:cNvSpPr>
            <a:spLocks noGrp="1"/>
          </p:cNvSpPr>
          <p:nvPr>
            <p:ph type="dt" idx="43"/>
          </p:nvPr>
        </p:nvSpPr>
        <p:spPr>
          <a:xfrm>
            <a:off x="733140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31" name="PlaceHolder 3"/>
          <p:cNvSpPr>
            <a:spLocks noGrp="1"/>
          </p:cNvSpPr>
          <p:nvPr>
            <p:ph type="ftr" idx="44"/>
          </p:nvPr>
        </p:nvSpPr>
        <p:spPr>
          <a:xfrm>
            <a:off x="120816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2" name="PlaceHolder 4"/>
          <p:cNvSpPr>
            <a:spLocks noGrp="1"/>
          </p:cNvSpPr>
          <p:nvPr>
            <p:ph type="sldNum" idx="45"/>
          </p:nvPr>
        </p:nvSpPr>
        <p:spPr>
          <a:xfrm>
            <a:off x="62856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C0F3A8D2-68BC-431D-9782-5156881EA5D9}"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
        <p:nvSpPr>
          <p:cNvPr id="133" name="PlaceHolder 5"/>
          <p:cNvSpPr>
            <a:spLocks noGrp="1"/>
          </p:cNvSpPr>
          <p:nvPr>
            <p:ph type="body" hasCustomPrompt="1"/>
          </p:nvPr>
        </p:nvSpPr>
        <p:spPr>
          <a:xfrm>
            <a:off x="531000" y="3696120"/>
            <a:ext cx="7857000" cy="79236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en-US" sz="2000" b="0" u="none" strike="noStrike">
                <a:solidFill>
                  <a:schemeClr val="dk1"/>
                </a:solidFill>
                <a:effectLst/>
                <a:uFillTx/>
                <a:latin typeface="Arial"/>
              </a:defRPr>
            </a:lvl1pPr>
          </a:lstStyle>
          <a:p>
            <a:pPr indent="0" algn="l" defTabSz="457200">
              <a:lnSpc>
                <a:spcPct val="120000"/>
              </a:lnSpc>
              <a:buNone/>
              <a:tabLst>
                <a:tab pos="0" algn="l"/>
              </a:tabLst>
            </a:pPr>
            <a:r>
              <a:rPr lang="en-US" sz="2000" b="0" u="none" strike="noStrike">
                <a:solidFill>
                  <a:schemeClr val="dk1"/>
                </a:solidFill>
                <a:effectLst/>
                <a:uFillTx/>
                <a:latin typeface="Arial"/>
              </a:rPr>
              <a:t>Bijschrift</a:t>
            </a:r>
            <a:endParaRPr lang="nl-NL" sz="2000" b="0" u="none" strike="noStrik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mp slide">
    <p:bg>
      <p:bgPr>
        <a:solidFill>
          <a:srgbClr val="FFFFFF"/>
        </a:solidFill>
      </p:bgPr>
    </p:bg>
    <p:spTree>
      <p:nvGrpSpPr>
        <p:cNvPr id="1" name=""/>
        <p:cNvGrpSpPr/>
        <p:nvPr/>
      </p:nvGrpSpPr>
      <p:grpSpPr>
        <a:xfrm>
          <a:off x="0" y="0"/>
          <a:ext cx="0" cy="0"/>
          <a:chOff x="0" y="0"/>
          <a:chExt cx="0" cy="0"/>
        </a:xfrm>
      </p:grpSpPr>
      <p:pic>
        <p:nvPicPr>
          <p:cNvPr id="134" name="Logo" descr="hu logo.png" hidden="1"/>
          <p:cNvPicPr/>
          <p:nvPr/>
        </p:nvPicPr>
        <p:blipFill>
          <a:blip r:embed="rId2"/>
          <a:stretch/>
        </p:blipFill>
        <p:spPr>
          <a:xfrm>
            <a:off x="8435160" y="4609080"/>
            <a:ext cx="431640" cy="369000"/>
          </a:xfrm>
          <a:prstGeom prst="rect">
            <a:avLst/>
          </a:prstGeom>
          <a:noFill/>
          <a:ln w="0">
            <a:noFill/>
          </a:ln>
        </p:spPr>
      </p:pic>
      <p:sp>
        <p:nvSpPr>
          <p:cNvPr id="135" name="Titeldecoratie" hidden="1"/>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36" name="Vermenigvuldigingsteken 2"/>
          <p:cNvSpPr/>
          <p:nvPr/>
        </p:nvSpPr>
        <p:spPr>
          <a:xfrm>
            <a:off x="8539560" y="18360"/>
            <a:ext cx="604080" cy="543600"/>
          </a:xfrm>
          <a:prstGeom prst="mathMultiply">
            <a:avLst>
              <a:gd name="adj1" fmla="val 23520"/>
            </a:avLst>
          </a:prstGeom>
          <a:solidFill>
            <a:schemeClr val="accent2"/>
          </a:solidFill>
          <a:ln w="0">
            <a:noFill/>
          </a:ln>
        </p:spPr>
        <p:style>
          <a:lnRef idx="0"/>
          <a:fillRef idx="0"/>
          <a:effectRef idx="0"/>
          <a:fontRef idx="minor"/>
        </p:style>
        <p:txBody>
          <a:bodyPr wrap="none" lIns="90000" tIns="45000" rIns="90000" bIns="45000" anchor="ctr">
            <a:noAutofit/>
          </a:bodyPr>
          <a:p>
            <a:endParaRPr lang="nl-NL" sz="1350" b="0" u="none" strike="noStrike">
              <a:solidFill>
                <a:srgbClr val="000000"/>
              </a:solidFill>
              <a:effectLst/>
              <a:uFillTx/>
              <a:latin typeface="Arial"/>
            </a:endParaRPr>
          </a:p>
        </p:txBody>
      </p:sp>
      <p:sp>
        <p:nvSpPr>
          <p:cNvPr id="137" name="Vermenigvuldigingsteken 3"/>
          <p:cNvSpPr/>
          <p:nvPr/>
        </p:nvSpPr>
        <p:spPr>
          <a:xfrm>
            <a:off x="0" y="0"/>
            <a:ext cx="604080" cy="543600"/>
          </a:xfrm>
          <a:prstGeom prst="mathMultiply">
            <a:avLst>
              <a:gd name="adj1" fmla="val 23520"/>
            </a:avLst>
          </a:prstGeom>
          <a:solidFill>
            <a:schemeClr val="accent2"/>
          </a:solidFill>
          <a:ln w="0">
            <a:noFill/>
          </a:ln>
        </p:spPr>
        <p:style>
          <a:lnRef idx="0"/>
          <a:fillRef idx="0"/>
          <a:effectRef idx="0"/>
          <a:fontRef idx="minor"/>
        </p:style>
        <p:txBody>
          <a:bodyPr wrap="none" lIns="90000" tIns="45000" rIns="90000" bIns="45000" anchor="ctr">
            <a:noAutofit/>
          </a:bodyPr>
          <a:p>
            <a:endParaRPr lang="nl-NL" sz="1350" b="0" u="none" strike="noStrike">
              <a:solidFill>
                <a:srgbClr val="000000"/>
              </a:solidFill>
              <a:effectLst/>
              <a:uFillTx/>
              <a:latin typeface="Arial"/>
            </a:endParaRPr>
          </a:p>
        </p:txBody>
      </p:sp>
      <p:sp>
        <p:nvSpPr>
          <p:cNvPr id="138" name="Vermenigvuldigingsteken 4"/>
          <p:cNvSpPr/>
          <p:nvPr/>
        </p:nvSpPr>
        <p:spPr>
          <a:xfrm>
            <a:off x="0" y="4599720"/>
            <a:ext cx="604080" cy="543600"/>
          </a:xfrm>
          <a:prstGeom prst="mathMultiply">
            <a:avLst>
              <a:gd name="adj1" fmla="val 23520"/>
            </a:avLst>
          </a:prstGeom>
          <a:solidFill>
            <a:schemeClr val="accent2"/>
          </a:solidFill>
          <a:ln w="0">
            <a:noFill/>
          </a:ln>
        </p:spPr>
        <p:style>
          <a:lnRef idx="0"/>
          <a:fillRef idx="0"/>
          <a:effectRef idx="0"/>
          <a:fontRef idx="minor"/>
        </p:style>
        <p:txBody>
          <a:bodyPr wrap="none" lIns="90000" tIns="45000" rIns="90000" bIns="45000" anchor="ctr">
            <a:noAutofit/>
          </a:bodyPr>
          <a:p>
            <a:endParaRPr lang="nl-NL" sz="1350" b="0" u="none" strike="noStrike">
              <a:solidFill>
                <a:srgbClr val="000000"/>
              </a:solidFill>
              <a:effectLst/>
              <a:uFillTx/>
              <a:latin typeface="Arial"/>
            </a:endParaRPr>
          </a:p>
        </p:txBody>
      </p:sp>
      <p:sp>
        <p:nvSpPr>
          <p:cNvPr id="139" name="Vermenigvuldigingsteken 5"/>
          <p:cNvSpPr/>
          <p:nvPr/>
        </p:nvSpPr>
        <p:spPr>
          <a:xfrm>
            <a:off x="8539560" y="4600080"/>
            <a:ext cx="604080" cy="543600"/>
          </a:xfrm>
          <a:prstGeom prst="mathMultiply">
            <a:avLst>
              <a:gd name="adj1" fmla="val 23520"/>
            </a:avLst>
          </a:prstGeom>
          <a:solidFill>
            <a:schemeClr val="accent2"/>
          </a:solidFill>
          <a:ln w="0">
            <a:noFill/>
          </a:ln>
        </p:spPr>
        <p:style>
          <a:lnRef idx="0"/>
          <a:fillRef idx="0"/>
          <a:effectRef idx="0"/>
          <a:fontRef idx="minor"/>
        </p:style>
        <p:txBody>
          <a:bodyPr wrap="none" lIns="90000" tIns="45000" rIns="90000" bIns="45000" anchor="ctr">
            <a:noAutofit/>
          </a:bodyPr>
          <a:p>
            <a:endParaRPr lang="nl-NL" sz="1350" b="0" u="none" strike="noStrike">
              <a:solidFill>
                <a:srgbClr val="000000"/>
              </a:solidFill>
              <a:effectLst/>
              <a:uFillTx/>
              <a:latin typeface="Arial"/>
            </a:endParaRPr>
          </a:p>
        </p:txBody>
      </p:sp>
      <p:sp>
        <p:nvSpPr>
          <p:cNvPr id="140" name="Tekstvak 6"/>
          <p:cNvSpPr/>
          <p:nvPr/>
        </p:nvSpPr>
        <p:spPr>
          <a:xfrm>
            <a:off x="3378240" y="16920"/>
            <a:ext cx="2387160" cy="439200"/>
          </a:xfrm>
          <a:prstGeom prst="rect">
            <a:avLst/>
          </a:prstGeom>
          <a:noFill/>
          <a:ln w="0">
            <a:noFill/>
          </a:ln>
        </p:spPr>
        <p:style>
          <a:lnRef idx="0"/>
          <a:fillRef idx="0"/>
          <a:effectRef idx="0"/>
          <a:fontRef idx="minor"/>
        </p:style>
        <p:txBody>
          <a:bodyPr wrap="none" lIns="0" tIns="34200" rIns="0" bIns="34200" anchor="t">
            <a:normAutofit fontScale="85000" lnSpcReduction="9999"/>
          </a:bodyPr>
          <a:p>
            <a:pPr algn="ctr" defTabSz="914400">
              <a:lnSpc>
                <a:spcPct val="100000"/>
              </a:lnSpc>
            </a:pPr>
            <a:r>
              <a:rPr lang="nl-NL" sz="3000" b="0" u="none" strike="noStrike">
                <a:solidFill>
                  <a:schemeClr val="lt1">
                    <a:lumMod val="75000"/>
                  </a:schemeClr>
                </a:solidFill>
                <a:effectLst/>
                <a:uFillTx/>
                <a:latin typeface="Arial Black"/>
              </a:rPr>
              <a:t>TEMP SLIDE</a:t>
            </a:r>
            <a:endParaRPr lang="en-US" sz="3000" b="0" u="none" strike="noStrike">
              <a:solidFill>
                <a:srgbClr val="000000"/>
              </a:solidFill>
              <a:effectLst/>
              <a:uFillTx/>
              <a:latin typeface="Nimbus Sans"/>
            </a:endParaRPr>
          </a:p>
        </p:txBody>
      </p:sp>
      <p:sp>
        <p:nvSpPr>
          <p:cNvPr id="141" name="Tekstvak 7"/>
          <p:cNvSpPr/>
          <p:nvPr/>
        </p:nvSpPr>
        <p:spPr>
          <a:xfrm>
            <a:off x="3378240" y="4785840"/>
            <a:ext cx="2387160" cy="439200"/>
          </a:xfrm>
          <a:prstGeom prst="rect">
            <a:avLst/>
          </a:prstGeom>
          <a:noFill/>
          <a:ln w="0">
            <a:noFill/>
          </a:ln>
        </p:spPr>
        <p:style>
          <a:lnRef idx="0"/>
          <a:fillRef idx="0"/>
          <a:effectRef idx="0"/>
          <a:fontRef idx="minor"/>
        </p:style>
        <p:txBody>
          <a:bodyPr wrap="none" lIns="0" tIns="34200" rIns="0" bIns="34200" anchor="t">
            <a:normAutofit fontScale="85000" lnSpcReduction="9999"/>
          </a:bodyPr>
          <a:p>
            <a:pPr algn="ctr" defTabSz="914400">
              <a:lnSpc>
                <a:spcPct val="100000"/>
              </a:lnSpc>
            </a:pPr>
            <a:r>
              <a:rPr lang="nl-NL" sz="3000" b="0" u="none" strike="noStrike">
                <a:solidFill>
                  <a:schemeClr val="lt1">
                    <a:lumMod val="75000"/>
                  </a:schemeClr>
                </a:solidFill>
                <a:effectLst/>
                <a:uFillTx/>
                <a:latin typeface="Arial Black"/>
              </a:rPr>
              <a:t>TEMP SLIDE</a:t>
            </a:r>
            <a:endParaRPr lang="en-US" sz="3000" b="0" u="none" strike="noStrike">
              <a:solidFill>
                <a:srgbClr val="000000"/>
              </a:solidFill>
              <a:effectLst/>
              <a:uFillTx/>
              <a:latin typeface="Nimbus Sans"/>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ergelijking">
    <p:bg>
      <p:bgPr>
        <a:solidFill>
          <a:srgbClr val="FFFFFF"/>
        </a:solidFill>
      </p:bgPr>
    </p:bg>
    <p:spTree>
      <p:nvGrpSpPr>
        <p:cNvPr id="1" name=""/>
        <p:cNvGrpSpPr/>
        <p:nvPr/>
      </p:nvGrpSpPr>
      <p:grpSpPr>
        <a:xfrm>
          <a:off x="0" y="0"/>
          <a:ext cx="0" cy="0"/>
          <a:chOff x="0" y="0"/>
          <a:chExt cx="0" cy="0"/>
        </a:xfrm>
      </p:grpSpPr>
      <p:pic>
        <p:nvPicPr>
          <p:cNvPr id="142" name="Logo" descr="hu logo.png"/>
          <p:cNvPicPr/>
          <p:nvPr/>
        </p:nvPicPr>
        <p:blipFill>
          <a:blip r:embed="rId2"/>
          <a:stretch/>
        </p:blipFill>
        <p:spPr>
          <a:xfrm>
            <a:off x="8435160" y="4609080"/>
            <a:ext cx="431640" cy="369000"/>
          </a:xfrm>
          <a:prstGeom prst="rect">
            <a:avLst/>
          </a:prstGeom>
          <a:noFill/>
          <a:ln w="0">
            <a:noFill/>
          </a:ln>
        </p:spPr>
      </p:pic>
      <p:sp>
        <p:nvSpPr>
          <p:cNvPr id="143"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44"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
        <p:nvSpPr>
          <p:cNvPr id="145" name="PlaceHolder 2"/>
          <p:cNvSpPr>
            <a:spLocks noGrp="1"/>
          </p:cNvSpPr>
          <p:nvPr>
            <p:ph type="dt" idx="46"/>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46" name="PlaceHolder 3"/>
          <p:cNvSpPr>
            <a:spLocks noGrp="1"/>
          </p:cNvSpPr>
          <p:nvPr>
            <p:ph type="ftr" idx="47"/>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47" name="PlaceHolder 4"/>
          <p:cNvSpPr>
            <a:spLocks noGrp="1"/>
          </p:cNvSpPr>
          <p:nvPr>
            <p:ph type="sldNum" idx="48"/>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55F7A4C7-A03A-4E35-867A-EF4F94D355F2}"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
        <p:nvSpPr>
          <p:cNvPr id="148" name="PlaceHolder 5"/>
          <p:cNvSpPr>
            <a:spLocks noGrp="1"/>
          </p:cNvSpPr>
          <p:nvPr>
            <p:ph type="body"/>
          </p:nvPr>
        </p:nvSpPr>
        <p:spPr>
          <a:xfrm>
            <a:off x="728640" y="1874880"/>
            <a:ext cx="3599640" cy="253332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1"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1"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1" u="none" strike="noStrike">
              <a:solidFill>
                <a:schemeClr val="dk1"/>
              </a:solidFill>
              <a:effectLst/>
              <a:uFillTx/>
              <a:latin typeface="Arial"/>
            </a:endParaRPr>
          </a:p>
        </p:txBody>
      </p:sp>
      <p:sp>
        <p:nvSpPr>
          <p:cNvPr id="149" name="PlaceHolder 6"/>
          <p:cNvSpPr>
            <a:spLocks noGrp="1"/>
          </p:cNvSpPr>
          <p:nvPr>
            <p:ph type="body"/>
          </p:nvPr>
        </p:nvSpPr>
        <p:spPr>
          <a:xfrm>
            <a:off x="4572000" y="1874880"/>
            <a:ext cx="3600000" cy="253332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1"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1"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1" u="none" strike="noStrike">
              <a:solidFill>
                <a:schemeClr val="dk1"/>
              </a:solidFill>
              <a:effectLst/>
              <a:uFillTx/>
              <a:latin typeface="Arial"/>
            </a:endParaRPr>
          </a:p>
        </p:txBody>
      </p:sp>
      <p:sp>
        <p:nvSpPr>
          <p:cNvPr id="150" name="PlaceHolder 7"/>
          <p:cNvSpPr>
            <a:spLocks noGrp="1"/>
          </p:cNvSpPr>
          <p:nvPr>
            <p:ph type="body"/>
          </p:nvPr>
        </p:nvSpPr>
        <p:spPr>
          <a:xfrm>
            <a:off x="728640" y="1258920"/>
            <a:ext cx="3599640" cy="59508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000" b="1" u="none" strike="noStrike">
                <a:solidFill>
                  <a:schemeClr val="dk1"/>
                </a:solidFill>
                <a:effectLst/>
                <a:uFillTx/>
                <a:latin typeface="Arial"/>
              </a:defRPr>
            </a:lvl1pPr>
          </a:lstStyle>
          <a:p>
            <a:pPr indent="0" algn="l" defTabSz="457200">
              <a:lnSpc>
                <a:spcPct val="120000"/>
              </a:lnSpc>
              <a:buNone/>
              <a:tabLst>
                <a:tab pos="0" algn="l"/>
              </a:tabLst>
            </a:pPr>
            <a:r>
              <a:rPr lang="nl-NL" sz="2000" b="1" u="none" strike="noStrike">
                <a:solidFill>
                  <a:schemeClr val="dk1"/>
                </a:solidFill>
                <a:effectLst/>
                <a:uFillTx/>
                <a:latin typeface="Arial"/>
              </a:rPr>
              <a:t>Klikken om de tekststijl van het model te bewerken</a:t>
            </a:r>
            <a:endParaRPr lang="nl-NL" sz="2000" b="1" u="none" strike="noStrike">
              <a:solidFill>
                <a:schemeClr val="dk1"/>
              </a:solidFill>
              <a:effectLst/>
              <a:uFillTx/>
              <a:latin typeface="Arial"/>
            </a:endParaRPr>
          </a:p>
        </p:txBody>
      </p:sp>
      <p:sp>
        <p:nvSpPr>
          <p:cNvPr id="151" name="PlaceHolder 8"/>
          <p:cNvSpPr>
            <a:spLocks noGrp="1"/>
          </p:cNvSpPr>
          <p:nvPr>
            <p:ph type="body"/>
          </p:nvPr>
        </p:nvSpPr>
        <p:spPr>
          <a:xfrm>
            <a:off x="4571640" y="1258920"/>
            <a:ext cx="3600000" cy="59508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000" b="1" u="none" strike="noStrike">
                <a:solidFill>
                  <a:schemeClr val="dk1"/>
                </a:solidFill>
                <a:effectLst/>
                <a:uFillTx/>
                <a:latin typeface="Arial"/>
              </a:defRPr>
            </a:lvl1pPr>
          </a:lstStyle>
          <a:p>
            <a:pPr indent="0" algn="l" defTabSz="457200">
              <a:lnSpc>
                <a:spcPct val="120000"/>
              </a:lnSpc>
              <a:buNone/>
              <a:tabLst>
                <a:tab pos="0" algn="l"/>
              </a:tabLst>
            </a:pPr>
            <a:r>
              <a:rPr lang="nl-NL" sz="2000" b="1" u="none" strike="noStrike">
                <a:solidFill>
                  <a:schemeClr val="dk1"/>
                </a:solidFill>
                <a:effectLst/>
                <a:uFillTx/>
                <a:latin typeface="Arial"/>
              </a:rPr>
              <a:t>Klikken om de tekststijl van het model te bewerken</a:t>
            </a:r>
            <a:endParaRPr lang="nl-NL" sz="2000" b="1" u="none" strike="noStrik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efening">
    <p:bg>
      <p:bgPr>
        <a:solidFill>
          <a:srgbClr val="FFFFFF"/>
        </a:solidFill>
      </p:bgPr>
    </p:bg>
    <p:spTree>
      <p:nvGrpSpPr>
        <p:cNvPr id="1" name=""/>
        <p:cNvGrpSpPr/>
        <p:nvPr/>
      </p:nvGrpSpPr>
      <p:grpSpPr>
        <a:xfrm>
          <a:off x="0" y="0"/>
          <a:ext cx="0" cy="0"/>
          <a:chOff x="0" y="0"/>
          <a:chExt cx="0" cy="0"/>
        </a:xfrm>
      </p:grpSpPr>
      <p:pic>
        <p:nvPicPr>
          <p:cNvPr id="152" name="Logo" descr="hu logo.png"/>
          <p:cNvPicPr/>
          <p:nvPr/>
        </p:nvPicPr>
        <p:blipFill>
          <a:blip r:embed="rId2"/>
          <a:stretch/>
        </p:blipFill>
        <p:spPr>
          <a:xfrm>
            <a:off x="8435160" y="4609080"/>
            <a:ext cx="431640" cy="369000"/>
          </a:xfrm>
          <a:prstGeom prst="rect">
            <a:avLst/>
          </a:prstGeom>
          <a:noFill/>
          <a:ln w="0">
            <a:noFill/>
          </a:ln>
        </p:spPr>
      </p:pic>
      <p:sp>
        <p:nvSpPr>
          <p:cNvPr id="153"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54" name="PlaceHolder 1"/>
          <p:cNvSpPr>
            <a:spLocks noGrp="1"/>
          </p:cNvSpPr>
          <p:nvPr>
            <p:ph type="dt" idx="49"/>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55" name="PlaceHolder 2"/>
          <p:cNvSpPr>
            <a:spLocks noGrp="1"/>
          </p:cNvSpPr>
          <p:nvPr>
            <p:ph type="ftr" idx="50"/>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6" name="PlaceHolder 3"/>
          <p:cNvSpPr>
            <a:spLocks noGrp="1"/>
          </p:cNvSpPr>
          <p:nvPr>
            <p:ph type="sldNum" idx="51"/>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4D365287-440C-4151-BA78-3DE436CDE224}"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
        <p:nvSpPr>
          <p:cNvPr id="157" name="PlaceHolder 4"/>
          <p:cNvSpPr>
            <a:spLocks noGrp="1"/>
          </p:cNvSpPr>
          <p:nvPr>
            <p:ph type="body"/>
          </p:nvPr>
        </p:nvSpPr>
        <p:spPr>
          <a:xfrm>
            <a:off x="728640" y="1347840"/>
            <a:ext cx="7443360" cy="306036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0"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0" u="none" strike="noStrike">
              <a:solidFill>
                <a:schemeClr val="dk1"/>
              </a:solidFill>
              <a:effectLst/>
              <a:uFillTx/>
              <a:latin typeface="Arial"/>
            </a:endParaRPr>
          </a:p>
        </p:txBody>
      </p:sp>
      <p:sp>
        <p:nvSpPr>
          <p:cNvPr id="158" name="PlaceHolder 5"/>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pic>
        <p:nvPicPr>
          <p:cNvPr id="159" name="Pictogram"/>
          <p:cNvPicPr/>
          <p:nvPr/>
        </p:nvPicPr>
        <p:blipFill>
          <a:blip r:embed="rId3"/>
          <a:stretch/>
        </p:blipFill>
        <p:spPr>
          <a:xfrm>
            <a:off x="8259840" y="432720"/>
            <a:ext cx="695160" cy="693360"/>
          </a:xfrm>
          <a:prstGeom prst="rect">
            <a:avLst/>
          </a:prstGeom>
          <a:noFill/>
          <a:ln w="0">
            <a:noFill/>
          </a:ln>
        </p:spPr>
      </p:pic>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efening uitwerking">
    <p:bg>
      <p:bgPr>
        <a:solidFill>
          <a:srgbClr val="FFFFFF"/>
        </a:solidFill>
      </p:bgPr>
    </p:bg>
    <p:spTree>
      <p:nvGrpSpPr>
        <p:cNvPr id="1" name=""/>
        <p:cNvGrpSpPr/>
        <p:nvPr/>
      </p:nvGrpSpPr>
      <p:grpSpPr>
        <a:xfrm>
          <a:off x="0" y="0"/>
          <a:ext cx="0" cy="0"/>
          <a:chOff x="0" y="0"/>
          <a:chExt cx="0" cy="0"/>
        </a:xfrm>
      </p:grpSpPr>
      <p:pic>
        <p:nvPicPr>
          <p:cNvPr id="160" name="Logo" descr="hu logo.png"/>
          <p:cNvPicPr/>
          <p:nvPr/>
        </p:nvPicPr>
        <p:blipFill>
          <a:blip r:embed="rId2"/>
          <a:stretch/>
        </p:blipFill>
        <p:spPr>
          <a:xfrm>
            <a:off x="8435160" y="4609080"/>
            <a:ext cx="431640" cy="369000"/>
          </a:xfrm>
          <a:prstGeom prst="rect">
            <a:avLst/>
          </a:prstGeom>
          <a:noFill/>
          <a:ln w="0">
            <a:noFill/>
          </a:ln>
        </p:spPr>
      </p:pic>
      <p:sp>
        <p:nvSpPr>
          <p:cNvPr id="161"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62"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
        <p:nvSpPr>
          <p:cNvPr id="163" name="PlaceHolder 2"/>
          <p:cNvSpPr>
            <a:spLocks noGrp="1"/>
          </p:cNvSpPr>
          <p:nvPr>
            <p:ph type="dt" idx="52"/>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64" name="PlaceHolder 3"/>
          <p:cNvSpPr>
            <a:spLocks noGrp="1"/>
          </p:cNvSpPr>
          <p:nvPr>
            <p:ph type="ftr" idx="53"/>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5" name="PlaceHolder 4"/>
          <p:cNvSpPr>
            <a:spLocks noGrp="1"/>
          </p:cNvSpPr>
          <p:nvPr>
            <p:ph type="sldNum" idx="54"/>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D4245B05-84D9-45E4-8E23-7CD5FBF85DED}"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
        <p:nvSpPr>
          <p:cNvPr id="166" name="PlaceHolder 5"/>
          <p:cNvSpPr>
            <a:spLocks noGrp="1"/>
          </p:cNvSpPr>
          <p:nvPr>
            <p:ph type="body"/>
          </p:nvPr>
        </p:nvSpPr>
        <p:spPr>
          <a:xfrm>
            <a:off x="728640" y="1347840"/>
            <a:ext cx="7443360" cy="3060360"/>
          </a:xfrm>
          <a:prstGeom prst="rect">
            <a:avLst/>
          </a:prstGeom>
          <a:noFill/>
          <a:ln w="0">
            <a:noFill/>
          </a:ln>
        </p:spPr>
        <p:txBody>
          <a:bodyPr lIns="91440" tIns="45720" rIns="91440" bIns="45720" anchor="t">
            <a:noAutofit/>
          </a:bodyPr>
          <a:lstStyle>
            <a:lvl1pPr algn="l" defTabSz="457200">
              <a:lnSpc>
                <a:spcPct val="120000"/>
              </a:lnSpc>
              <a:buClr>
                <a:srgbClr val="E6302B"/>
              </a:buClr>
              <a:buSzPct val="120000"/>
              <a:buFont typeface="Arial"/>
              <a:buChar char="•"/>
              <a:defRPr lang="nl-NL" sz="2000" b="0" u="none" strike="noStrike">
                <a:solidFill>
                  <a:schemeClr val="dk1"/>
                </a:solidFill>
                <a:effectLst/>
                <a:uFillTx/>
                <a:latin typeface="Arial"/>
              </a:defRPr>
            </a:lvl1pPr>
            <a:lvl2pPr lvl="1" algn="l" defTabSz="457200">
              <a:lnSpc>
                <a:spcPct val="120000"/>
              </a:lnSpc>
              <a:buClr>
                <a:srgbClr val="E6302B"/>
              </a:buClr>
              <a:buFont typeface="Wingdings" charset="2"/>
              <a:buChar char=""/>
              <a:defRPr lang="nl-NL" sz="2000" b="0" u="none" strike="noStrike">
                <a:solidFill>
                  <a:schemeClr val="dk1"/>
                </a:solidFill>
                <a:effectLst/>
                <a:uFillTx/>
                <a:latin typeface="Arial"/>
              </a:defRPr>
            </a:lvl2pPr>
            <a:lvl3pPr lvl="2" algn="l" defTabSz="457200">
              <a:lnSpc>
                <a:spcPct val="100000"/>
              </a:lnSpc>
              <a:buClr>
                <a:srgbClr val="E6302B"/>
              </a:buClr>
              <a:buFont typeface="Courier New"/>
              <a:buChar char="o"/>
              <a:defRPr lang="nl-NL" sz="2000" b="0" u="none" strike="noStrike">
                <a:solidFill>
                  <a:schemeClr val="dk1"/>
                </a:solidFill>
                <a:effectLst/>
                <a:uFillTx/>
                <a:latin typeface="Arial"/>
              </a:defRPr>
            </a:lvl3pPr>
            <a:lvl4pPr marL="1371600" indent="0" algn="l" defTabSz="457200">
              <a:lnSpc>
                <a:spcPct val="100000"/>
              </a:lnSpc>
              <a:buNone/>
              <a:tabLst>
                <a:tab pos="0" algn="l"/>
              </a:tabLst>
              <a:defRPr lang="nl-NL" sz="2000" b="0" u="none" strike="noStrike">
                <a:solidFill>
                  <a:schemeClr val="dk1"/>
                </a:solidFill>
                <a:effectLst/>
                <a:uFillTx/>
                <a:latin typeface="Arial"/>
              </a:defRPr>
            </a:lvl4pPr>
            <a:lvl5pPr marL="1828800" indent="0" algn="l" defTabSz="457200">
              <a:lnSpc>
                <a:spcPct val="100000"/>
              </a:lnSpc>
              <a:buNone/>
              <a:tabLst>
                <a:tab pos="0" algn="l"/>
              </a:tabLst>
              <a:defRPr lang="nl-NL" sz="2000" b="0" u="none" strike="noStrike">
                <a:solidFill>
                  <a:schemeClr val="dk1"/>
                </a:solidFill>
                <a:effectLst/>
                <a:uFillTx/>
                <a:latin typeface="Arial"/>
              </a:defRPr>
            </a:lvl5pPr>
          </a:lstStyle>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Klikken om de tekststijl van het model te bewerken</a:t>
            </a:r>
            <a:endParaRPr lang="nl-NL" sz="2000" b="0" u="none" strike="noStrike">
              <a:solidFill>
                <a:schemeClr val="dk1"/>
              </a:solidFill>
              <a:effectLst/>
              <a:uFillTx/>
              <a:latin typeface="Arial"/>
            </a:endParaRPr>
          </a:p>
          <a:p>
            <a:pPr marL="800280" lvl="1" indent="-343080" algn="l" defTabSz="457200">
              <a:lnSpc>
                <a:spcPct val="120000"/>
              </a:lnSpc>
              <a:buClr>
                <a:srgbClr val="E6302B"/>
              </a:buClr>
              <a:buFont typeface="Wingdings" charset="2"/>
              <a:buChar char=""/>
            </a:pPr>
            <a:r>
              <a:rPr lang="nl-NL" sz="2000" b="0" u="none" strike="noStrike">
                <a:solidFill>
                  <a:schemeClr val="dk1"/>
                </a:solidFill>
                <a:effectLst/>
                <a:uFillTx/>
                <a:latin typeface="Arial"/>
              </a:rPr>
              <a:t>Tweede niveau</a:t>
            </a:r>
            <a:endParaRPr lang="nl-NL" sz="2000" b="0" u="none" strike="noStrike">
              <a:solidFill>
                <a:schemeClr val="dk1"/>
              </a:solidFill>
              <a:effectLst/>
              <a:uFillTx/>
              <a:latin typeface="Arial"/>
            </a:endParaRPr>
          </a:p>
          <a:p>
            <a:pPr marL="1257480" lvl="2" indent="-343080" algn="l" defTabSz="457200">
              <a:lnSpc>
                <a:spcPct val="100000"/>
              </a:lnSpc>
              <a:buClr>
                <a:srgbClr val="E6302B"/>
              </a:buClr>
              <a:buFont typeface="Courier New"/>
              <a:buChar char="o"/>
            </a:pPr>
            <a:r>
              <a:rPr lang="nl-NL" sz="2000" b="0" u="none" strike="noStrike">
                <a:solidFill>
                  <a:schemeClr val="dk1"/>
                </a:solidFill>
                <a:effectLst/>
                <a:uFillTx/>
                <a:latin typeface="Arial"/>
              </a:rPr>
              <a:t>Derde niveau</a:t>
            </a:r>
            <a:endParaRPr lang="nl-NL" sz="2000" b="0" u="none" strike="noStrike">
              <a:solidFill>
                <a:schemeClr val="dk1"/>
              </a:solidFill>
              <a:effectLst/>
              <a:uFillTx/>
              <a:latin typeface="Arial"/>
            </a:endParaRPr>
          </a:p>
          <a:p>
            <a:pPr marL="1371600" indent="0" algn="l" defTabSz="457200">
              <a:lnSpc>
                <a:spcPct val="100000"/>
              </a:lnSpc>
              <a:buNone/>
              <a:tabLst>
                <a:tab pos="0" algn="l"/>
              </a:tabLst>
            </a:pPr>
            <a:r>
              <a:rPr lang="nl-NL" sz="2000" b="0" u="none" strike="noStrike">
                <a:solidFill>
                  <a:schemeClr val="dk1"/>
                </a:solidFill>
                <a:effectLst/>
                <a:uFillTx/>
                <a:latin typeface="Arial"/>
              </a:rPr>
              <a:t>Vierde niveau</a:t>
            </a:r>
            <a:endParaRPr lang="nl-NL" sz="2000" b="0" u="none" strike="noStrike">
              <a:solidFill>
                <a:schemeClr val="dk1"/>
              </a:solidFill>
              <a:effectLst/>
              <a:uFillTx/>
              <a:latin typeface="Arial"/>
            </a:endParaRPr>
          </a:p>
          <a:p>
            <a:pPr marL="1828800" indent="0" algn="l" defTabSz="457200">
              <a:lnSpc>
                <a:spcPct val="100000"/>
              </a:lnSpc>
              <a:buNone/>
              <a:tabLst>
                <a:tab pos="0" algn="l"/>
              </a:tabLst>
            </a:pPr>
            <a:r>
              <a:rPr lang="nl-NL" sz="2000" b="0" u="none" strike="noStrike">
                <a:solidFill>
                  <a:schemeClr val="dk1"/>
                </a:solidFill>
                <a:effectLst/>
                <a:uFillTx/>
                <a:latin typeface="Arial"/>
              </a:rPr>
              <a:t>Vijfde niveau</a:t>
            </a:r>
            <a:endParaRPr lang="nl-NL" sz="2000" b="0" u="none" strike="noStrike">
              <a:solidFill>
                <a:schemeClr val="dk1"/>
              </a:solidFill>
              <a:effectLst/>
              <a:uFillTx/>
              <a:latin typeface="Arial"/>
            </a:endParaRPr>
          </a:p>
        </p:txBody>
      </p:sp>
      <p:pic>
        <p:nvPicPr>
          <p:cNvPr id="167" name="Picture 7"/>
          <p:cNvPicPr/>
          <p:nvPr/>
        </p:nvPicPr>
        <p:blipFill>
          <a:blip r:embed="rId3"/>
          <a:stretch/>
        </p:blipFill>
        <p:spPr>
          <a:xfrm>
            <a:off x="8142480" y="351720"/>
            <a:ext cx="812520" cy="774000"/>
          </a:xfrm>
          <a:prstGeom prst="rect">
            <a:avLst/>
          </a:prstGeom>
          <a:noFill/>
          <a:ln w="0">
            <a:noFill/>
          </a:ln>
        </p:spPr>
      </p:pic>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lleen titel">
    <p:bg>
      <p:bgPr>
        <a:solidFill>
          <a:srgbClr val="FFFFFF"/>
        </a:solidFill>
      </p:bgPr>
    </p:bg>
    <p:spTree>
      <p:nvGrpSpPr>
        <p:cNvPr id="1" name=""/>
        <p:cNvGrpSpPr/>
        <p:nvPr/>
      </p:nvGrpSpPr>
      <p:grpSpPr>
        <a:xfrm>
          <a:off x="0" y="0"/>
          <a:ext cx="0" cy="0"/>
          <a:chOff x="0" y="0"/>
          <a:chExt cx="0" cy="0"/>
        </a:xfrm>
      </p:grpSpPr>
      <p:pic>
        <p:nvPicPr>
          <p:cNvPr id="168" name="Logo" descr="hu logo.png"/>
          <p:cNvPicPr/>
          <p:nvPr/>
        </p:nvPicPr>
        <p:blipFill>
          <a:blip r:embed="rId2"/>
          <a:stretch/>
        </p:blipFill>
        <p:spPr>
          <a:xfrm>
            <a:off x="8435160" y="4609080"/>
            <a:ext cx="431640" cy="369000"/>
          </a:xfrm>
          <a:prstGeom prst="rect">
            <a:avLst/>
          </a:prstGeom>
          <a:noFill/>
          <a:ln w="0">
            <a:noFill/>
          </a:ln>
        </p:spPr>
      </p:pic>
      <p:sp>
        <p:nvSpPr>
          <p:cNvPr id="169"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70"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accent1"/>
                </a:solidFill>
                <a:effectLst/>
                <a:uFillTx/>
                <a:latin typeface="Arial"/>
              </a:defRPr>
            </a:lvl1pPr>
          </a:lstStyle>
          <a:p>
            <a:pPr indent="0" algn="l" defTabSz="457200">
              <a:lnSpc>
                <a:spcPct val="100000"/>
              </a:lnSpc>
              <a:buNone/>
            </a:pPr>
            <a:r>
              <a:rPr lang="nl-NL" sz="3200" b="1" u="none" strike="noStrike">
                <a:solidFill>
                  <a:schemeClr val="accent1"/>
                </a:solidFill>
                <a:effectLst/>
                <a:uFillTx/>
                <a:latin typeface="Arial"/>
              </a:rPr>
              <a:t>Klik om stijl te bewerken</a:t>
            </a:r>
            <a:endParaRPr lang="nl-NL" sz="3200" b="1" u="none" strike="noStrike">
              <a:solidFill>
                <a:schemeClr val="accent1"/>
              </a:solidFill>
              <a:effectLst/>
              <a:uFillTx/>
              <a:latin typeface="Arial"/>
            </a:endParaRPr>
          </a:p>
        </p:txBody>
      </p:sp>
      <p:sp>
        <p:nvSpPr>
          <p:cNvPr id="171" name="PlaceHolder 2"/>
          <p:cNvSpPr>
            <a:spLocks noGrp="1"/>
          </p:cNvSpPr>
          <p:nvPr>
            <p:ph type="dt" idx="55"/>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72" name="PlaceHolder 3"/>
          <p:cNvSpPr>
            <a:spLocks noGrp="1"/>
          </p:cNvSpPr>
          <p:nvPr>
            <p:ph type="ftr" idx="56"/>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73" name="PlaceHolder 4"/>
          <p:cNvSpPr>
            <a:spLocks noGrp="1"/>
          </p:cNvSpPr>
          <p:nvPr>
            <p:ph type="sldNum" idx="57"/>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92E6C110-C275-4A35-9A96-E0D020D7A0FB}"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g">
    <p:bg>
      <p:bgPr>
        <a:solidFill>
          <a:srgbClr val="FFFFFF"/>
        </a:solidFill>
      </p:bgPr>
    </p:bg>
    <p:spTree>
      <p:nvGrpSpPr>
        <p:cNvPr id="1" name=""/>
        <p:cNvGrpSpPr/>
        <p:nvPr/>
      </p:nvGrpSpPr>
      <p:grpSpPr>
        <a:xfrm>
          <a:off x="0" y="0"/>
          <a:ext cx="0" cy="0"/>
          <a:chOff x="0" y="0"/>
          <a:chExt cx="0" cy="0"/>
        </a:xfrm>
      </p:grpSpPr>
      <p:pic>
        <p:nvPicPr>
          <p:cNvPr id="174" name="Logo" descr="hu logo.png"/>
          <p:cNvPicPr/>
          <p:nvPr/>
        </p:nvPicPr>
        <p:blipFill>
          <a:blip r:embed="rId2"/>
          <a:stretch/>
        </p:blipFill>
        <p:spPr>
          <a:xfrm>
            <a:off x="8435160" y="4609080"/>
            <a:ext cx="431640" cy="369000"/>
          </a:xfrm>
          <a:prstGeom prst="rect">
            <a:avLst/>
          </a:prstGeom>
          <a:noFill/>
          <a:ln w="0">
            <a:noFill/>
          </a:ln>
        </p:spPr>
      </p:pic>
      <p:sp>
        <p:nvSpPr>
          <p:cNvPr id="175" name="Titeldecoratie"/>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76" name="PlaceHolder 1"/>
          <p:cNvSpPr>
            <a:spLocks noGrp="1"/>
          </p:cNvSpPr>
          <p:nvPr>
            <p:ph type="dt" idx="58"/>
          </p:nvPr>
        </p:nvSpPr>
        <p:spPr>
          <a:xfrm>
            <a:off x="735948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dk1">
                    <a:tint val="75000"/>
                  </a:schemeClr>
                </a:solidFill>
                <a:effectLst/>
                <a:uFillTx/>
                <a:latin typeface="Arial"/>
              </a:defRPr>
            </a:lvl1pPr>
          </a:lstStyle>
          <a:p>
            <a:pPr indent="0" algn="r" defTabSz="914400">
              <a:lnSpc>
                <a:spcPct val="100000"/>
              </a:lnSpc>
              <a:buNone/>
            </a:pPr>
            <a:r>
              <a:rPr lang="nl-NL" sz="800" b="0" u="none" strike="noStrike">
                <a:solidFill>
                  <a:schemeClr val="dk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77" name="PlaceHolder 2"/>
          <p:cNvSpPr>
            <a:spLocks noGrp="1"/>
          </p:cNvSpPr>
          <p:nvPr>
            <p:ph type="ftr" idx="59"/>
          </p:nvPr>
        </p:nvSpPr>
        <p:spPr>
          <a:xfrm>
            <a:off x="1258200" y="4767120"/>
            <a:ext cx="599400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78" name="PlaceHolder 3"/>
          <p:cNvSpPr>
            <a:spLocks noGrp="1"/>
          </p:cNvSpPr>
          <p:nvPr>
            <p:ph type="sldNum" idx="60"/>
          </p:nvPr>
        </p:nvSpPr>
        <p:spPr>
          <a:xfrm>
            <a:off x="72900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dk1">
                    <a:tint val="75000"/>
                  </a:schemeClr>
                </a:solidFill>
                <a:effectLst/>
                <a:uFillTx/>
                <a:latin typeface="Arial"/>
              </a:defRPr>
            </a:lvl1pPr>
          </a:lstStyle>
          <a:p>
            <a:pPr indent="0" algn="l" defTabSz="914400">
              <a:lnSpc>
                <a:spcPct val="100000"/>
              </a:lnSpc>
              <a:buNone/>
            </a:pPr>
            <a:fld id="{0CE787B4-7C53-43E3-81B8-5BB355974658}" type="slidenum">
              <a:rPr lang="nl-NL" sz="800" b="0" u="none" strike="noStrike">
                <a:solidFill>
                  <a:schemeClr val="dk1">
                    <a:tint val="75000"/>
                  </a:schemeClr>
                </a:solidFill>
                <a:effectLst/>
                <a:uFillTx/>
                <a:latin typeface="Arial"/>
              </a:rPr>
              <a:t>&lt;number&gt;</a:t>
            </a:fld>
            <a:endParaRPr lang="en-US" sz="800" b="0" u="none" strike="noStrike">
              <a:solidFill>
                <a:srgbClr val="000000"/>
              </a:solidFill>
              <a:effectLst/>
              <a:uFillTx/>
              <a:latin typeface="Noto Serif"/>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orblad">
    <p:bg>
      <p:bgPr>
        <a:solidFill>
          <a:srgbClr val="FFFFFF"/>
        </a:solidFill>
      </p:bgPr>
    </p:bg>
    <p:spTree>
      <p:nvGrpSpPr>
        <p:cNvPr id="1" name=""/>
        <p:cNvGrpSpPr/>
        <p:nvPr/>
      </p:nvGrpSpPr>
      <p:grpSpPr>
        <a:xfrm>
          <a:off x="0" y="0"/>
          <a:ext cx="0" cy="0"/>
          <a:chOff x="0" y="0"/>
          <a:chExt cx="0" cy="0"/>
        </a:xfrm>
      </p:grpSpPr>
      <p:pic>
        <p:nvPicPr>
          <p:cNvPr id="179" name="Logo" descr="hu logo.png" hidden="1"/>
          <p:cNvPicPr/>
          <p:nvPr/>
        </p:nvPicPr>
        <p:blipFill>
          <a:blip r:embed="rId2"/>
          <a:stretch/>
        </p:blipFill>
        <p:spPr>
          <a:xfrm>
            <a:off x="8435160" y="4609080"/>
            <a:ext cx="431640" cy="369000"/>
          </a:xfrm>
          <a:prstGeom prst="rect">
            <a:avLst/>
          </a:prstGeom>
          <a:noFill/>
          <a:ln w="0">
            <a:noFill/>
          </a:ln>
        </p:spPr>
      </p:pic>
      <p:sp>
        <p:nvSpPr>
          <p:cNvPr id="180" name="Titeldecoratie" hidden="1"/>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81" name="Achtergrond"/>
          <p:cNvSpPr/>
          <p:nvPr/>
        </p:nvSpPr>
        <p:spPr>
          <a:xfrm>
            <a:off x="0" y="0"/>
            <a:ext cx="9143640" cy="5143320"/>
          </a:xfrm>
          <a:prstGeom prst="rect">
            <a:avLst/>
          </a:prstGeom>
          <a:solidFill>
            <a:schemeClr val="accent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82" name="PlaceHolder 1"/>
          <p:cNvSpPr>
            <a:spLocks noGrp="1"/>
          </p:cNvSpPr>
          <p:nvPr>
            <p:ph type="sldNum" idx="61"/>
          </p:nvPr>
        </p:nvSpPr>
        <p:spPr>
          <a:xfrm>
            <a:off x="529200" y="4424400"/>
            <a:ext cx="79164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lt1">
                    <a:tint val="75000"/>
                  </a:schemeClr>
                </a:solidFill>
                <a:effectLst/>
                <a:uFillTx/>
                <a:latin typeface="Arial"/>
              </a:defRPr>
            </a:lvl1pPr>
          </a:lstStyle>
          <a:p>
            <a:pPr indent="0" algn="l" defTabSz="914400">
              <a:lnSpc>
                <a:spcPct val="100000"/>
              </a:lnSpc>
              <a:buNone/>
            </a:pPr>
            <a:fld id="{7C74E27A-DC8E-4136-A6C2-48ECBA3121AE}" type="slidenum">
              <a:rPr lang="nl-NL" sz="800" b="0" u="none" strike="noStrike">
                <a:solidFill>
                  <a:schemeClr val="lt1">
                    <a:tint val="75000"/>
                  </a:schemeClr>
                </a:solidFill>
                <a:effectLst/>
                <a:uFillTx/>
                <a:latin typeface="Arial"/>
              </a:rPr>
              <a:t>&lt;number&gt;</a:t>
            </a:fld>
            <a:endParaRPr lang="en-US" sz="800" b="0" u="none" strike="noStrike">
              <a:solidFill>
                <a:srgbClr val="000000"/>
              </a:solidFill>
              <a:effectLst/>
              <a:uFillTx/>
              <a:latin typeface="Noto Serif"/>
            </a:endParaRPr>
          </a:p>
        </p:txBody>
      </p:sp>
      <p:sp>
        <p:nvSpPr>
          <p:cNvPr id="183" name="PlaceHolder 2"/>
          <p:cNvSpPr>
            <a:spLocks noGrp="1"/>
          </p:cNvSpPr>
          <p:nvPr>
            <p:ph type="ftr" idx="62"/>
          </p:nvPr>
        </p:nvSpPr>
        <p:spPr>
          <a:xfrm>
            <a:off x="1619280" y="4424400"/>
            <a:ext cx="464364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4" name="PlaceHolder 3"/>
          <p:cNvSpPr>
            <a:spLocks noGrp="1"/>
          </p:cNvSpPr>
          <p:nvPr>
            <p:ph type="dt" idx="63"/>
          </p:nvPr>
        </p:nvSpPr>
        <p:spPr>
          <a:xfrm>
            <a:off x="6469200" y="4424400"/>
            <a:ext cx="125964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lt1">
                    <a:tint val="75000"/>
                  </a:schemeClr>
                </a:solidFill>
                <a:effectLst/>
                <a:uFillTx/>
                <a:latin typeface="Arial"/>
              </a:defRPr>
            </a:lvl1pPr>
          </a:lstStyle>
          <a:p>
            <a:pPr indent="0" algn="r" defTabSz="914400">
              <a:lnSpc>
                <a:spcPct val="100000"/>
              </a:lnSpc>
              <a:buNone/>
            </a:pPr>
            <a:r>
              <a:rPr lang="nl-NL" sz="800" b="0" u="none" strike="noStrike">
                <a:solidFill>
                  <a:schemeClr val="lt1">
                    <a:tint val="75000"/>
                  </a:schemeClr>
                </a:solidFill>
                <a:effectLst/>
                <a:uFillTx/>
                <a:latin typeface="Arial"/>
              </a:rPr>
              <a:t>&lt;date/time&gt;</a:t>
            </a:r>
            <a:endParaRPr lang="en-US" sz="800" b="0" u="none" strike="noStrike">
              <a:solidFill>
                <a:srgbClr val="000000"/>
              </a:solidFill>
              <a:effectLst/>
              <a:uFillTx/>
              <a:latin typeface="Noto Serif"/>
            </a:endParaRPr>
          </a:p>
        </p:txBody>
      </p:sp>
      <p:pic>
        <p:nvPicPr>
          <p:cNvPr id="185" name="Logo" descr="hu voluit.png"/>
          <p:cNvPicPr/>
          <p:nvPr/>
        </p:nvPicPr>
        <p:blipFill>
          <a:blip r:embed="rId3"/>
          <a:stretch/>
        </p:blipFill>
        <p:spPr>
          <a:xfrm>
            <a:off x="529200" y="686160"/>
            <a:ext cx="3023640" cy="738000"/>
          </a:xfrm>
          <a:prstGeom prst="rect">
            <a:avLst/>
          </a:prstGeom>
          <a:noFill/>
          <a:ln w="0">
            <a:noFill/>
          </a:ln>
        </p:spPr>
      </p:pic>
      <p:sp>
        <p:nvSpPr>
          <p:cNvPr id="186" name="PlaceHolder 4"/>
          <p:cNvSpPr>
            <a:spLocks noGrp="1"/>
          </p:cNvSpPr>
          <p:nvPr>
            <p:ph type="body" hasCustomPrompt="1"/>
          </p:nvPr>
        </p:nvSpPr>
        <p:spPr>
          <a:xfrm>
            <a:off x="528120" y="2710080"/>
            <a:ext cx="7200720" cy="92520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800" b="0" u="none" strike="noStrike">
                <a:solidFill>
                  <a:schemeClr val="lt1"/>
                </a:solidFill>
                <a:effectLst/>
                <a:uFillTx/>
                <a:latin typeface="Arial"/>
              </a:defRPr>
            </a:lvl1pPr>
          </a:lstStyle>
          <a:p>
            <a:pPr indent="0" algn="l" defTabSz="457200">
              <a:lnSpc>
                <a:spcPct val="120000"/>
              </a:lnSpc>
              <a:buNone/>
              <a:tabLst>
                <a:tab pos="0" algn="l"/>
              </a:tabLst>
            </a:pPr>
            <a:r>
              <a:rPr lang="nl-NL" sz="2800" b="0" u="none" strike="noStrike">
                <a:solidFill>
                  <a:schemeClr val="lt1"/>
                </a:solidFill>
                <a:effectLst/>
                <a:uFillTx/>
                <a:latin typeface="Arial"/>
              </a:rPr>
              <a:t>Ondertitel</a:t>
            </a:r>
            <a:endParaRPr lang="nl-NL" sz="2800" b="0" u="none" strike="noStrike">
              <a:solidFill>
                <a:schemeClr val="lt1"/>
              </a:solidFill>
              <a:effectLst/>
              <a:uFillTx/>
              <a:latin typeface="Arial"/>
            </a:endParaRPr>
          </a:p>
        </p:txBody>
      </p:sp>
      <p:sp>
        <p:nvSpPr>
          <p:cNvPr id="187" name="PlaceHolder 5"/>
          <p:cNvSpPr>
            <a:spLocks noGrp="1"/>
          </p:cNvSpPr>
          <p:nvPr>
            <p:ph type="title"/>
          </p:nvPr>
        </p:nvSpPr>
        <p:spPr>
          <a:xfrm>
            <a:off x="529200" y="2109960"/>
            <a:ext cx="7199640" cy="46116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lt1"/>
                </a:solidFill>
                <a:effectLst/>
                <a:uFillTx/>
                <a:latin typeface="Arial"/>
              </a:defRPr>
            </a:lvl1pPr>
          </a:lstStyle>
          <a:p>
            <a:pPr indent="0" algn="l" defTabSz="457200">
              <a:lnSpc>
                <a:spcPct val="100000"/>
              </a:lnSpc>
              <a:buNone/>
            </a:pPr>
            <a:r>
              <a:rPr lang="nl-NL" sz="3200" b="1" u="none" strike="noStrike">
                <a:solidFill>
                  <a:schemeClr val="lt1"/>
                </a:solidFill>
                <a:effectLst/>
                <a:uFillTx/>
                <a:latin typeface="Arial"/>
              </a:rPr>
              <a:t>Klik om stijl te bewerken</a:t>
            </a:r>
            <a:endParaRPr lang="nl-NL" sz="3200" b="1" u="none" strike="noStrike">
              <a:solidFill>
                <a:schemeClr val="lt1"/>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evoorblad">
    <p:bg>
      <p:bgPr>
        <a:solidFill>
          <a:srgbClr val="FFFFFF"/>
        </a:solidFill>
      </p:bgPr>
    </p:bg>
    <p:spTree>
      <p:nvGrpSpPr>
        <p:cNvPr id="1" name=""/>
        <p:cNvGrpSpPr/>
        <p:nvPr/>
      </p:nvGrpSpPr>
      <p:grpSpPr>
        <a:xfrm>
          <a:off x="0" y="0"/>
          <a:ext cx="0" cy="0"/>
          <a:chOff x="0" y="0"/>
          <a:chExt cx="0" cy="0"/>
        </a:xfrm>
      </p:grpSpPr>
      <p:pic>
        <p:nvPicPr>
          <p:cNvPr id="188" name="Logo" descr="hu logo.png" hidden="1"/>
          <p:cNvPicPr/>
          <p:nvPr/>
        </p:nvPicPr>
        <p:blipFill>
          <a:blip r:embed="rId2"/>
          <a:stretch/>
        </p:blipFill>
        <p:spPr>
          <a:xfrm>
            <a:off x="8435160" y="4609080"/>
            <a:ext cx="431640" cy="369000"/>
          </a:xfrm>
          <a:prstGeom prst="rect">
            <a:avLst/>
          </a:prstGeom>
          <a:noFill/>
          <a:ln w="0">
            <a:noFill/>
          </a:ln>
        </p:spPr>
      </p:pic>
      <p:sp>
        <p:nvSpPr>
          <p:cNvPr id="189" name="Titeldecoratie" hidden="1"/>
          <p:cNvSpPr/>
          <p:nvPr/>
        </p:nvSpPr>
        <p:spPr>
          <a:xfrm>
            <a:off x="531000" y="684720"/>
            <a:ext cx="107640" cy="45720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90" name="Achtergrond"/>
          <p:cNvSpPr/>
          <p:nvPr/>
        </p:nvSpPr>
        <p:spPr>
          <a:xfrm>
            <a:off x="0" y="0"/>
            <a:ext cx="9143640" cy="5143320"/>
          </a:xfrm>
          <a:prstGeom prst="rect">
            <a:avLst/>
          </a:prstGeom>
          <a:solidFill>
            <a:schemeClr val="accent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91" name="PlaceHolder 1"/>
          <p:cNvSpPr>
            <a:spLocks noGrp="1"/>
          </p:cNvSpPr>
          <p:nvPr>
            <p:ph type="dt" idx="64"/>
          </p:nvPr>
        </p:nvSpPr>
        <p:spPr>
          <a:xfrm>
            <a:off x="7137720" y="4767120"/>
            <a:ext cx="812520" cy="274320"/>
          </a:xfrm>
          <a:prstGeom prst="rect">
            <a:avLst/>
          </a:prstGeom>
          <a:noFill/>
          <a:ln w="0">
            <a:noFill/>
          </a:ln>
        </p:spPr>
        <p:txBody>
          <a:bodyPr lIns="91440" tIns="45720" rIns="0" bIns="45720" anchor="ctr">
            <a:noAutofit/>
          </a:bodyPr>
          <a:lstStyle>
            <a:lvl1pPr indent="0" algn="r" defTabSz="914400">
              <a:lnSpc>
                <a:spcPct val="100000"/>
              </a:lnSpc>
              <a:buNone/>
              <a:defRPr lang="nl-NL" sz="800" b="0" u="none" strike="noStrike">
                <a:solidFill>
                  <a:schemeClr val="lt1">
                    <a:tint val="75000"/>
                  </a:schemeClr>
                </a:solidFill>
                <a:effectLst/>
                <a:uFillTx/>
                <a:latin typeface="Arial"/>
              </a:defRPr>
            </a:lvl1pPr>
          </a:lstStyle>
          <a:p>
            <a:pPr indent="0" algn="r" defTabSz="914400">
              <a:lnSpc>
                <a:spcPct val="100000"/>
              </a:lnSpc>
              <a:buNone/>
            </a:pPr>
            <a:r>
              <a:rPr lang="nl-NL" sz="800" b="0" u="none" strike="noStrike">
                <a:solidFill>
                  <a:schemeClr val="lt1">
                    <a:tint val="75000"/>
                  </a:schemeClr>
                </a:solidFill>
                <a:effectLst/>
                <a:uFillTx/>
                <a:latin typeface="Arial"/>
              </a:rPr>
              <a:t>&lt;date/time&gt;</a:t>
            </a:r>
            <a:endParaRPr lang="en-US" sz="800" b="0" u="none" strike="noStrike">
              <a:solidFill>
                <a:srgbClr val="000000"/>
              </a:solidFill>
              <a:effectLst/>
              <a:uFillTx/>
              <a:latin typeface="Noto Serif"/>
            </a:endParaRPr>
          </a:p>
        </p:txBody>
      </p:sp>
      <p:sp>
        <p:nvSpPr>
          <p:cNvPr id="192" name="PlaceHolder 2"/>
          <p:cNvSpPr>
            <a:spLocks noGrp="1"/>
          </p:cNvSpPr>
          <p:nvPr>
            <p:ph type="ftr" idx="65"/>
          </p:nvPr>
        </p:nvSpPr>
        <p:spPr>
          <a:xfrm>
            <a:off x="1425600" y="4767120"/>
            <a:ext cx="5558760" cy="27432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Noto Serif"/>
              </a:defRPr>
            </a:lvl1pPr>
          </a:lstStyle>
          <a:p>
            <a:pPr indent="0" algn="ctr">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3" name="PlaceHolder 3"/>
          <p:cNvSpPr>
            <a:spLocks noGrp="1"/>
          </p:cNvSpPr>
          <p:nvPr>
            <p:ph type="sldNum" idx="66"/>
          </p:nvPr>
        </p:nvSpPr>
        <p:spPr>
          <a:xfrm>
            <a:off x="755640" y="4767120"/>
            <a:ext cx="450360" cy="274320"/>
          </a:xfrm>
          <a:prstGeom prst="rect">
            <a:avLst/>
          </a:prstGeom>
          <a:noFill/>
          <a:ln w="0">
            <a:noFill/>
          </a:ln>
        </p:spPr>
        <p:txBody>
          <a:bodyPr lIns="0" tIns="45720" rIns="91440" bIns="45720" anchor="ctr">
            <a:noAutofit/>
          </a:bodyPr>
          <a:lstStyle>
            <a:lvl1pPr indent="0" algn="l" defTabSz="914400">
              <a:lnSpc>
                <a:spcPct val="100000"/>
              </a:lnSpc>
              <a:buNone/>
              <a:defRPr lang="nl-NL" sz="800" b="0" u="none" strike="noStrike">
                <a:solidFill>
                  <a:schemeClr val="lt1">
                    <a:tint val="75000"/>
                  </a:schemeClr>
                </a:solidFill>
                <a:effectLst/>
                <a:uFillTx/>
                <a:latin typeface="Arial"/>
              </a:defRPr>
            </a:lvl1pPr>
          </a:lstStyle>
          <a:p>
            <a:pPr indent="0" algn="l" defTabSz="914400">
              <a:lnSpc>
                <a:spcPct val="100000"/>
              </a:lnSpc>
              <a:buNone/>
            </a:pPr>
            <a:fld id="{659F22AD-02A6-4A0F-8D2A-303ECF4FB3EA}" type="slidenum">
              <a:rPr lang="nl-NL" sz="800" b="0" u="none" strike="noStrike">
                <a:solidFill>
                  <a:schemeClr val="lt1">
                    <a:tint val="75000"/>
                  </a:schemeClr>
                </a:solidFill>
                <a:effectLst/>
                <a:uFillTx/>
                <a:latin typeface="Arial"/>
              </a:rPr>
              <a:t>&lt;number&gt;</a:t>
            </a:fld>
            <a:endParaRPr lang="en-US" sz="800" b="0" u="none" strike="noStrike">
              <a:solidFill>
                <a:srgbClr val="000000"/>
              </a:solidFill>
              <a:effectLst/>
              <a:uFillTx/>
              <a:latin typeface="Noto Serif"/>
            </a:endParaRPr>
          </a:p>
        </p:txBody>
      </p:sp>
      <p:pic>
        <p:nvPicPr>
          <p:cNvPr id="194" name="Logo" descr="HU logo payoff wit rood.png"/>
          <p:cNvPicPr/>
          <p:nvPr/>
        </p:nvPicPr>
        <p:blipFill>
          <a:blip r:embed="rId3"/>
          <a:stretch/>
        </p:blipFill>
        <p:spPr>
          <a:xfrm>
            <a:off x="8139240" y="281520"/>
            <a:ext cx="657000" cy="996120"/>
          </a:xfrm>
          <a:prstGeom prst="rect">
            <a:avLst/>
          </a:prstGeom>
          <a:noFill/>
          <a:ln w="0">
            <a:noFill/>
          </a:ln>
        </p:spPr>
      </p:pic>
      <p:sp>
        <p:nvSpPr>
          <p:cNvPr id="195" name="Titeldecoratie"/>
          <p:cNvSpPr/>
          <p:nvPr/>
        </p:nvSpPr>
        <p:spPr>
          <a:xfrm>
            <a:off x="529200" y="3480120"/>
            <a:ext cx="107640" cy="732240"/>
          </a:xfrm>
          <a:prstGeom prst="rect">
            <a:avLst/>
          </a:prstGeom>
          <a:solidFill>
            <a:schemeClr val="tx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nl-NL" sz="1800" b="0" u="none" strike="noStrike">
              <a:solidFill>
                <a:schemeClr val="lt1"/>
              </a:solidFill>
              <a:effectLst/>
              <a:uFillTx/>
              <a:latin typeface="Arial"/>
            </a:endParaRPr>
          </a:p>
        </p:txBody>
      </p:sp>
      <p:sp>
        <p:nvSpPr>
          <p:cNvPr id="196" name="PlaceHolder 4"/>
          <p:cNvSpPr>
            <a:spLocks noGrp="1"/>
          </p:cNvSpPr>
          <p:nvPr>
            <p:ph type="body" hasCustomPrompt="1"/>
          </p:nvPr>
        </p:nvSpPr>
        <p:spPr>
          <a:xfrm>
            <a:off x="750960" y="3909600"/>
            <a:ext cx="7198920" cy="731520"/>
          </a:xfrm>
          <a:prstGeom prst="rect">
            <a:avLst/>
          </a:prstGeom>
          <a:noFill/>
          <a:ln w="0">
            <a:noFill/>
          </a:ln>
        </p:spPr>
        <p:txBody>
          <a:bodyPr lIns="91440" tIns="45720" rIns="91440" bIns="45720" anchor="t">
            <a:noAutofit/>
          </a:bodyPr>
          <a:lstStyle>
            <a:lvl1pPr indent="0" algn="l" defTabSz="457200">
              <a:lnSpc>
                <a:spcPct val="120000"/>
              </a:lnSpc>
              <a:buNone/>
              <a:tabLst>
                <a:tab pos="0" algn="l"/>
              </a:tabLst>
              <a:defRPr lang="nl-NL" sz="2800" b="0" u="none" strike="noStrike">
                <a:solidFill>
                  <a:schemeClr val="lt1"/>
                </a:solidFill>
                <a:effectLst/>
                <a:uFillTx/>
                <a:latin typeface="Arial"/>
              </a:defRPr>
            </a:lvl1pPr>
          </a:lstStyle>
          <a:p>
            <a:pPr indent="0" algn="l" defTabSz="457200">
              <a:lnSpc>
                <a:spcPct val="120000"/>
              </a:lnSpc>
              <a:buNone/>
              <a:tabLst>
                <a:tab pos="0" algn="l"/>
              </a:tabLst>
            </a:pPr>
            <a:r>
              <a:rPr lang="nl-NL" sz="2800" b="0" u="none" strike="noStrike">
                <a:solidFill>
                  <a:schemeClr val="lt1"/>
                </a:solidFill>
                <a:effectLst/>
                <a:uFillTx/>
                <a:latin typeface="Arial"/>
              </a:rPr>
              <a:t>Ondertitel</a:t>
            </a:r>
            <a:endParaRPr lang="nl-NL" sz="2800" b="0" u="none" strike="noStrike">
              <a:solidFill>
                <a:schemeClr val="lt1"/>
              </a:solidFill>
              <a:effectLst/>
              <a:uFillTx/>
              <a:latin typeface="Arial"/>
            </a:endParaRPr>
          </a:p>
        </p:txBody>
      </p:sp>
      <p:sp>
        <p:nvSpPr>
          <p:cNvPr id="197" name="PlaceHolder 5"/>
          <p:cNvSpPr>
            <a:spLocks noGrp="1"/>
          </p:cNvSpPr>
          <p:nvPr>
            <p:ph type="title"/>
          </p:nvPr>
        </p:nvSpPr>
        <p:spPr>
          <a:xfrm>
            <a:off x="750600" y="3333600"/>
            <a:ext cx="7199640" cy="461160"/>
          </a:xfrm>
          <a:prstGeom prst="rect">
            <a:avLst/>
          </a:prstGeom>
          <a:noFill/>
          <a:ln w="0">
            <a:noFill/>
          </a:ln>
        </p:spPr>
        <p:txBody>
          <a:bodyPr lIns="91440" tIns="45720" rIns="91440" bIns="45720" anchor="ctr">
            <a:noAutofit/>
          </a:bodyPr>
          <a:lstStyle>
            <a:lvl1pPr indent="0" algn="l" defTabSz="457200">
              <a:lnSpc>
                <a:spcPct val="100000"/>
              </a:lnSpc>
              <a:buNone/>
              <a:defRPr lang="nl-NL" sz="3200" b="1" u="none" strike="noStrike">
                <a:solidFill>
                  <a:schemeClr val="lt1"/>
                </a:solidFill>
                <a:effectLst/>
                <a:uFillTx/>
                <a:latin typeface="Arial"/>
              </a:defRPr>
            </a:lvl1pPr>
          </a:lstStyle>
          <a:p>
            <a:pPr indent="0" algn="l" defTabSz="457200">
              <a:lnSpc>
                <a:spcPct val="100000"/>
              </a:lnSpc>
              <a:buNone/>
            </a:pPr>
            <a:r>
              <a:rPr lang="nl-NL" sz="3200" b="1" u="none" strike="noStrike">
                <a:solidFill>
                  <a:schemeClr val="lt1"/>
                </a:solidFill>
                <a:effectLst/>
                <a:uFillTx/>
                <a:latin typeface="Arial"/>
              </a:rPr>
              <a:t>Klik om stijl te bewerken</a:t>
            </a:r>
            <a:endParaRPr lang="nl-NL" sz="3200" b="1" u="none" strike="noStrike">
              <a:solidFill>
                <a:schemeClr val="lt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4.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4.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4.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4.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4.xml"/><Relationship Id="rId3"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hasCustomPrompt="1"/>
          </p:nvPr>
        </p:nvSpPr>
        <p:spPr>
          <a:xfrm>
            <a:off x="528120" y="2710080"/>
            <a:ext cx="7200720" cy="925200"/>
          </a:xfrm>
          <a:prstGeom prst="rect">
            <a:avLst/>
          </a:prstGeom>
          <a:noFill/>
          <a:ln w="0">
            <a:noFill/>
          </a:ln>
        </p:spPr>
        <p:txBody>
          <a:bodyPr lIns="91440" tIns="45720" rIns="91440" bIns="45720" anchor="t">
            <a:noAutofit/>
          </a:bodyPr>
          <a:p>
            <a:pPr indent="0" algn="l" defTabSz="457200">
              <a:lnSpc>
                <a:spcPct val="120000"/>
              </a:lnSpc>
              <a:buNone/>
              <a:tabLst>
                <a:tab pos="0" algn="l"/>
              </a:tabLst>
            </a:pPr>
            <a:r>
              <a:rPr lang="nl-NL" sz="2800" b="0" u="none" strike="noStrike">
                <a:solidFill>
                  <a:schemeClr val="lt1"/>
                </a:solidFill>
                <a:effectLst/>
                <a:uFillTx/>
                <a:latin typeface="Arial"/>
              </a:rPr>
              <a:t>Van key-driver naar code</a:t>
            </a:r>
            <a:endParaRPr lang="nl-NL" sz="2800" b="0" u="none" strike="noStrike">
              <a:solidFill>
                <a:schemeClr val="lt1"/>
              </a:solidFill>
              <a:effectLst/>
              <a:uFillTx/>
              <a:latin typeface="Arial"/>
            </a:endParaRPr>
          </a:p>
        </p:txBody>
      </p:sp>
      <p:sp>
        <p:nvSpPr>
          <p:cNvPr id="205" name="PlaceHolder 2"/>
          <p:cNvSpPr>
            <a:spLocks noGrp="1"/>
          </p:cNvSpPr>
          <p:nvPr>
            <p:ph type="title"/>
          </p:nvPr>
        </p:nvSpPr>
        <p:spPr>
          <a:xfrm>
            <a:off x="529200" y="2109960"/>
            <a:ext cx="7199640" cy="461160"/>
          </a:xfrm>
          <a:prstGeom prst="rect">
            <a:avLst/>
          </a:prstGeom>
          <a:noFill/>
          <a:ln w="0">
            <a:noFill/>
          </a:ln>
        </p:spPr>
        <p:txBody>
          <a:bodyPr lIns="91440" tIns="45720" rIns="91440" bIns="45720" anchor="ctr">
            <a:normAutofit fontScale="85000" lnSpcReduction="19999"/>
          </a:bodyPr>
          <a:p>
            <a:pPr indent="0" algn="l" defTabSz="457200">
              <a:lnSpc>
                <a:spcPct val="100000"/>
              </a:lnSpc>
              <a:buNone/>
            </a:pPr>
            <a:r>
              <a:rPr lang="nl-NL" sz="3200" b="1" u="none" strike="noStrike">
                <a:solidFill>
                  <a:schemeClr val="lt1"/>
                </a:solidFill>
                <a:effectLst/>
                <a:uFillTx/>
                <a:latin typeface="Arial"/>
              </a:rPr>
              <a:t>Project</a:t>
            </a:r>
            <a:endParaRPr lang="nl-NL" sz="3200" b="1" u="none" strike="noStrik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Agenda</a:t>
            </a:r>
            <a:endParaRPr lang="nl-NL" sz="3200" b="1" u="none" strike="noStrike">
              <a:solidFill>
                <a:schemeClr val="accent1"/>
              </a:solidFill>
              <a:effectLst/>
              <a:uFillTx/>
              <a:latin typeface="Arial"/>
            </a:endParaRPr>
          </a:p>
        </p:txBody>
      </p:sp>
      <p:sp>
        <p:nvSpPr>
          <p:cNvPr id="207" name="PlaceHolder 2"/>
          <p:cNvSpPr>
            <a:spLocks noGrp="1"/>
          </p:cNvSpPr>
          <p:nvPr>
            <p:ph/>
          </p:nvPr>
        </p:nvSpPr>
        <p:spPr>
          <a:xfrm>
            <a:off x="728640" y="1347840"/>
            <a:ext cx="7443360" cy="3060360"/>
          </a:xfrm>
          <a:prstGeom prst="rect">
            <a:avLst/>
          </a:prstGeom>
          <a:noFill/>
          <a:ln w="0">
            <a:noFill/>
          </a:ln>
        </p:spPr>
        <p:txBody>
          <a:bodyPr lIns="91440" tIns="45720" rIns="91440" bIns="45720" anchor="t">
            <a:noAutofit/>
          </a:bodyPr>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Introductie opdrachtgevers</a:t>
            </a:r>
            <a:endParaRPr lang="nl-NL" sz="2000" b="0" u="none" strike="noStrike">
              <a:solidFill>
                <a:schemeClr val="dk1"/>
              </a:solidFill>
              <a:effectLst/>
              <a:uFillTx/>
              <a:latin typeface="Arial"/>
            </a:endParaRPr>
          </a:p>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Teams </a:t>
            </a:r>
            <a:endParaRPr lang="nl-NL" sz="2000" b="0" u="none" strike="noStrike">
              <a:solidFill>
                <a:schemeClr val="dk1"/>
              </a:solidFill>
              <a:effectLst/>
              <a:uFillTx/>
              <a:latin typeface="Arial"/>
            </a:endParaRPr>
          </a:p>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Waarom?</a:t>
            </a:r>
            <a:endParaRPr lang="nl-NL" sz="2000" b="0" u="none" strike="noStrike">
              <a:solidFill>
                <a:schemeClr val="dk1"/>
              </a:solidFill>
              <a:effectLst/>
              <a:uFillTx/>
              <a:latin typeface="Arial"/>
            </a:endParaRPr>
          </a:p>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Key drivers</a:t>
            </a:r>
            <a:endParaRPr lang="nl-NL" sz="2000" b="0" u="none" strike="noStrike">
              <a:solidFill>
                <a:schemeClr val="dk1"/>
              </a:solidFill>
              <a:effectLst/>
              <a:uFillTx/>
              <a:latin typeface="Arial"/>
            </a:endParaRPr>
          </a:p>
          <a:p>
            <a:pPr marL="343080" indent="0" algn="l" defTabSz="457200">
              <a:lnSpc>
                <a:spcPct val="120000"/>
              </a:lnSpc>
              <a:buNone/>
            </a:pPr>
            <a:endParaRPr lang="nl-NL" sz="2000" b="0" u="none" strike="noStrike">
              <a:solidFill>
                <a:schemeClr val="dk1"/>
              </a:solidFill>
              <a:effectLst/>
              <a:uFillTx/>
              <a:latin typeface="Arial"/>
            </a:endParaRPr>
          </a:p>
          <a:p>
            <a:pPr indent="0" algn="l" defTabSz="457200">
              <a:lnSpc>
                <a:spcPct val="120000"/>
              </a:lnSpc>
              <a:buNone/>
            </a:pPr>
            <a:endParaRPr lang="nl-NL" sz="2000" b="0" u="none" strike="noStrik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729000" y="244440"/>
            <a:ext cx="7443000" cy="993240"/>
          </a:xfrm>
          <a:prstGeom prst="rect">
            <a:avLst/>
          </a:prstGeom>
          <a:noFill/>
          <a:ln w="0">
            <a:noFill/>
          </a:ln>
        </p:spPr>
        <p:txBody>
          <a:bodyPr lIns="0" tIns="0" rIns="0" bIns="0" anchor="ctr">
            <a:spAutoFit/>
          </a:bodyPr>
          <a:p>
            <a:pPr indent="0" algn="l" defTabSz="457200">
              <a:buNone/>
            </a:pPr>
            <a:r>
              <a:rPr lang="nl-NL" sz="3200" b="1" u="none" strike="noStrike">
                <a:solidFill>
                  <a:schemeClr val="accent1"/>
                </a:solidFill>
                <a:effectLst/>
                <a:uFillTx/>
                <a:latin typeface="Arial"/>
              </a:rPr>
              <a:t>Opdrachtgevers</a:t>
            </a:r>
            <a:endParaRPr lang="nl-NL" sz="3200" b="1" u="none" strike="noStrike">
              <a:solidFill>
                <a:schemeClr val="accent1"/>
              </a:solidFill>
              <a:effectLst/>
              <a:uFillTx/>
              <a:latin typeface="Arial"/>
            </a:endParaRPr>
          </a:p>
        </p:txBody>
      </p:sp>
      <p:pic>
        <p:nvPicPr>
          <p:cNvPr id="209" name=""/>
          <p:cNvPicPr/>
          <p:nvPr/>
        </p:nvPicPr>
        <p:blipFill>
          <a:blip r:embed="rId1"/>
          <a:stretch/>
        </p:blipFill>
        <p:spPr>
          <a:xfrm>
            <a:off x="5943600" y="283680"/>
            <a:ext cx="2935800" cy="2230920"/>
          </a:xfrm>
          <a:prstGeom prst="rect">
            <a:avLst/>
          </a:prstGeom>
          <a:noFill/>
          <a:ln w="0">
            <a:noFill/>
          </a:ln>
        </p:spPr>
      </p:pic>
      <p:pic>
        <p:nvPicPr>
          <p:cNvPr id="210" name=""/>
          <p:cNvPicPr/>
          <p:nvPr/>
        </p:nvPicPr>
        <p:blipFill>
          <a:blip r:embed="rId2"/>
          <a:srcRect l="0" t="31855" r="0" b="33852"/>
          <a:stretch/>
        </p:blipFill>
        <p:spPr>
          <a:xfrm>
            <a:off x="3886200" y="2514960"/>
            <a:ext cx="3999960" cy="1371240"/>
          </a:xfrm>
          <a:prstGeom prst="rect">
            <a:avLst/>
          </a:prstGeom>
          <a:noFill/>
          <a:ln w="0">
            <a:noFill/>
          </a:ln>
        </p:spPr>
      </p:pic>
      <p:pic>
        <p:nvPicPr>
          <p:cNvPr id="211" name=""/>
          <p:cNvPicPr/>
          <p:nvPr/>
        </p:nvPicPr>
        <p:blipFill>
          <a:blip r:embed="rId3"/>
          <a:stretch/>
        </p:blipFill>
        <p:spPr>
          <a:xfrm>
            <a:off x="457200" y="1517040"/>
            <a:ext cx="3351600" cy="21405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729000" y="244440"/>
            <a:ext cx="7443000" cy="993240"/>
          </a:xfrm>
          <a:prstGeom prst="rect">
            <a:avLst/>
          </a:prstGeom>
          <a:noFill/>
          <a:ln w="0">
            <a:noFill/>
          </a:ln>
        </p:spPr>
        <p:txBody>
          <a:bodyPr lIns="0" tIns="0" rIns="0" bIns="0" anchor="ctr">
            <a:spAutoFit/>
          </a:bodyPr>
          <a:p>
            <a:pPr indent="0" algn="l" defTabSz="457200">
              <a:buNone/>
            </a:pPr>
            <a:r>
              <a:rPr lang="nl-NL" sz="3200" b="1" u="none" strike="noStrike">
                <a:solidFill>
                  <a:schemeClr val="accent1"/>
                </a:solidFill>
                <a:effectLst/>
                <a:uFillTx/>
                <a:latin typeface="Arial"/>
              </a:rPr>
              <a:t>teamvorming</a:t>
            </a:r>
            <a:endParaRPr lang="nl-NL" sz="3200" b="1" u="none" strike="noStrike">
              <a:solidFill>
                <a:schemeClr val="accent1"/>
              </a:solidFill>
              <a:effectLst/>
              <a:uFillTx/>
              <a:latin typeface="Arial"/>
            </a:endParaRPr>
          </a:p>
        </p:txBody>
      </p:sp>
      <p:sp>
        <p:nvSpPr>
          <p:cNvPr id="213" name="PlaceHolder 2"/>
          <p:cNvSpPr>
            <a:spLocks noGrp="1"/>
          </p:cNvSpPr>
          <p:nvPr>
            <p:ph/>
          </p:nvPr>
        </p:nvSpPr>
        <p:spPr>
          <a:xfrm>
            <a:off x="728640" y="1347840"/>
            <a:ext cx="7443360" cy="3060360"/>
          </a:xfrm>
          <a:prstGeom prst="rect">
            <a:avLst/>
          </a:prstGeom>
          <a:noFill/>
          <a:ln w="0">
            <a:noFill/>
          </a:ln>
        </p:spPr>
        <p:txBody>
          <a:bodyPr lIns="0" tIns="0" rIns="0" bIns="0" anchor="t">
            <a:normAutofit/>
          </a:bodyPr>
          <a:p>
            <a:pPr marL="343080" indent="0" algn="l" defTabSz="457200">
              <a:lnSpc>
                <a:spcPct val="120000"/>
              </a:lnSpc>
              <a:buNone/>
            </a:pPr>
            <a:r>
              <a:rPr lang="nl-NL" sz="2000" b="0" u="none" strike="noStrike">
                <a:solidFill>
                  <a:schemeClr val="dk1"/>
                </a:solidFill>
                <a:effectLst/>
                <a:uFillTx/>
                <a:latin typeface="Arial"/>
              </a:rPr>
              <a:t>Randvoorwaarden:</a:t>
            </a:r>
            <a:endParaRPr lang="nl-NL" sz="2000" b="0" u="none" strike="noStrike">
              <a:solidFill>
                <a:schemeClr val="dk1"/>
              </a:solidFill>
              <a:effectLst/>
              <a:uFillTx/>
              <a:latin typeface="Arial"/>
            </a:endParaRPr>
          </a:p>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Iedereen moet een plek hebben.</a:t>
            </a:r>
            <a:endParaRPr lang="nl-NL" sz="2000" b="0" u="none" strike="noStrike">
              <a:solidFill>
                <a:schemeClr val="dk1"/>
              </a:solidFill>
              <a:effectLst/>
              <a:uFillTx/>
              <a:latin typeface="Arial"/>
            </a:endParaRPr>
          </a:p>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Voorstel van een team is geen garantie.</a:t>
            </a:r>
            <a:endParaRPr lang="nl-NL" sz="2000" b="0" u="none" strike="noStrike">
              <a:solidFill>
                <a:schemeClr val="dk1"/>
              </a:solidFill>
              <a:effectLst/>
              <a:uFillTx/>
              <a:latin typeface="Arial"/>
            </a:endParaRPr>
          </a:p>
          <a:p>
            <a:pPr marL="343080" indent="0" algn="l" defTabSz="457200">
              <a:lnSpc>
                <a:spcPct val="120000"/>
              </a:lnSpc>
              <a:buNone/>
            </a:pPr>
            <a:endParaRPr lang="nl-NL" sz="2000" b="0" u="none" strike="noStrike">
              <a:solidFill>
                <a:schemeClr val="dk1"/>
              </a:solidFill>
              <a:effectLst/>
              <a:uFillTx/>
              <a:latin typeface="Arial"/>
            </a:endParaRPr>
          </a:p>
          <a:p>
            <a:pPr marL="343080" indent="0" algn="l" defTabSz="457200">
              <a:lnSpc>
                <a:spcPct val="120000"/>
              </a:lnSpc>
              <a:buNone/>
            </a:pPr>
            <a:endParaRPr lang="nl-NL" sz="2000" b="0" u="none" strike="noStrike">
              <a:solidFill>
                <a:schemeClr val="dk1"/>
              </a:solidFill>
              <a:effectLst/>
              <a:uFillTx/>
              <a:latin typeface="Arial"/>
            </a:endParaRPr>
          </a:p>
          <a:p>
            <a:pPr indent="0" algn="l" defTabSz="457200">
              <a:lnSpc>
                <a:spcPct val="120000"/>
              </a:lnSpc>
              <a:buNone/>
            </a:pPr>
            <a:endParaRPr lang="nl-NL" sz="2000" b="0" u="none" strike="noStrik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729000" y="244440"/>
            <a:ext cx="7443000" cy="993240"/>
          </a:xfrm>
          <a:prstGeom prst="rect">
            <a:avLst/>
          </a:prstGeom>
          <a:noFill/>
          <a:ln w="0">
            <a:noFill/>
          </a:ln>
        </p:spPr>
        <p:txBody>
          <a:bodyPr lIns="0" tIns="0" rIns="0" bIns="0" anchor="ctr">
            <a:spAutoFit/>
          </a:bodyPr>
          <a:p>
            <a:pPr indent="0" algn="l" defTabSz="457200">
              <a:buNone/>
            </a:pPr>
            <a:r>
              <a:rPr lang="nl-NL" sz="3200" b="1" u="none" strike="noStrike">
                <a:solidFill>
                  <a:schemeClr val="accent1"/>
                </a:solidFill>
                <a:effectLst/>
                <a:uFillTx/>
                <a:latin typeface="Arial"/>
              </a:rPr>
              <a:t>teamvorming</a:t>
            </a:r>
            <a:endParaRPr lang="nl-NL" sz="3200" b="1" u="none" strike="noStrike">
              <a:solidFill>
                <a:schemeClr val="accent1"/>
              </a:solidFill>
              <a:effectLst/>
              <a:uFillTx/>
              <a:latin typeface="Arial"/>
            </a:endParaRPr>
          </a:p>
        </p:txBody>
      </p:sp>
      <p:sp>
        <p:nvSpPr>
          <p:cNvPr id="215" name="PlaceHolder 2"/>
          <p:cNvSpPr>
            <a:spLocks noGrp="1"/>
          </p:cNvSpPr>
          <p:nvPr>
            <p:ph/>
          </p:nvPr>
        </p:nvSpPr>
        <p:spPr>
          <a:xfrm>
            <a:off x="728640" y="1347840"/>
            <a:ext cx="7443360" cy="3060360"/>
          </a:xfrm>
          <a:prstGeom prst="rect">
            <a:avLst/>
          </a:prstGeom>
          <a:noFill/>
          <a:ln w="0">
            <a:noFill/>
          </a:ln>
        </p:spPr>
        <p:txBody>
          <a:bodyPr lIns="0" tIns="0" rIns="0" bIns="0" anchor="t">
            <a:normAutofit/>
          </a:bodyPr>
          <a:p>
            <a:pPr marL="343080" indent="0" algn="l" defTabSz="457200">
              <a:lnSpc>
                <a:spcPct val="120000"/>
              </a:lnSpc>
              <a:buNone/>
            </a:pPr>
            <a:r>
              <a:rPr lang="nl-NL" sz="2000" b="0" u="none" strike="noStrike">
                <a:solidFill>
                  <a:schemeClr val="dk1"/>
                </a:solidFill>
                <a:effectLst/>
                <a:uFillTx/>
                <a:latin typeface="Arial"/>
              </a:rPr>
              <a:t>Opdracht:</a:t>
            </a:r>
            <a:endParaRPr lang="nl-NL" sz="2000" b="0" u="none" strike="noStrike">
              <a:solidFill>
                <a:schemeClr val="dk1"/>
              </a:solidFill>
              <a:effectLst/>
              <a:uFillTx/>
              <a:latin typeface="Arial"/>
            </a:endParaRPr>
          </a:p>
          <a:p>
            <a:pPr marL="343080" indent="0" algn="l" defTabSz="457200">
              <a:lnSpc>
                <a:spcPct val="120000"/>
              </a:lnSpc>
              <a:buNone/>
            </a:pPr>
            <a:endParaRPr lang="nl-NL" sz="2000" b="0" u="none" strike="noStrike">
              <a:solidFill>
                <a:schemeClr val="dk1"/>
              </a:solidFill>
              <a:effectLst/>
              <a:uFillTx/>
              <a:latin typeface="Arial"/>
            </a:endParaRPr>
          </a:p>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Stel een team samen van 4 personen</a:t>
            </a:r>
            <a:endParaRPr lang="nl-NL" sz="2000" b="0" u="none" strike="noStrike">
              <a:solidFill>
                <a:schemeClr val="dk1"/>
              </a:solidFill>
              <a:effectLst/>
              <a:uFillTx/>
              <a:latin typeface="Arial"/>
            </a:endParaRPr>
          </a:p>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Geef aan wie de scrum master wordt. </a:t>
            </a:r>
            <a:endParaRPr lang="nl-NL" sz="2000" b="0" u="none" strike="noStrike">
              <a:solidFill>
                <a:schemeClr val="dk1"/>
              </a:solidFill>
              <a:effectLst/>
              <a:uFillTx/>
              <a:latin typeface="Arial"/>
            </a:endParaRPr>
          </a:p>
          <a:p>
            <a:pPr marL="343080" indent="0" algn="l" defTabSz="457200">
              <a:lnSpc>
                <a:spcPct val="120000"/>
              </a:lnSpc>
              <a:buNone/>
            </a:pPr>
            <a:endParaRPr lang="nl-NL" sz="2000" b="0" u="none" strike="noStrike">
              <a:solidFill>
                <a:schemeClr val="dk1"/>
              </a:solidFill>
              <a:effectLst/>
              <a:uFillTx/>
              <a:latin typeface="Arial"/>
            </a:endParaRPr>
          </a:p>
          <a:p>
            <a:pPr indent="0" algn="l" defTabSz="457200">
              <a:lnSpc>
                <a:spcPct val="120000"/>
              </a:lnSpc>
              <a:buNone/>
            </a:pPr>
            <a:endParaRPr lang="nl-NL" sz="2000" b="0" u="none" strike="noStrike">
              <a:solidFill>
                <a:schemeClr val="dk1"/>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15">
                                            <p:txEl>
                                              <p:pRg st="1" end="1"/>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21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729000" y="244440"/>
            <a:ext cx="7443000" cy="993240"/>
          </a:xfrm>
          <a:prstGeom prst="rect">
            <a:avLst/>
          </a:prstGeom>
          <a:noFill/>
          <a:ln w="0">
            <a:noFill/>
          </a:ln>
        </p:spPr>
        <p:txBody>
          <a:bodyPr lIns="0" tIns="0" rIns="0" bIns="0" anchor="ctr">
            <a:spAutoFit/>
          </a:bodyPr>
          <a:p>
            <a:pPr indent="0" algn="l" defTabSz="457200">
              <a:buNone/>
            </a:pPr>
            <a:r>
              <a:rPr lang="nl-NL" sz="3200" b="1" u="none" strike="noStrike">
                <a:solidFill>
                  <a:schemeClr val="accent1"/>
                </a:solidFill>
                <a:effectLst/>
                <a:uFillTx/>
                <a:latin typeface="Arial"/>
              </a:rPr>
              <a:t>Team Opdracht</a:t>
            </a:r>
            <a:endParaRPr lang="nl-NL" sz="3200" b="1" u="none" strike="noStrike">
              <a:solidFill>
                <a:schemeClr val="accent1"/>
              </a:solidFill>
              <a:effectLst/>
              <a:uFillTx/>
              <a:latin typeface="Arial"/>
            </a:endParaRPr>
          </a:p>
        </p:txBody>
      </p:sp>
      <p:sp>
        <p:nvSpPr>
          <p:cNvPr id="217" name="PlaceHolder 2"/>
          <p:cNvSpPr>
            <a:spLocks noGrp="1"/>
          </p:cNvSpPr>
          <p:nvPr>
            <p:ph/>
          </p:nvPr>
        </p:nvSpPr>
        <p:spPr>
          <a:xfrm>
            <a:off x="728640" y="1347840"/>
            <a:ext cx="7443360" cy="3060360"/>
          </a:xfrm>
          <a:prstGeom prst="rect">
            <a:avLst/>
          </a:prstGeom>
          <a:noFill/>
          <a:ln w="0">
            <a:noFill/>
          </a:ln>
        </p:spPr>
        <p:txBody>
          <a:bodyPr lIns="0" tIns="0" rIns="0" bIns="0" anchor="t">
            <a:normAutofit/>
          </a:bodyPr>
          <a:p>
            <a:pPr marL="343080" indent="-343080" algn="l" defTabSz="457200">
              <a:lnSpc>
                <a:spcPct val="120000"/>
              </a:lnSpc>
              <a:buClr>
                <a:srgbClr val="E6302B"/>
              </a:buClr>
              <a:buSzPct val="120000"/>
              <a:buFont typeface="Arial"/>
              <a:buChar char="•"/>
            </a:pPr>
            <a:r>
              <a:rPr lang="nl-NL" sz="2000" b="0" u="none" strike="noStrike">
                <a:solidFill>
                  <a:schemeClr val="dk1"/>
                </a:solidFill>
                <a:effectLst/>
                <a:uFillTx/>
                <a:latin typeface="Arial"/>
              </a:rPr>
              <a:t>Bereid een pitch voor dinsdag waarin jullie je 1</a:t>
            </a:r>
            <a:r>
              <a:rPr lang="nl-NL" sz="2000" b="0" u="none" strike="noStrike" baseline="33000">
                <a:solidFill>
                  <a:schemeClr val="dk1"/>
                </a:solidFill>
                <a:effectLst/>
                <a:uFillTx/>
                <a:latin typeface="Arial"/>
              </a:rPr>
              <a:t>e</a:t>
            </a:r>
            <a:r>
              <a:rPr lang="nl-NL" sz="2000" b="0" u="none" strike="noStrike">
                <a:solidFill>
                  <a:schemeClr val="dk1"/>
                </a:solidFill>
                <a:effectLst/>
                <a:uFillTx/>
                <a:latin typeface="Arial"/>
              </a:rPr>
              <a:t> en 2</a:t>
            </a:r>
            <a:r>
              <a:rPr lang="nl-NL" sz="2000" b="0" u="none" strike="noStrike" baseline="33000">
                <a:solidFill>
                  <a:schemeClr val="dk1"/>
                </a:solidFill>
                <a:effectLst/>
                <a:uFillTx/>
                <a:latin typeface="Arial"/>
              </a:rPr>
              <a:t>e</a:t>
            </a:r>
            <a:r>
              <a:rPr lang="nl-NL" sz="2000" b="0" u="none" strike="noStrike">
                <a:solidFill>
                  <a:schemeClr val="dk1"/>
                </a:solidFill>
                <a:effectLst/>
                <a:uFillTx/>
                <a:latin typeface="Arial"/>
              </a:rPr>
              <a:t> keuze voor het project toelichten.</a:t>
            </a:r>
            <a:endParaRPr lang="nl-NL" sz="2000" b="0" u="none" strike="noStrike">
              <a:solidFill>
                <a:schemeClr val="dk1"/>
              </a:solidFill>
              <a:effectLst/>
              <a:uFillTx/>
              <a:latin typeface="Arial"/>
            </a:endParaRPr>
          </a:p>
          <a:p>
            <a:pPr marL="343080" indent="0" algn="l" defTabSz="457200">
              <a:lnSpc>
                <a:spcPct val="120000"/>
              </a:lnSpc>
              <a:buNone/>
            </a:pPr>
            <a:r>
              <a:rPr lang="nl-NL" sz="2000" b="0" u="none" strike="noStrike">
                <a:solidFill>
                  <a:schemeClr val="dk1"/>
                </a:solidFill>
                <a:effectLst/>
                <a:uFillTx/>
                <a:latin typeface="Arial"/>
              </a:rPr>
              <a:t>- Geef aan wat jullie aanspreekt in de opdracht. </a:t>
            </a:r>
            <a:endParaRPr lang="nl-NL" sz="2000" b="0" u="none" strike="noStrike">
              <a:solidFill>
                <a:schemeClr val="dk1"/>
              </a:solidFill>
              <a:effectLst/>
              <a:uFillTx/>
              <a:latin typeface="Arial"/>
            </a:endParaRPr>
          </a:p>
          <a:p>
            <a:pPr marL="343080" indent="0" algn="l" defTabSz="457200">
              <a:lnSpc>
                <a:spcPct val="120000"/>
              </a:lnSpc>
              <a:buNone/>
            </a:pPr>
            <a:r>
              <a:rPr lang="nl-NL" sz="2000" b="0" u="none" strike="noStrike">
                <a:solidFill>
                  <a:schemeClr val="dk1"/>
                </a:solidFill>
                <a:effectLst/>
                <a:uFillTx/>
                <a:latin typeface="Arial"/>
              </a:rPr>
              <a:t>- Schets de key drivers die jullie uit de pitch hebben gehaald. </a:t>
            </a:r>
            <a:endParaRPr lang="nl-NL" sz="2000" b="0" u="none" strike="noStrike">
              <a:solidFill>
                <a:schemeClr val="dk1"/>
              </a:solidFill>
              <a:effectLst/>
              <a:uFillTx/>
              <a:latin typeface="Arial"/>
            </a:endParaRPr>
          </a:p>
          <a:p>
            <a:pPr marL="343080" indent="0" algn="l" defTabSz="457200">
              <a:lnSpc>
                <a:spcPct val="120000"/>
              </a:lnSpc>
              <a:buNone/>
            </a:pPr>
            <a:r>
              <a:rPr lang="nl-NL" sz="2000" b="0" u="none" strike="noStrike">
                <a:solidFill>
                  <a:schemeClr val="dk1"/>
                </a:solidFill>
                <a:effectLst/>
                <a:uFillTx/>
                <a:latin typeface="Arial"/>
              </a:rPr>
              <a:t>- Geef een beeld van de context van de opdracht.  </a:t>
            </a:r>
            <a:endParaRPr lang="nl-NL" sz="2000" b="0" u="none" strike="noStrik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8" name="Content Placeholder 4" descr="A drawing of a person holding a line&#10;&#10;AI-generated content may be incorrect."/>
          <p:cNvPicPr/>
          <p:nvPr/>
        </p:nvPicPr>
        <p:blipFill>
          <a:blip r:embed="rId1"/>
          <a:stretch/>
        </p:blipFill>
        <p:spPr>
          <a:xfrm>
            <a:off x="1908000" y="721080"/>
            <a:ext cx="5327280" cy="3701880"/>
          </a:xfrm>
          <a:prstGeom prst="rect">
            <a:avLst/>
          </a:prstGeom>
          <a:noFill/>
          <a:ln w="0">
            <a:noFill/>
          </a:ln>
        </p:spPr>
      </p:pic>
      <p:sp>
        <p:nvSpPr>
          <p:cNvPr id="219"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Waarom?</a:t>
            </a:r>
            <a:endParaRPr lang="nl-NL" sz="3200" b="1" u="none" strike="noStrike">
              <a:solidFill>
                <a:schemeClr val="accent1"/>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0" name="Content Placeholder 4"/>
          <p:cNvPicPr/>
          <p:nvPr/>
        </p:nvPicPr>
        <p:blipFill>
          <a:blip r:embed="rId1"/>
          <a:stretch/>
        </p:blipFill>
        <p:spPr>
          <a:xfrm>
            <a:off x="1908000" y="721080"/>
            <a:ext cx="5327280" cy="3701880"/>
          </a:xfrm>
          <a:prstGeom prst="rect">
            <a:avLst/>
          </a:prstGeom>
          <a:noFill/>
          <a:ln w="0">
            <a:noFill/>
          </a:ln>
        </p:spPr>
      </p:pic>
      <p:sp>
        <p:nvSpPr>
          <p:cNvPr id="221"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Waarom?</a:t>
            </a:r>
            <a:endParaRPr lang="nl-NL" sz="3200" b="1" u="none" strike="noStrike">
              <a:solidFill>
                <a:schemeClr val="accent1"/>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2" name="Content Placeholder 4"/>
          <p:cNvPicPr/>
          <p:nvPr/>
        </p:nvPicPr>
        <p:blipFill>
          <a:blip r:embed="rId1"/>
          <a:stretch/>
        </p:blipFill>
        <p:spPr>
          <a:xfrm>
            <a:off x="1908000" y="721080"/>
            <a:ext cx="5327280" cy="3701880"/>
          </a:xfrm>
          <a:prstGeom prst="rect">
            <a:avLst/>
          </a:prstGeom>
          <a:noFill/>
          <a:ln w="0">
            <a:noFill/>
          </a:ln>
        </p:spPr>
      </p:pic>
      <p:sp>
        <p:nvSpPr>
          <p:cNvPr id="223"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Waarom?</a:t>
            </a:r>
            <a:endParaRPr lang="nl-NL" sz="3200" b="1" u="none" strike="noStrike">
              <a:solidFill>
                <a:schemeClr val="accent1"/>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4" name="Content Placeholder 4"/>
          <p:cNvPicPr/>
          <p:nvPr/>
        </p:nvPicPr>
        <p:blipFill>
          <a:blip r:embed="rId1">
            <a:alphaModFix amt="20000"/>
          </a:blip>
          <a:stretch/>
        </p:blipFill>
        <p:spPr>
          <a:xfrm>
            <a:off x="1908000" y="721080"/>
            <a:ext cx="5327280" cy="3701880"/>
          </a:xfrm>
          <a:prstGeom prst="rect">
            <a:avLst/>
          </a:prstGeom>
          <a:noFill/>
          <a:ln w="0">
            <a:noFill/>
          </a:ln>
        </p:spPr>
      </p:pic>
      <p:sp>
        <p:nvSpPr>
          <p:cNvPr id="225"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Waarom?</a:t>
            </a:r>
            <a:endParaRPr lang="nl-NL" sz="3200" b="1" u="none" strike="noStrike">
              <a:solidFill>
                <a:schemeClr val="accent1"/>
              </a:solidFill>
              <a:effectLst/>
              <a:uFillTx/>
              <a:latin typeface="Arial"/>
            </a:endParaRPr>
          </a:p>
        </p:txBody>
      </p:sp>
      <p:sp>
        <p:nvSpPr>
          <p:cNvPr id="226" name="TextBox 2"/>
          <p:cNvSpPr/>
          <p:nvPr/>
        </p:nvSpPr>
        <p:spPr>
          <a:xfrm>
            <a:off x="3208320" y="536400"/>
            <a:ext cx="2727360" cy="369000"/>
          </a:xfrm>
          <a:prstGeom prst="rect">
            <a:avLst/>
          </a:prstGeom>
          <a:solidFill>
            <a:srgbClr val="FFFFFF"/>
          </a:solidFill>
          <a:ln>
            <a:solidFill>
              <a:srgbClr val="00A1E1"/>
            </a:solidFill>
            <a:round/>
          </a:ln>
        </p:spPr>
        <p:style>
          <a:lnRef idx="2">
            <a:schemeClr val="accent1"/>
          </a:lnRef>
          <a:fillRef idx="1">
            <a:schemeClr val="lt1"/>
          </a:fillRef>
          <a:effectRef idx="0">
            <a:schemeClr val="accent1"/>
          </a:effectRef>
          <a:fontRef idx="minor"/>
        </p:style>
        <p:txBody>
          <a:bodyPr lIns="90000" tIns="45000" rIns="90000" bIns="45000" anchor="t">
            <a:spAutoFit/>
          </a:bodyPr>
          <a:p>
            <a:pPr algn="ctr" defTabSz="914400">
              <a:lnSpc>
                <a:spcPct val="100000"/>
              </a:lnSpc>
            </a:pPr>
            <a:r>
              <a:rPr lang="nl-NL" sz="1800" b="0" u="none" strike="noStrike">
                <a:solidFill>
                  <a:schemeClr val="dk1"/>
                </a:solidFill>
                <a:effectLst/>
                <a:uFillTx/>
                <a:latin typeface="Arial"/>
              </a:rPr>
              <a:t>Key-Drivers = Waarom?</a:t>
            </a:r>
            <a:endParaRPr lang="en-US" sz="1800" b="0" u="none" strike="noStrike">
              <a:solidFill>
                <a:srgbClr val="000000"/>
              </a:solidFill>
              <a:effectLst/>
              <a:uFillTx/>
              <a:latin typeface="Nimbus Sans"/>
            </a:endParaRPr>
          </a:p>
        </p:txBody>
      </p:sp>
      <p:sp>
        <p:nvSpPr>
          <p:cNvPr id="227" name="TextBox 3"/>
          <p:cNvSpPr/>
          <p:nvPr/>
        </p:nvSpPr>
        <p:spPr>
          <a:xfrm>
            <a:off x="544320" y="1238400"/>
            <a:ext cx="3500280" cy="369000"/>
          </a:xfrm>
          <a:prstGeom prst="rect">
            <a:avLst/>
          </a:prstGeom>
          <a:solidFill>
            <a:srgbClr val="FFFFFF"/>
          </a:solidFill>
          <a:ln>
            <a:solidFill>
              <a:srgbClr val="00A1E1"/>
            </a:solidFill>
            <a:round/>
          </a:ln>
        </p:spPr>
        <p:style>
          <a:lnRef idx="2">
            <a:schemeClr val="accent1"/>
          </a:lnRef>
          <a:fillRef idx="1">
            <a:schemeClr val="lt1"/>
          </a:fillRef>
          <a:effectRef idx="0">
            <a:schemeClr val="accent1"/>
          </a:effectRef>
          <a:fontRef idx="minor"/>
        </p:style>
        <p:txBody>
          <a:bodyPr lIns="90000" tIns="45000" rIns="90000" bIns="45000" anchor="t">
            <a:spAutoFit/>
          </a:bodyPr>
          <a:p>
            <a:pPr algn="ctr" defTabSz="914400">
              <a:lnSpc>
                <a:spcPct val="100000"/>
              </a:lnSpc>
            </a:pPr>
            <a:r>
              <a:rPr lang="nl-NL" sz="1800" b="0" u="none" strike="noStrike">
                <a:solidFill>
                  <a:schemeClr val="dk1"/>
                </a:solidFill>
                <a:effectLst/>
                <a:uFillTx/>
                <a:latin typeface="Arial"/>
              </a:rPr>
              <a:t>Functional requirements = Wat?</a:t>
            </a:r>
            <a:endParaRPr lang="en-US" sz="1800" b="0" u="none" strike="noStrike">
              <a:solidFill>
                <a:srgbClr val="000000"/>
              </a:solidFill>
              <a:effectLst/>
              <a:uFillTx/>
              <a:latin typeface="Nimbus Sans"/>
            </a:endParaRPr>
          </a:p>
        </p:txBody>
      </p:sp>
      <p:sp>
        <p:nvSpPr>
          <p:cNvPr id="228" name="TextBox 5"/>
          <p:cNvSpPr/>
          <p:nvPr/>
        </p:nvSpPr>
        <p:spPr>
          <a:xfrm>
            <a:off x="2410920" y="1796760"/>
            <a:ext cx="4321800" cy="369000"/>
          </a:xfrm>
          <a:prstGeom prst="rect">
            <a:avLst/>
          </a:prstGeom>
          <a:solidFill>
            <a:srgbClr val="FFFFFF"/>
          </a:solidFill>
          <a:ln>
            <a:solidFill>
              <a:srgbClr val="00A1E1"/>
            </a:solidFill>
            <a:round/>
          </a:ln>
        </p:spPr>
        <p:style>
          <a:lnRef idx="2">
            <a:schemeClr val="accent1"/>
          </a:lnRef>
          <a:fillRef idx="1">
            <a:schemeClr val="lt1"/>
          </a:fillRef>
          <a:effectRef idx="0">
            <a:schemeClr val="accent1"/>
          </a:effectRef>
          <a:fontRef idx="minor"/>
        </p:style>
        <p:txBody>
          <a:bodyPr lIns="90000" tIns="45000" rIns="90000" bIns="45000" anchor="t">
            <a:spAutoFit/>
          </a:bodyPr>
          <a:p>
            <a:pPr algn="ctr" defTabSz="914400">
              <a:lnSpc>
                <a:spcPct val="100000"/>
              </a:lnSpc>
            </a:pPr>
            <a:r>
              <a:rPr lang="nl-NL" sz="1800" b="0" u="none" strike="noStrike">
                <a:solidFill>
                  <a:schemeClr val="dk1"/>
                </a:solidFill>
                <a:effectLst/>
                <a:uFillTx/>
                <a:latin typeface="Arial"/>
              </a:rPr>
              <a:t>Non - Functional requirements = Hoe?</a:t>
            </a:r>
            <a:endParaRPr lang="en-US" sz="1800" b="0" u="none" strike="noStrike">
              <a:solidFill>
                <a:srgbClr val="000000"/>
              </a:solidFill>
              <a:effectLst/>
              <a:uFillTx/>
              <a:latin typeface="Nimbus Sans"/>
            </a:endParaRPr>
          </a:p>
        </p:txBody>
      </p:sp>
      <p:sp>
        <p:nvSpPr>
          <p:cNvPr id="229" name="TextBox 6"/>
          <p:cNvSpPr/>
          <p:nvPr/>
        </p:nvSpPr>
        <p:spPr>
          <a:xfrm>
            <a:off x="5028480" y="1238400"/>
            <a:ext cx="3500280" cy="369000"/>
          </a:xfrm>
          <a:prstGeom prst="rect">
            <a:avLst/>
          </a:prstGeom>
          <a:solidFill>
            <a:srgbClr val="FFFFFF"/>
          </a:solidFill>
          <a:ln>
            <a:solidFill>
              <a:srgbClr val="00A1E1"/>
            </a:solidFill>
            <a:round/>
          </a:ln>
        </p:spPr>
        <p:style>
          <a:lnRef idx="2">
            <a:schemeClr val="accent1"/>
          </a:lnRef>
          <a:fillRef idx="1">
            <a:schemeClr val="lt1"/>
          </a:fillRef>
          <a:effectRef idx="0">
            <a:schemeClr val="accent1"/>
          </a:effectRef>
          <a:fontRef idx="minor"/>
        </p:style>
        <p:txBody>
          <a:bodyPr lIns="90000" tIns="45000" rIns="90000" bIns="45000" anchor="t">
            <a:spAutoFit/>
          </a:bodyPr>
          <a:p>
            <a:pPr algn="ctr" defTabSz="914400">
              <a:lnSpc>
                <a:spcPct val="100000"/>
              </a:lnSpc>
            </a:pPr>
            <a:r>
              <a:rPr lang="nl-NL" sz="1800" b="0" u="none" strike="noStrike">
                <a:solidFill>
                  <a:schemeClr val="dk1"/>
                </a:solidFill>
                <a:effectLst/>
                <a:uFillTx/>
                <a:latin typeface="Arial"/>
              </a:rPr>
              <a:t>Use cases = Wat + Wie?</a:t>
            </a:r>
            <a:endParaRPr lang="en-US" sz="1800" b="0" u="none" strike="noStrike">
              <a:solidFill>
                <a:srgbClr val="000000"/>
              </a:solidFill>
              <a:effectLst/>
              <a:uFillTx/>
              <a:latin typeface="Nimbus Sans"/>
            </a:endParaRPr>
          </a:p>
        </p:txBody>
      </p:sp>
      <p:sp>
        <p:nvSpPr>
          <p:cNvPr id="230" name="TextBox 7"/>
          <p:cNvSpPr/>
          <p:nvPr/>
        </p:nvSpPr>
        <p:spPr>
          <a:xfrm>
            <a:off x="2821680" y="3315240"/>
            <a:ext cx="3500280" cy="369000"/>
          </a:xfrm>
          <a:prstGeom prst="rect">
            <a:avLst/>
          </a:prstGeom>
          <a:solidFill>
            <a:srgbClr val="FFFFFF"/>
          </a:solidFill>
          <a:ln>
            <a:solidFill>
              <a:srgbClr val="00A1E1"/>
            </a:solidFill>
            <a:round/>
          </a:ln>
        </p:spPr>
        <p:style>
          <a:lnRef idx="2">
            <a:schemeClr val="accent1"/>
          </a:lnRef>
          <a:fillRef idx="1">
            <a:schemeClr val="lt1"/>
          </a:fillRef>
          <a:effectRef idx="0">
            <a:schemeClr val="accent1"/>
          </a:effectRef>
          <a:fontRef idx="minor"/>
        </p:style>
        <p:txBody>
          <a:bodyPr lIns="90000" tIns="45000" rIns="90000" bIns="45000" anchor="t">
            <a:spAutoFit/>
          </a:bodyPr>
          <a:p>
            <a:pPr algn="ctr" defTabSz="914400">
              <a:lnSpc>
                <a:spcPct val="100000"/>
              </a:lnSpc>
            </a:pPr>
            <a:r>
              <a:rPr lang="nl-NL" sz="1800" b="0" u="none" strike="noStrike">
                <a:solidFill>
                  <a:schemeClr val="dk1"/>
                </a:solidFill>
                <a:effectLst/>
                <a:uFillTx/>
                <a:latin typeface="Arial"/>
              </a:rPr>
              <a:t>Object model</a:t>
            </a:r>
            <a:endParaRPr lang="en-US" sz="1800" b="0" u="none" strike="noStrike">
              <a:solidFill>
                <a:srgbClr val="000000"/>
              </a:solidFill>
              <a:effectLst/>
              <a:uFillTx/>
              <a:latin typeface="Nimbus Sans"/>
            </a:endParaRPr>
          </a:p>
        </p:txBody>
      </p:sp>
      <p:sp>
        <p:nvSpPr>
          <p:cNvPr id="231" name="TextBox 8"/>
          <p:cNvSpPr/>
          <p:nvPr/>
        </p:nvSpPr>
        <p:spPr>
          <a:xfrm>
            <a:off x="2821680" y="3818520"/>
            <a:ext cx="3500280" cy="369000"/>
          </a:xfrm>
          <a:prstGeom prst="rect">
            <a:avLst/>
          </a:prstGeom>
          <a:solidFill>
            <a:srgbClr val="FFFFFF"/>
          </a:solidFill>
          <a:ln>
            <a:solidFill>
              <a:srgbClr val="00A1E1"/>
            </a:solidFill>
            <a:round/>
          </a:ln>
        </p:spPr>
        <p:style>
          <a:lnRef idx="2">
            <a:schemeClr val="accent1"/>
          </a:lnRef>
          <a:fillRef idx="1">
            <a:schemeClr val="lt1"/>
          </a:fillRef>
          <a:effectRef idx="0">
            <a:schemeClr val="accent1"/>
          </a:effectRef>
          <a:fontRef idx="minor"/>
        </p:style>
        <p:txBody>
          <a:bodyPr lIns="90000" tIns="45000" rIns="90000" bIns="45000" anchor="t">
            <a:spAutoFit/>
          </a:bodyPr>
          <a:p>
            <a:pPr algn="ctr" defTabSz="914400">
              <a:lnSpc>
                <a:spcPct val="100000"/>
              </a:lnSpc>
            </a:pPr>
            <a:r>
              <a:rPr lang="nl-NL" sz="1800" b="0" u="none" strike="noStrike">
                <a:solidFill>
                  <a:schemeClr val="dk1"/>
                </a:solidFill>
                <a:effectLst/>
                <a:uFillTx/>
                <a:latin typeface="Arial"/>
              </a:rPr>
              <a:t>Class Diagram</a:t>
            </a:r>
            <a:endParaRPr lang="en-US" sz="1800" b="0" u="none" strike="noStrike">
              <a:solidFill>
                <a:srgbClr val="000000"/>
              </a:solidFill>
              <a:effectLst/>
              <a:uFillTx/>
              <a:latin typeface="Nimbus Sans"/>
            </a:endParaRPr>
          </a:p>
        </p:txBody>
      </p:sp>
      <p:sp>
        <p:nvSpPr>
          <p:cNvPr id="232" name="TextBox 9"/>
          <p:cNvSpPr/>
          <p:nvPr/>
        </p:nvSpPr>
        <p:spPr>
          <a:xfrm>
            <a:off x="2821680" y="4289400"/>
            <a:ext cx="3500280" cy="369000"/>
          </a:xfrm>
          <a:prstGeom prst="rect">
            <a:avLst/>
          </a:prstGeom>
          <a:solidFill>
            <a:srgbClr val="FFFFFF"/>
          </a:solidFill>
          <a:ln>
            <a:solidFill>
              <a:srgbClr val="00A1E1"/>
            </a:solidFill>
            <a:round/>
          </a:ln>
        </p:spPr>
        <p:style>
          <a:lnRef idx="2">
            <a:schemeClr val="accent1"/>
          </a:lnRef>
          <a:fillRef idx="1">
            <a:schemeClr val="lt1"/>
          </a:fillRef>
          <a:effectRef idx="0">
            <a:schemeClr val="accent1"/>
          </a:effectRef>
          <a:fontRef idx="minor"/>
        </p:style>
        <p:txBody>
          <a:bodyPr lIns="90000" tIns="45000" rIns="90000" bIns="45000" anchor="t">
            <a:spAutoFit/>
          </a:bodyPr>
          <a:p>
            <a:pPr algn="ctr" defTabSz="914400">
              <a:lnSpc>
                <a:spcPct val="100000"/>
              </a:lnSpc>
            </a:pPr>
            <a:r>
              <a:rPr lang="nl-NL" sz="1800" b="0" u="none" strike="noStrike">
                <a:solidFill>
                  <a:schemeClr val="dk1"/>
                </a:solidFill>
                <a:effectLst/>
                <a:uFillTx/>
                <a:latin typeface="Arial"/>
              </a:rPr>
              <a:t>STD</a:t>
            </a:r>
            <a:endParaRPr lang="en-US" sz="1800" b="0" u="none" strike="noStrike">
              <a:solidFill>
                <a:srgbClr val="000000"/>
              </a:solidFill>
              <a:effectLst/>
              <a:uFillTx/>
              <a:latin typeface="Nimbus Sans"/>
            </a:endParaRPr>
          </a:p>
        </p:txBody>
      </p:sp>
      <p:cxnSp>
        <p:nvCxnSpPr>
          <p:cNvPr id="233" name="Straight Arrow Connector 11"/>
          <p:cNvCxnSpPr>
            <a:stCxn id="226" idx="2"/>
            <a:endCxn id="227" idx="0"/>
          </p:cNvCxnSpPr>
          <p:nvPr/>
        </p:nvCxnSpPr>
        <p:spPr>
          <a:xfrm flipH="1">
            <a:off x="2294640" y="905400"/>
            <a:ext cx="2277720" cy="333360"/>
          </a:xfrm>
          <a:prstGeom prst="straightConnector1">
            <a:avLst/>
          </a:prstGeom>
          <a:ln>
            <a:solidFill>
              <a:srgbClr val="00A1E1"/>
            </a:solidFill>
            <a:round/>
            <a:tailEnd len="med" type="triangle" w="med"/>
          </a:ln>
        </p:spPr>
      </p:cxnSp>
      <p:cxnSp>
        <p:nvCxnSpPr>
          <p:cNvPr id="234" name="Straight Arrow Connector 13"/>
          <p:cNvCxnSpPr>
            <a:stCxn id="227" idx="3"/>
            <a:endCxn id="229" idx="1"/>
          </p:cNvCxnSpPr>
          <p:nvPr/>
        </p:nvCxnSpPr>
        <p:spPr>
          <a:xfrm>
            <a:off x="4044600" y="1423080"/>
            <a:ext cx="984240" cy="360"/>
          </a:xfrm>
          <a:prstGeom prst="straightConnector1">
            <a:avLst/>
          </a:prstGeom>
          <a:ln>
            <a:solidFill>
              <a:srgbClr val="00A1E1"/>
            </a:solidFill>
            <a:round/>
            <a:tailEnd len="med" type="triangle" w="med"/>
          </a:ln>
        </p:spPr>
      </p:cxnSp>
      <p:cxnSp>
        <p:nvCxnSpPr>
          <p:cNvPr id="235" name="Straight Arrow Connector 15"/>
          <p:cNvCxnSpPr>
            <a:stCxn id="227" idx="2"/>
            <a:endCxn id="228" idx="0"/>
          </p:cNvCxnSpPr>
          <p:nvPr/>
        </p:nvCxnSpPr>
        <p:spPr>
          <a:xfrm>
            <a:off x="2294640" y="1607400"/>
            <a:ext cx="2277720" cy="189720"/>
          </a:xfrm>
          <a:prstGeom prst="straightConnector1">
            <a:avLst/>
          </a:prstGeom>
          <a:ln>
            <a:solidFill>
              <a:srgbClr val="00A1E1"/>
            </a:solidFill>
            <a:round/>
            <a:tailEnd len="med" type="triangle" w="med"/>
          </a:ln>
        </p:spPr>
      </p:cxnSp>
      <p:cxnSp>
        <p:nvCxnSpPr>
          <p:cNvPr id="236" name="Straight Arrow Connector 17"/>
          <p:cNvCxnSpPr>
            <a:stCxn id="228" idx="2"/>
            <a:endCxn id="230" idx="0"/>
          </p:cNvCxnSpPr>
          <p:nvPr/>
        </p:nvCxnSpPr>
        <p:spPr>
          <a:xfrm>
            <a:off x="4572000" y="2165760"/>
            <a:ext cx="360" cy="1149840"/>
          </a:xfrm>
          <a:prstGeom prst="straightConnector1">
            <a:avLst/>
          </a:prstGeom>
          <a:ln>
            <a:solidFill>
              <a:srgbClr val="00A1E1"/>
            </a:solidFill>
            <a:round/>
            <a:tailEnd len="med" type="triangle" w="med"/>
          </a:ln>
        </p:spPr>
      </p:cxnSp>
      <p:cxnSp>
        <p:nvCxnSpPr>
          <p:cNvPr id="237" name="Straight Arrow Connector 19"/>
          <p:cNvCxnSpPr>
            <a:stCxn id="230" idx="2"/>
            <a:endCxn id="231" idx="0"/>
          </p:cNvCxnSpPr>
          <p:nvPr/>
        </p:nvCxnSpPr>
        <p:spPr>
          <a:xfrm>
            <a:off x="4572000" y="3684240"/>
            <a:ext cx="360" cy="134640"/>
          </a:xfrm>
          <a:prstGeom prst="straightConnector1">
            <a:avLst/>
          </a:prstGeom>
          <a:ln>
            <a:solidFill>
              <a:srgbClr val="00A1E1"/>
            </a:solidFill>
            <a:round/>
            <a:tailEnd len="med" type="triangle" w="med"/>
          </a:ln>
        </p:spPr>
      </p:cxnSp>
      <p:cxnSp>
        <p:nvCxnSpPr>
          <p:cNvPr id="238" name="Straight Arrow Connector 21"/>
          <p:cNvCxnSpPr>
            <a:stCxn id="231" idx="2"/>
            <a:endCxn id="232" idx="0"/>
          </p:cNvCxnSpPr>
          <p:nvPr/>
        </p:nvCxnSpPr>
        <p:spPr>
          <a:xfrm>
            <a:off x="4572000" y="4187520"/>
            <a:ext cx="360" cy="102240"/>
          </a:xfrm>
          <a:prstGeom prst="straightConnector1">
            <a:avLst/>
          </a:prstGeom>
          <a:ln>
            <a:solidFill>
              <a:srgbClr val="00A1E1"/>
            </a:solidFill>
            <a:round/>
            <a:tailEnd len="med" type="triangle" w="med"/>
          </a:ln>
        </p:spPr>
      </p:cxn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729000" y="244440"/>
            <a:ext cx="7443000" cy="993240"/>
          </a:xfrm>
          <a:prstGeom prst="rect">
            <a:avLst/>
          </a:prstGeom>
          <a:noFill/>
          <a:ln w="0">
            <a:noFill/>
          </a:ln>
        </p:spPr>
        <p:txBody>
          <a:bodyPr lIns="0" tIns="0" rIns="0" bIns="0" anchor="ctr">
            <a:spAutoFit/>
          </a:bodyPr>
          <a:p>
            <a:pPr indent="0" algn="l" defTabSz="457200">
              <a:buNone/>
            </a:pPr>
            <a:r>
              <a:rPr lang="nl-NL" sz="3200" b="1" u="none" strike="noStrike">
                <a:solidFill>
                  <a:schemeClr val="accent1"/>
                </a:solidFill>
                <a:effectLst/>
                <a:uFillTx/>
                <a:latin typeface="Arial"/>
              </a:rPr>
              <a:t>Key Drivers</a:t>
            </a:r>
            <a:endParaRPr lang="nl-NL" sz="3200" b="1" u="none" strike="noStrike">
              <a:solidFill>
                <a:schemeClr val="accent1"/>
              </a:solidFill>
              <a:effectLst/>
              <a:uFillTx/>
              <a:latin typeface="Arial"/>
            </a:endParaRPr>
          </a:p>
        </p:txBody>
      </p:sp>
      <p:sp>
        <p:nvSpPr>
          <p:cNvPr id="240" name="PlaceHolder 2"/>
          <p:cNvSpPr>
            <a:spLocks noGrp="1"/>
          </p:cNvSpPr>
          <p:nvPr>
            <p:ph type="subTitle"/>
          </p:nvPr>
        </p:nvSpPr>
        <p:spPr>
          <a:xfrm>
            <a:off x="728640" y="1347840"/>
            <a:ext cx="7443360" cy="3060360"/>
          </a:xfrm>
          <a:prstGeom prst="rect">
            <a:avLst/>
          </a:prstGeom>
          <a:noFill/>
          <a:ln w="0">
            <a:noFill/>
          </a:ln>
        </p:spPr>
        <p:txBody>
          <a:bodyPr lIns="0" tIns="0" rIns="0" bIns="0" anchor="ctr">
            <a:spAutoFit/>
          </a:bodyPr>
          <a:p>
            <a:pPr indent="0" algn="ctr">
              <a:buNone/>
            </a:pPr>
            <a:r>
              <a:rPr lang="en-US" sz="3200" b="0" u="none" strike="noStrike">
                <a:solidFill>
                  <a:srgbClr val="000000"/>
                </a:solidFill>
                <a:effectLst/>
                <a:uFillTx/>
                <a:latin typeface="Nimbus Sans"/>
              </a:rPr>
              <a:t>Waarom doen we dit?</a:t>
            </a:r>
            <a:endParaRPr lang="en-US" sz="3200" b="0" u="none" strike="noStrike">
              <a:solidFill>
                <a:srgbClr val="000000"/>
              </a:solidFill>
              <a:effectLst/>
              <a:uFillTx/>
              <a:latin typeface="Nimbus Sans"/>
            </a:endParaRPr>
          </a:p>
        </p:txBody>
      </p:sp>
    </p:spTree>
  </p:cSld>
  <mc:AlternateContent>
    <mc:Choice Requires="p14">
      <p:transition spd="slow" p14:dur="2000"/>
    </mc:Choice>
    <mc:Fallback>
      <p:transition spd="slow"/>
    </mc:Fallback>
  </mc:AlternateContent>
  <p:timing>
    <p:tnLst>
      <p:par>
        <p:cTn id="9" dur="indefinite" restart="never" nodeType="tmRoot">
          <p:childTnLst>
            <p:seq>
              <p:cTn id="10" dur="indefinite" nodeType="mainSeq">
                <p:childTnLst>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240">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729000" y="244440"/>
            <a:ext cx="7443000" cy="993240"/>
          </a:xfrm>
          <a:prstGeom prst="rect">
            <a:avLst/>
          </a:prstGeom>
          <a:noFill/>
          <a:ln w="0">
            <a:noFill/>
          </a:ln>
        </p:spPr>
        <p:txBody>
          <a:bodyPr lIns="0" tIns="0" rIns="0" bIns="0" anchor="ctr">
            <a:spAutoFit/>
          </a:bodyPr>
          <a:p>
            <a:pPr indent="0" algn="l" defTabSz="457200">
              <a:buNone/>
            </a:pPr>
            <a:r>
              <a:rPr lang="nl-NL" sz="3200" b="1" u="none" strike="noStrike">
                <a:solidFill>
                  <a:schemeClr val="accent1"/>
                </a:solidFill>
                <a:effectLst/>
                <a:uFillTx/>
                <a:latin typeface="Arial"/>
              </a:rPr>
              <a:t>Key Drivers</a:t>
            </a:r>
            <a:endParaRPr lang="nl-NL" sz="3200" b="1" u="none" strike="noStrike">
              <a:solidFill>
                <a:schemeClr val="accent1"/>
              </a:solidFill>
              <a:effectLst/>
              <a:uFillTx/>
              <a:latin typeface="Arial"/>
            </a:endParaRPr>
          </a:p>
        </p:txBody>
      </p:sp>
      <p:sp>
        <p:nvSpPr>
          <p:cNvPr id="242" name="PlaceHolder 2"/>
          <p:cNvSpPr>
            <a:spLocks noGrp="1"/>
          </p:cNvSpPr>
          <p:nvPr>
            <p:ph type="subTitle"/>
          </p:nvPr>
        </p:nvSpPr>
        <p:spPr>
          <a:xfrm>
            <a:off x="728640" y="1347840"/>
            <a:ext cx="7443360" cy="3060360"/>
          </a:xfrm>
          <a:prstGeom prst="rect">
            <a:avLst/>
          </a:prstGeom>
          <a:noFill/>
          <a:ln w="0">
            <a:noFill/>
          </a:ln>
        </p:spPr>
        <p:txBody>
          <a:bodyPr lIns="0" tIns="0" rIns="0" bIns="0" anchor="ctr">
            <a:spAutoFit/>
          </a:bodyPr>
          <a:p>
            <a:pPr indent="0" algn="ctr">
              <a:spcBef>
                <a:spcPts val="1191"/>
              </a:spcBef>
              <a:spcAft>
                <a:spcPts val="992"/>
              </a:spcAft>
              <a:buNone/>
            </a:pPr>
            <a:r>
              <a:rPr lang="en-US" sz="2000" b="0" u="none" strike="noStrike">
                <a:solidFill>
                  <a:srgbClr val="000000"/>
                </a:solidFill>
                <a:effectLst/>
                <a:uFillTx/>
                <a:latin typeface="Nimbus Sans"/>
              </a:rPr>
              <a:t>Voorbeeld:</a:t>
            </a:r>
            <a:endParaRPr lang="en-US" sz="2000" b="0" u="none" strike="noStrike">
              <a:solidFill>
                <a:srgbClr val="000000"/>
              </a:solidFill>
              <a:effectLst/>
              <a:uFillTx/>
              <a:latin typeface="Nimbus Sans"/>
            </a:endParaRPr>
          </a:p>
          <a:p>
            <a:pPr indent="0" algn="ctr">
              <a:spcBef>
                <a:spcPts val="1191"/>
              </a:spcBef>
              <a:spcAft>
                <a:spcPts val="992"/>
              </a:spcAft>
              <a:buNone/>
            </a:pPr>
            <a:r>
              <a:rPr lang="en-US" sz="2000" b="0" u="none" strike="noStrike">
                <a:solidFill>
                  <a:srgbClr val="000000"/>
                </a:solidFill>
                <a:effectLst/>
                <a:uFillTx/>
                <a:latin typeface="Nimbus Sans"/>
              </a:rPr>
              <a:t>"Ik wil een systeem dat automatisch de temperatuur in een ruimte kan meten en ervoor zorgt dat deze niet te hoog wordt."</a:t>
            </a:r>
            <a:endParaRPr lang="en-US" sz="2000" b="0" u="none" strike="noStrike">
              <a:solidFill>
                <a:srgbClr val="000000"/>
              </a:solidFill>
              <a:effectLst/>
              <a:uFillTx/>
              <a:latin typeface="Nimbus Sans"/>
            </a:endParaRPr>
          </a:p>
        </p:txBody>
      </p:sp>
    </p:spTree>
  </p:cSld>
  <mc:AlternateContent>
    <mc:Choice Requires="p14">
      <p:transition spd="slow" p14:dur="2000"/>
    </mc:Choice>
    <mc:Fallback>
      <p:transition spd="slow"/>
    </mc:Fallback>
  </mc:AlternateContent>
  <p:timing>
    <p:tnLst>
      <p:par>
        <p:cTn id="15" dur="indefinite" restart="never" nodeType="tmRoot">
          <p:childTnLst>
            <p:seq>
              <p:cTn id="16" dur="indefinite" nodeType="mainSeq">
                <p:childTnLst>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p:cTn id="20" dur="1" fill="hold">
                                          <p:stCondLst>
                                            <p:cond delay="0"/>
                                          </p:stCondLst>
                                        </p:cTn>
                                        <p:tgtEl>
                                          <p:spTgt spid="242">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729000" y="244440"/>
            <a:ext cx="7443000" cy="993240"/>
          </a:xfrm>
          <a:prstGeom prst="rect">
            <a:avLst/>
          </a:prstGeom>
          <a:noFill/>
          <a:ln w="0">
            <a:noFill/>
          </a:ln>
        </p:spPr>
        <p:txBody>
          <a:bodyPr lIns="0" tIns="0" rIns="0" bIns="0" anchor="ctr">
            <a:spAutoFit/>
          </a:bodyPr>
          <a:p>
            <a:pPr indent="0" algn="l" defTabSz="457200">
              <a:buNone/>
            </a:pPr>
            <a:r>
              <a:rPr lang="nl-NL" sz="3200" b="1" u="none" strike="noStrike">
                <a:solidFill>
                  <a:schemeClr val="accent1"/>
                </a:solidFill>
                <a:effectLst/>
                <a:uFillTx/>
                <a:latin typeface="Arial"/>
              </a:rPr>
              <a:t>Key Drivers</a:t>
            </a:r>
            <a:endParaRPr lang="nl-NL" sz="3200" b="1" u="none" strike="noStrike">
              <a:solidFill>
                <a:schemeClr val="accent1"/>
              </a:solidFill>
              <a:effectLst/>
              <a:uFillTx/>
              <a:latin typeface="Arial"/>
            </a:endParaRPr>
          </a:p>
        </p:txBody>
      </p:sp>
      <p:sp>
        <p:nvSpPr>
          <p:cNvPr id="244" name="PlaceHolder 2"/>
          <p:cNvSpPr>
            <a:spLocks noGrp="1"/>
          </p:cNvSpPr>
          <p:nvPr>
            <p:ph type="subTitle"/>
          </p:nvPr>
        </p:nvSpPr>
        <p:spPr>
          <a:xfrm>
            <a:off x="3200400" y="2417400"/>
            <a:ext cx="2685600" cy="783000"/>
          </a:xfrm>
          <a:prstGeom prst="rect">
            <a:avLst/>
          </a:prstGeom>
          <a:noFill/>
          <a:ln w="0">
            <a:noFill/>
          </a:ln>
        </p:spPr>
        <p:txBody>
          <a:bodyPr lIns="0" tIns="0" rIns="0" bIns="0" anchor="ctr">
            <a:spAutoFit/>
          </a:bodyPr>
          <a:p>
            <a:pPr indent="0" algn="ctr">
              <a:spcBef>
                <a:spcPts val="1191"/>
              </a:spcBef>
              <a:spcAft>
                <a:spcPts val="992"/>
              </a:spcAft>
              <a:buNone/>
            </a:pPr>
            <a:r>
              <a:rPr lang="en-US" sz="1000" b="0" u="none" strike="noStrike">
                <a:solidFill>
                  <a:srgbClr val="000000"/>
                </a:solidFill>
                <a:effectLst/>
                <a:uFillTx/>
                <a:latin typeface="Nimbus Sans"/>
              </a:rPr>
              <a:t>Voorbeeld:</a:t>
            </a:r>
            <a:endParaRPr lang="en-US" sz="1000" b="0" u="none" strike="noStrike">
              <a:solidFill>
                <a:srgbClr val="000000"/>
              </a:solidFill>
              <a:effectLst/>
              <a:uFillTx/>
              <a:latin typeface="Nimbus Sans"/>
            </a:endParaRPr>
          </a:p>
          <a:p>
            <a:pPr indent="0" algn="ctr">
              <a:spcBef>
                <a:spcPts val="1191"/>
              </a:spcBef>
              <a:spcAft>
                <a:spcPts val="992"/>
              </a:spcAft>
              <a:buNone/>
            </a:pPr>
            <a:r>
              <a:rPr lang="en-US" sz="1000" b="0" u="none" strike="noStrike">
                <a:solidFill>
                  <a:srgbClr val="000000"/>
                </a:solidFill>
                <a:effectLst/>
                <a:uFillTx/>
                <a:latin typeface="Nimbus Sans"/>
              </a:rPr>
              <a:t>"Ik wil een systeem dat automatisch de temperatuur in een ruimte kan meten en ervoor zorgt dat deze niet te hoog wordt."</a:t>
            </a:r>
            <a:endParaRPr lang="en-US" sz="1000" b="0" u="none" strike="noStrike">
              <a:solidFill>
                <a:srgbClr val="000000"/>
              </a:solidFill>
              <a:effectLst/>
              <a:uFillTx/>
              <a:latin typeface="Nimbus Sans"/>
            </a:endParaRPr>
          </a:p>
        </p:txBody>
      </p:sp>
      <p:sp>
        <p:nvSpPr>
          <p:cNvPr id="245" name=""/>
          <p:cNvSpPr txBox="1"/>
          <p:nvPr/>
        </p:nvSpPr>
        <p:spPr>
          <a:xfrm>
            <a:off x="4114800" y="914400"/>
            <a:ext cx="1118880" cy="853920"/>
          </a:xfrm>
          <a:prstGeom prst="rect">
            <a:avLst/>
          </a:prstGeom>
          <a:noFill/>
          <a:ln w="0">
            <a:noFill/>
          </a:ln>
        </p:spPr>
        <p:txBody>
          <a:bodyPr lIns="90000" tIns="45000" rIns="90000" bIns="45000" anchor="t">
            <a:spAutoFit/>
          </a:bodyPr>
          <a:p>
            <a:r>
              <a:rPr lang="en-US" sz="6000" b="0" u="none" strike="noStrike">
                <a:solidFill>
                  <a:srgbClr val="000000"/>
                </a:solidFill>
                <a:effectLst/>
                <a:uFillTx/>
                <a:latin typeface="Nimbus Sans"/>
              </a:rPr>
              <a:t>🏠</a:t>
            </a:r>
            <a:endParaRPr lang="en-US" sz="6000" b="0" u="none" strike="noStrike">
              <a:solidFill>
                <a:srgbClr val="000000"/>
              </a:solidFill>
              <a:effectLst/>
              <a:uFillTx/>
              <a:latin typeface="Nimbus Sans"/>
            </a:endParaRPr>
          </a:p>
        </p:txBody>
      </p:sp>
      <p:sp>
        <p:nvSpPr>
          <p:cNvPr id="246" name=""/>
          <p:cNvSpPr txBox="1"/>
          <p:nvPr/>
        </p:nvSpPr>
        <p:spPr>
          <a:xfrm>
            <a:off x="914400" y="2602800"/>
            <a:ext cx="372960" cy="826200"/>
          </a:xfrm>
          <a:prstGeom prst="rect">
            <a:avLst/>
          </a:prstGeom>
          <a:noFill/>
          <a:ln w="0">
            <a:noFill/>
          </a:ln>
        </p:spPr>
        <p:txBody>
          <a:bodyPr lIns="90000" tIns="45000" rIns="90000" bIns="45000" anchor="t">
            <a:spAutoFit/>
          </a:bodyPr>
          <a:p>
            <a:r>
              <a:rPr lang="en-US" sz="4800" b="0" u="none" strike="noStrike">
                <a:solidFill>
                  <a:srgbClr val="000000"/>
                </a:solidFill>
                <a:effectLst/>
                <a:uFillTx/>
                <a:latin typeface="Nimbus Sans"/>
              </a:rPr>
              <a:t>🏭</a:t>
            </a:r>
            <a:r>
              <a:rPr lang="en-US" sz="1000" b="0" u="none" strike="noStrike">
                <a:solidFill>
                  <a:srgbClr val="000000"/>
                </a:solidFill>
                <a:effectLst/>
                <a:uFillTx/>
                <a:latin typeface="Nimbus Sans"/>
              </a:rPr>
              <a:t> </a:t>
            </a:r>
            <a:endParaRPr lang="en-US" sz="1000" b="0" u="none" strike="noStrike">
              <a:solidFill>
                <a:srgbClr val="000000"/>
              </a:solidFill>
              <a:effectLst/>
              <a:uFillTx/>
              <a:latin typeface="Nimbus Sans"/>
            </a:endParaRPr>
          </a:p>
        </p:txBody>
      </p:sp>
      <p:sp>
        <p:nvSpPr>
          <p:cNvPr id="247" name=""/>
          <p:cNvSpPr txBox="1"/>
          <p:nvPr/>
        </p:nvSpPr>
        <p:spPr>
          <a:xfrm>
            <a:off x="6886800" y="3018240"/>
            <a:ext cx="337680" cy="623880"/>
          </a:xfrm>
          <a:prstGeom prst="rect">
            <a:avLst/>
          </a:prstGeom>
          <a:noFill/>
          <a:ln w="0">
            <a:noFill/>
          </a:ln>
        </p:spPr>
        <p:txBody>
          <a:bodyPr lIns="90000" tIns="45000" rIns="90000" bIns="45000" anchor="t">
            <a:spAutoFit/>
          </a:bodyPr>
          <a:p>
            <a:r>
              <a:rPr lang="en-US" sz="4200" b="0" u="none" strike="noStrike">
                <a:solidFill>
                  <a:srgbClr val="000000"/>
                </a:solidFill>
                <a:effectLst/>
                <a:uFillTx/>
                <a:latin typeface="Nimbus Sans"/>
              </a:rPr>
              <a:t>🚑</a:t>
            </a:r>
            <a:endParaRPr lang="en-US" sz="4200" b="0" u="none" strike="noStrike">
              <a:solidFill>
                <a:srgbClr val="000000"/>
              </a:solidFill>
              <a:effectLst/>
              <a:uFillTx/>
              <a:latin typeface="Nimbus Sans"/>
            </a:endParaRPr>
          </a:p>
        </p:txBody>
      </p:sp>
      <p:pic>
        <p:nvPicPr>
          <p:cNvPr id="248" name=""/>
          <p:cNvPicPr/>
          <p:nvPr/>
        </p:nvPicPr>
        <p:blipFill>
          <a:blip r:embed="rId1"/>
          <a:srcRect l="0" t="31855" r="0" b="33852"/>
          <a:stretch/>
        </p:blipFill>
        <p:spPr>
          <a:xfrm>
            <a:off x="6286680" y="1371600"/>
            <a:ext cx="799920" cy="274320"/>
          </a:xfrm>
          <a:prstGeom prst="rect">
            <a:avLst/>
          </a:prstGeom>
          <a:noFill/>
          <a:ln w="0">
            <a:noFill/>
          </a:ln>
        </p:spPr>
      </p:pic>
    </p:spTree>
  </p:cSld>
  <mc:AlternateContent>
    <mc:Choice Requires="p14">
      <p:transition spd="slow" p14:dur="2000"/>
    </mc:Choice>
    <mc:Fallback>
      <p:transition spd="slow"/>
    </mc:Fallback>
  </mc:AlternateContent>
  <p:timing>
    <p:tnLst>
      <p:par>
        <p:cTn id="21" dur="indefinite" restart="never" nodeType="tmRoot">
          <p:childTnLst>
            <p:seq>
              <p:cTn id="22" dur="indefinite" nodeType="mainSeq">
                <p:childTnLst>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24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24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24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24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fill="hold" nodeType="clickEffect">
                                  <p:stCondLst>
                                    <p:cond delay="0"/>
                                  </p:stCondLst>
                                  <p:childTnLst>
                                    <p:set>
                                      <p:cBhvr>
                                        <p:cTn id="42"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Opzetten van use-cases</a:t>
            </a:r>
            <a:endParaRPr lang="nl-NL" sz="3200" b="1" u="none" strike="noStrike">
              <a:solidFill>
                <a:schemeClr val="accent1"/>
              </a:solidFill>
              <a:effectLst/>
              <a:uFillTx/>
              <a:latin typeface="Arial"/>
            </a:endParaRPr>
          </a:p>
        </p:txBody>
      </p:sp>
      <p:pic>
        <p:nvPicPr>
          <p:cNvPr id="250" name="Picture 10" descr="A white background with black text&#10;&#10;AI-generated content may be incorrect."/>
          <p:cNvPicPr/>
          <p:nvPr/>
        </p:nvPicPr>
        <p:blipFill>
          <a:blip r:embed="rId1"/>
          <a:stretch/>
        </p:blipFill>
        <p:spPr>
          <a:xfrm>
            <a:off x="3385440" y="1403280"/>
            <a:ext cx="3224160" cy="31518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Opzetten van use-cases</a:t>
            </a:r>
            <a:endParaRPr lang="nl-NL" sz="3200" b="1" u="none" strike="noStrike">
              <a:solidFill>
                <a:schemeClr val="accent1"/>
              </a:solidFill>
              <a:effectLst/>
              <a:uFillTx/>
              <a:latin typeface="Arial"/>
            </a:endParaRPr>
          </a:p>
        </p:txBody>
      </p:sp>
      <p:pic>
        <p:nvPicPr>
          <p:cNvPr id="252" name="Picture 10"/>
          <p:cNvPicPr/>
          <p:nvPr/>
        </p:nvPicPr>
        <p:blipFill>
          <a:blip r:embed="rId1"/>
          <a:stretch/>
        </p:blipFill>
        <p:spPr>
          <a:xfrm>
            <a:off x="2540880" y="1502640"/>
            <a:ext cx="3819240" cy="281916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Opzetten van use-cases</a:t>
            </a:r>
            <a:endParaRPr lang="nl-NL" sz="3200" b="1" u="none" strike="noStrike">
              <a:solidFill>
                <a:schemeClr val="accent1"/>
              </a:solidFill>
              <a:effectLst/>
              <a:uFillTx/>
              <a:latin typeface="Arial"/>
            </a:endParaRPr>
          </a:p>
        </p:txBody>
      </p:sp>
      <p:pic>
        <p:nvPicPr>
          <p:cNvPr id="254" name="Picture 10"/>
          <p:cNvPicPr/>
          <p:nvPr/>
        </p:nvPicPr>
        <p:blipFill>
          <a:blip r:embed="rId1"/>
          <a:stretch/>
        </p:blipFill>
        <p:spPr>
          <a:xfrm>
            <a:off x="2540880" y="1502640"/>
            <a:ext cx="3819240" cy="281916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729000" y="244440"/>
            <a:ext cx="7443000" cy="993240"/>
          </a:xfrm>
          <a:prstGeom prst="rect">
            <a:avLst/>
          </a:prstGeom>
          <a:noFill/>
          <a:ln w="0">
            <a:noFill/>
          </a:ln>
        </p:spPr>
        <p:txBody>
          <a:bodyPr lIns="91440" tIns="45720" rIns="91440" bIns="45720" anchor="ctr">
            <a:noAutofit/>
          </a:bodyPr>
          <a:p>
            <a:pPr indent="0" algn="l" defTabSz="457200">
              <a:lnSpc>
                <a:spcPct val="100000"/>
              </a:lnSpc>
              <a:buNone/>
            </a:pPr>
            <a:r>
              <a:rPr lang="nl-NL" sz="3200" b="1" u="none" strike="noStrike">
                <a:solidFill>
                  <a:schemeClr val="accent1"/>
                </a:solidFill>
                <a:effectLst/>
                <a:uFillTx/>
                <a:latin typeface="Arial"/>
              </a:rPr>
              <a:t>Opzetten van use-cases</a:t>
            </a:r>
            <a:endParaRPr lang="nl-NL" sz="3200" b="1" u="none" strike="noStrike">
              <a:solidFill>
                <a:schemeClr val="accent1"/>
              </a:solidFill>
              <a:effectLst/>
              <a:uFillTx/>
              <a:latin typeface="Arial"/>
            </a:endParaRPr>
          </a:p>
        </p:txBody>
      </p:sp>
      <p:pic>
        <p:nvPicPr>
          <p:cNvPr id="256" name="Picture 10"/>
          <p:cNvPicPr/>
          <p:nvPr/>
        </p:nvPicPr>
        <p:blipFill>
          <a:blip r:embed="rId1"/>
          <a:stretch/>
        </p:blipFill>
        <p:spPr>
          <a:xfrm>
            <a:off x="2651040" y="1502640"/>
            <a:ext cx="3598920" cy="28191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HU Breed">
  <a:themeElements>
    <a:clrScheme name="Aangepast 5">
      <a:dk1>
        <a:srgbClr val="000000"/>
      </a:dk1>
      <a:lt1>
        <a:srgbClr val="FFFFFF"/>
      </a:lt1>
      <a:dk2>
        <a:srgbClr val="E6302B"/>
      </a:dk2>
      <a:lt2>
        <a:srgbClr val="00A1E1"/>
      </a:lt2>
      <a:accent1>
        <a:srgbClr val="00A1E1"/>
      </a:accent1>
      <a:accent2>
        <a:srgbClr val="E6302B"/>
      </a:accent2>
      <a:accent3>
        <a:srgbClr val="FFFFFF"/>
      </a:accent3>
      <a:accent4>
        <a:srgbClr val="FFFFFF"/>
      </a:accent4>
      <a:accent5>
        <a:srgbClr val="FFFFFF"/>
      </a:accent5>
      <a:accent6>
        <a:srgbClr val="FFFFFF"/>
      </a:accent6>
      <a:hlink>
        <a:srgbClr val="005070"/>
      </a:hlink>
      <a:folHlink>
        <a:srgbClr val="B71915"/>
      </a:folHlink>
    </a:clrScheme>
    <a:fontScheme name="Office - klassiek 2">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C639D342843A4BB6A4E0C5A088263E" ma:contentTypeVersion="15" ma:contentTypeDescription="Een nieuw document maken." ma:contentTypeScope="" ma:versionID="669e47292ecfeea512e5357f92f4af45">
  <xsd:schema xmlns:xsd="http://www.w3.org/2001/XMLSchema" xmlns:xs="http://www.w3.org/2001/XMLSchema" xmlns:p="http://schemas.microsoft.com/office/2006/metadata/properties" xmlns:ns2="90a4ddc4-74e3-483f-8564-55664645f259" xmlns:ns3="63c2b5bc-93a6-48bd-a8c0-84f2261f9e75" targetNamespace="http://schemas.microsoft.com/office/2006/metadata/properties" ma:root="true" ma:fieldsID="fc84d1d094f774ce5dfae72787e94d3d" ns2:_="" ns3:_="">
    <xsd:import namespace="90a4ddc4-74e3-483f-8564-55664645f259"/>
    <xsd:import namespace="63c2b5bc-93a6-48bd-a8c0-84f2261f9e7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DateTaken"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a4ddc4-74e3-483f-8564-55664645f2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lcf76f155ced4ddcb4097134ff3c332f" ma:index="20" nillable="true" ma:taxonomy="true" ma:internalName="lcf76f155ced4ddcb4097134ff3c332f" ma:taxonomyFieldName="MediaServiceImageTags" ma:displayName="Afbeeldingtags" ma:readOnly="false" ma:fieldId="{5cf76f15-5ced-4ddc-b409-7134ff3c332f}" ma:taxonomyMulti="true" ma:sspId="9115ee84-c194-4add-8ddb-ad54b768e1e2"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3c2b5bc-93a6-48bd-a8c0-84f2261f9e75" elementFormDefault="qualified">
    <xsd:import namespace="http://schemas.microsoft.com/office/2006/documentManagement/types"/>
    <xsd:import namespace="http://schemas.microsoft.com/office/infopath/2007/PartnerControls"/>
    <xsd:element name="SharedWithUsers" ma:index="13"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Gedeeld met details" ma:internalName="SharedWithDetails" ma:readOnly="true">
      <xsd:simpleType>
        <xsd:restriction base="dms:Note">
          <xsd:maxLength value="255"/>
        </xsd:restriction>
      </xsd:simpleType>
    </xsd:element>
    <xsd:element name="TaxCatchAll" ma:index="21" nillable="true" ma:displayName="Taxonomy Catch All Column" ma:hidden="true" ma:list="{3520dcea-edc9-4bf0-8b8f-41d9cbaeaf3a}" ma:internalName="TaxCatchAll" ma:showField="CatchAllData" ma:web="63c2b5bc-93a6-48bd-a8c0-84f2261f9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3c2b5bc-93a6-48bd-a8c0-84f2261f9e75" xsi:nil="true"/>
    <lcf76f155ced4ddcb4097134ff3c332f xmlns="90a4ddc4-74e3-483f-8564-55664645f2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546B728-4225-4D3D-AA77-3F8600B78A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a4ddc4-74e3-483f-8564-55664645f259"/>
    <ds:schemaRef ds:uri="63c2b5bc-93a6-48bd-a8c0-84f2261f9e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D085BC-C74D-4DD4-B88B-4E3129798687}">
  <ds:schemaRefs>
    <ds:schemaRef ds:uri="http://schemas.microsoft.com/sharepoint/v3/contenttype/forms"/>
  </ds:schemaRefs>
</ds:datastoreItem>
</file>

<file path=customXml/itemProps3.xml><?xml version="1.0" encoding="utf-8"?>
<ds:datastoreItem xmlns:ds="http://schemas.openxmlformats.org/officeDocument/2006/customXml" ds:itemID="{D61DA4DF-BDAE-46A0-AD23-2AC0E3D68BD7}">
  <ds:schemaRefs>
    <ds:schemaRef ds:uri="http://purl.org/dc/elements/1.1/"/>
    <ds:schemaRef ds:uri="http://purl.org/dc/dcmitype/"/>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cc018f0f-33de-4c4c-920d-26dc6e1acc33"/>
    <ds:schemaRef ds:uri="8e39aab0-005d-45b6-a80e-05e5df2908d1"/>
    <ds:schemaRef ds:uri="http://purl.org/dc/terms/"/>
    <ds:schemaRef ds:uri="63c2b5bc-93a6-48bd-a8c0-84f2261f9e75"/>
    <ds:schemaRef ds:uri="90a4ddc4-74e3-483f-8564-55664645f259"/>
  </ds:schemaRefs>
</ds:datastoreItem>
</file>

<file path=docProps/app.xml><?xml version="1.0" encoding="utf-8"?>
<Properties xmlns="http://schemas.openxmlformats.org/officeDocument/2006/extended-properties" xmlns:vt="http://schemas.openxmlformats.org/officeDocument/2006/docPropsVTypes">
  <Template>blank</Template>
  <TotalTime>11842</TotalTime>
  <Application>LibreOffice/26.2.5.2$Linux_X86_64 LibreOffice_project/620$Build-2</Application>
  <AppVersion>15.0000</AppVersion>
  <Words>188</Words>
  <Paragraphs>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2023-02-13T09:27:53Z</dcterms:created>
  <dc:creator>Jan-Willem Lankhaar</dc:creator>
  <dc:description/>
  <dc:language>en-US</dc:language>
  <cp:lastModifiedBy/>
  <dcterms:modified xsi:type="dcterms:W3CDTF">2026-09-04T14:54:24Z</dcterms:modified>
  <cp:revision>14</cp:revision>
  <dc:subject/>
  <dc:title>Training afstudeervaardigheden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0x01010092C639D342843A4BB6A4E0C5A088263E</vt:lpwstr>
  </property>
  <property fmtid="{D5CDD505-2E9C-101B-9397-08002B2CF9AE}" pid="3" name="Notes">
    <vt:i4>9</vt:i4>
  </property>
  <property fmtid="{D5CDD505-2E9C-101B-9397-08002B2CF9AE}" pid="4" name="PresentationFormat">
    <vt:lpwstr>On-screen Show (16:9)</vt:lpwstr>
  </property>
  <property fmtid="{D5CDD505-2E9C-101B-9397-08002B2CF9AE}" pid="5" name="Slides">
    <vt:i4>10</vt:i4>
  </property>
</Properties>
</file>