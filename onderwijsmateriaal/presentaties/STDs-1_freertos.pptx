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comments/modernComment_154_51D3CCCD.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5.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57" r:id="rId3"/>
    <p:sldId id="303" r:id="rId4"/>
    <p:sldId id="258" r:id="rId5"/>
    <p:sldId id="305" r:id="rId6"/>
    <p:sldId id="306" r:id="rId7"/>
    <p:sldId id="307" r:id="rId8"/>
    <p:sldId id="308" r:id="rId9"/>
    <p:sldId id="309" r:id="rId10"/>
    <p:sldId id="310" r:id="rId11"/>
    <p:sldId id="311" r:id="rId12"/>
    <p:sldId id="312" r:id="rId13"/>
    <p:sldId id="313" r:id="rId14"/>
    <p:sldId id="314" r:id="rId15"/>
    <p:sldId id="315" r:id="rId16"/>
    <p:sldId id="266" r:id="rId17"/>
    <p:sldId id="328" r:id="rId18"/>
    <p:sldId id="329" r:id="rId19"/>
    <p:sldId id="289" r:id="rId20"/>
    <p:sldId id="299" r:id="rId21"/>
    <p:sldId id="340" r:id="rId22"/>
    <p:sldId id="278" r:id="rId23"/>
    <p:sldId id="302" r:id="rId24"/>
    <p:sldId id="316" r:id="rId25"/>
    <p:sldId id="330" r:id="rId26"/>
    <p:sldId id="331" r:id="rId27"/>
    <p:sldId id="332" r:id="rId28"/>
    <p:sldId id="333" r:id="rId29"/>
    <p:sldId id="334" r:id="rId30"/>
    <p:sldId id="335" r:id="rId31"/>
    <p:sldId id="336" r:id="rId32"/>
    <p:sldId id="318" r:id="rId33"/>
    <p:sldId id="287" r:id="rId34"/>
    <p:sldId id="288" r:id="rId35"/>
    <p:sldId id="319" r:id="rId36"/>
    <p:sldId id="339" r:id="rId37"/>
    <p:sldId id="338" r:id="rId38"/>
    <p:sldId id="337" r:id="rId39"/>
  </p:sldIdLst>
  <p:sldSz cx="12192000" cy="6858000"/>
  <p:notesSz cx="6858000" cy="9144000"/>
  <p:defaultTextStyle>
    <a:defPPr>
      <a:defRPr lang="nl-NL"/>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AC69FF-DCAB-D094-1ABB-94FCE755F6B8}" name="Marius Versteegen" initials="MV" userId="S::marius.versteegen@hu.nl::3db87500-6bb8-48d8-b495-b010ee39f96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016D7A-7956-45F9-A0AA-4462120AA93D}" v="8" dt="2025-10-28T12:16:44.410"/>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Stijl, gemiddeld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860" autoAdjust="0"/>
    <p:restoredTop sz="58417" autoAdjust="0"/>
  </p:normalViewPr>
  <p:slideViewPr>
    <p:cSldViewPr snapToGrid="0">
      <p:cViewPr>
        <p:scale>
          <a:sx n="25" d="100"/>
          <a:sy n="25" d="100"/>
        </p:scale>
        <p:origin x="860" y="30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us Versteegen" userId="3db87500-6bb8-48d8-b495-b010ee39f961" providerId="ADAL" clId="{C79A2D37-6510-49F5-ABA6-D357ED2B568C}"/>
    <pc:docChg chg="custSel addSld modSld">
      <pc:chgData name="Marius Versteegen" userId="3db87500-6bb8-48d8-b495-b010ee39f961" providerId="ADAL" clId="{C79A2D37-6510-49F5-ABA6-D357ED2B568C}" dt="2025-10-28T12:16:44.410" v="153" actId="20577"/>
      <pc:docMkLst>
        <pc:docMk/>
      </pc:docMkLst>
      <pc:sldChg chg="modSp mod">
        <pc:chgData name="Marius Versteegen" userId="3db87500-6bb8-48d8-b495-b010ee39f961" providerId="ADAL" clId="{C79A2D37-6510-49F5-ABA6-D357ED2B568C}" dt="2025-10-28T09:33:34.566" v="61" actId="1076"/>
        <pc:sldMkLst>
          <pc:docMk/>
          <pc:sldMk cId="3250413816" sldId="307"/>
        </pc:sldMkLst>
        <pc:spChg chg="mod">
          <ac:chgData name="Marius Versteegen" userId="3db87500-6bb8-48d8-b495-b010ee39f961" providerId="ADAL" clId="{C79A2D37-6510-49F5-ABA6-D357ED2B568C}" dt="2025-10-28T09:33:34.566" v="61" actId="1076"/>
          <ac:spMkLst>
            <pc:docMk/>
            <pc:sldMk cId="3250413816" sldId="307"/>
            <ac:spMk id="2" creationId="{00000000-0000-0000-0000-000000000000}"/>
          </ac:spMkLst>
        </pc:spChg>
        <pc:spChg chg="mod">
          <ac:chgData name="Marius Versteegen" userId="3db87500-6bb8-48d8-b495-b010ee39f961" providerId="ADAL" clId="{C79A2D37-6510-49F5-ABA6-D357ED2B568C}" dt="2025-10-28T09:33:30.527" v="60" actId="1076"/>
          <ac:spMkLst>
            <pc:docMk/>
            <pc:sldMk cId="3250413816" sldId="307"/>
            <ac:spMk id="7" creationId="{32E46398-E366-4601-9393-06CC284E2544}"/>
          </ac:spMkLst>
        </pc:spChg>
        <pc:spChg chg="mod">
          <ac:chgData name="Marius Versteegen" userId="3db87500-6bb8-48d8-b495-b010ee39f961" providerId="ADAL" clId="{C79A2D37-6510-49F5-ABA6-D357ED2B568C}" dt="2025-10-28T09:33:28.328" v="59" actId="1076"/>
          <ac:spMkLst>
            <pc:docMk/>
            <pc:sldMk cId="3250413816" sldId="307"/>
            <ac:spMk id="10" creationId="{0E546F31-C804-488C-B5C9-06D80128C4A5}"/>
          </ac:spMkLst>
        </pc:spChg>
      </pc:sldChg>
      <pc:sldChg chg="modSp">
        <pc:chgData name="Marius Versteegen" userId="3db87500-6bb8-48d8-b495-b010ee39f961" providerId="ADAL" clId="{C79A2D37-6510-49F5-ABA6-D357ED2B568C}" dt="2025-10-28T12:16:44.410" v="153" actId="20577"/>
        <pc:sldMkLst>
          <pc:docMk/>
          <pc:sldMk cId="613788298" sldId="309"/>
        </pc:sldMkLst>
        <pc:spChg chg="mod">
          <ac:chgData name="Marius Versteegen" userId="3db87500-6bb8-48d8-b495-b010ee39f961" providerId="ADAL" clId="{C79A2D37-6510-49F5-ABA6-D357ED2B568C}" dt="2025-10-28T12:16:44.410" v="153" actId="20577"/>
          <ac:spMkLst>
            <pc:docMk/>
            <pc:sldMk cId="613788298" sldId="309"/>
            <ac:spMk id="5" creationId="{3EA199AE-0865-44E8-B7D5-126F29575D2A}"/>
          </ac:spMkLst>
        </pc:spChg>
      </pc:sldChg>
      <pc:sldChg chg="addSp delSp modSp new mod">
        <pc:chgData name="Marius Versteegen" userId="3db87500-6bb8-48d8-b495-b010ee39f961" providerId="ADAL" clId="{C79A2D37-6510-49F5-ABA6-D357ED2B568C}" dt="2025-10-28T09:50:39.099" v="148" actId="20577"/>
        <pc:sldMkLst>
          <pc:docMk/>
          <pc:sldMk cId="1372835021" sldId="340"/>
        </pc:sldMkLst>
        <pc:spChg chg="mod">
          <ac:chgData name="Marius Versteegen" userId="3db87500-6bb8-48d8-b495-b010ee39f961" providerId="ADAL" clId="{C79A2D37-6510-49F5-ABA6-D357ED2B568C}" dt="2025-10-28T09:50:39.099" v="148" actId="20577"/>
          <ac:spMkLst>
            <pc:docMk/>
            <pc:sldMk cId="1372835021" sldId="340"/>
            <ac:spMk id="2" creationId="{0BCDB637-B652-819A-F1ED-7A3A68DDFA8D}"/>
          </ac:spMkLst>
        </pc:spChg>
        <pc:spChg chg="del mod">
          <ac:chgData name="Marius Versteegen" userId="3db87500-6bb8-48d8-b495-b010ee39f961" providerId="ADAL" clId="{C79A2D37-6510-49F5-ABA6-D357ED2B568C}" dt="2025-10-28T09:49:46.135" v="111" actId="478"/>
          <ac:spMkLst>
            <pc:docMk/>
            <pc:sldMk cId="1372835021" sldId="340"/>
            <ac:spMk id="3" creationId="{5FB29D01-6FAA-ABB7-72F1-4F9A89E9C3C6}"/>
          </ac:spMkLst>
        </pc:spChg>
        <pc:spChg chg="add mod">
          <ac:chgData name="Marius Versteegen" userId="3db87500-6bb8-48d8-b495-b010ee39f961" providerId="ADAL" clId="{C79A2D37-6510-49F5-ABA6-D357ED2B568C}" dt="2025-10-28T09:50:19.663" v="127" actId="20577"/>
          <ac:spMkLst>
            <pc:docMk/>
            <pc:sldMk cId="1372835021" sldId="340"/>
            <ac:spMk id="6" creationId="{2FA460D0-1F4C-8461-482A-F2E7C6331994}"/>
          </ac:spMkLst>
        </pc:spChg>
        <pc:picChg chg="add mod">
          <ac:chgData name="Marius Versteegen" userId="3db87500-6bb8-48d8-b495-b010ee39f961" providerId="ADAL" clId="{C79A2D37-6510-49F5-ABA6-D357ED2B568C}" dt="2025-10-28T09:50:32.484" v="128" actId="1076"/>
          <ac:picMkLst>
            <pc:docMk/>
            <pc:sldMk cId="1372835021" sldId="340"/>
            <ac:picMk id="5" creationId="{4281C099-9778-B50C-8F61-D71EAF204C40}"/>
          </ac:picMkLst>
        </pc:picChg>
      </pc:sldChg>
    </pc:docChg>
  </pc:docChgLst>
  <pc:docChgLst>
    <pc:chgData name="Marius Versteegen" userId="3db87500-6bb8-48d8-b495-b010ee39f961" providerId="ADAL" clId="{AC527FCC-E0D5-4C5F-8382-B770FCAC2330}"/>
    <pc:docChg chg="undo custSel addSld delSld modSld sldOrd">
      <pc:chgData name="Marius Versteegen" userId="3db87500-6bb8-48d8-b495-b010ee39f961" providerId="ADAL" clId="{AC527FCC-E0D5-4C5F-8382-B770FCAC2330}" dt="2021-09-27T19:35:58.372" v="1514" actId="47"/>
      <pc:docMkLst>
        <pc:docMk/>
      </pc:docMkLst>
      <pc:sldChg chg="modSp del mod modNotesTx">
        <pc:chgData name="Marius Versteegen" userId="3db87500-6bb8-48d8-b495-b010ee39f961" providerId="ADAL" clId="{AC527FCC-E0D5-4C5F-8382-B770FCAC2330}" dt="2021-09-27T18:57:52.284" v="242" actId="47"/>
        <pc:sldMkLst>
          <pc:docMk/>
          <pc:sldMk cId="2338999274" sldId="263"/>
        </pc:sldMkLst>
      </pc:sldChg>
      <pc:sldChg chg="addSp delSp modSp del mod">
        <pc:chgData name="Marius Versteegen" userId="3db87500-6bb8-48d8-b495-b010ee39f961" providerId="ADAL" clId="{AC527FCC-E0D5-4C5F-8382-B770FCAC2330}" dt="2021-09-27T15:14:44.287" v="26" actId="47"/>
        <pc:sldMkLst>
          <pc:docMk/>
          <pc:sldMk cId="3068004004" sldId="264"/>
        </pc:sldMkLst>
      </pc:sldChg>
      <pc:sldChg chg="add ord">
        <pc:chgData name="Marius Versteegen" userId="3db87500-6bb8-48d8-b495-b010ee39f961" providerId="ADAL" clId="{AC527FCC-E0D5-4C5F-8382-B770FCAC2330}" dt="2021-09-27T18:53:51.604" v="209"/>
        <pc:sldMkLst>
          <pc:docMk/>
          <pc:sldMk cId="316855483" sldId="266"/>
        </pc:sldMkLst>
      </pc:sldChg>
      <pc:sldChg chg="add del">
        <pc:chgData name="Marius Versteegen" userId="3db87500-6bb8-48d8-b495-b010ee39f961" providerId="ADAL" clId="{AC527FCC-E0D5-4C5F-8382-B770FCAC2330}" dt="2021-09-27T18:53:31.572" v="206" actId="2696"/>
        <pc:sldMkLst>
          <pc:docMk/>
          <pc:sldMk cId="4031222997" sldId="266"/>
        </pc:sldMkLst>
      </pc:sldChg>
      <pc:sldChg chg="add del">
        <pc:chgData name="Marius Versteegen" userId="3db87500-6bb8-48d8-b495-b010ee39f961" providerId="ADAL" clId="{AC527FCC-E0D5-4C5F-8382-B770FCAC2330}" dt="2021-09-27T18:56:19.647" v="232"/>
        <pc:sldMkLst>
          <pc:docMk/>
          <pc:sldMk cId="57888971" sldId="278"/>
        </pc:sldMkLst>
      </pc:sldChg>
      <pc:sldChg chg="del">
        <pc:chgData name="Marius Versteegen" userId="3db87500-6bb8-48d8-b495-b010ee39f961" providerId="ADAL" clId="{AC527FCC-E0D5-4C5F-8382-B770FCAC2330}" dt="2021-09-27T18:55:54.845" v="230" actId="2696"/>
        <pc:sldMkLst>
          <pc:docMk/>
          <pc:sldMk cId="2319619443" sldId="278"/>
        </pc:sldMkLst>
      </pc:sldChg>
      <pc:sldChg chg="add">
        <pc:chgData name="Marius Versteegen" userId="3db87500-6bb8-48d8-b495-b010ee39f961" providerId="ADAL" clId="{AC527FCC-E0D5-4C5F-8382-B770FCAC2330}" dt="2021-09-27T18:57:02.048" v="237"/>
        <pc:sldMkLst>
          <pc:docMk/>
          <pc:sldMk cId="4273103221" sldId="278"/>
        </pc:sldMkLst>
      </pc:sldChg>
      <pc:sldChg chg="del">
        <pc:chgData name="Marius Versteegen" userId="3db87500-6bb8-48d8-b495-b010ee39f961" providerId="ADAL" clId="{AC527FCC-E0D5-4C5F-8382-B770FCAC2330}" dt="2021-09-27T15:17:33.784" v="34" actId="47"/>
        <pc:sldMkLst>
          <pc:docMk/>
          <pc:sldMk cId="945538635" sldId="281"/>
        </pc:sldMkLst>
      </pc:sldChg>
      <pc:sldChg chg="del">
        <pc:chgData name="Marius Versteegen" userId="3db87500-6bb8-48d8-b495-b010ee39f961" providerId="ADAL" clId="{AC527FCC-E0D5-4C5F-8382-B770FCAC2330}" dt="2021-09-27T15:17:33.784" v="34" actId="47"/>
        <pc:sldMkLst>
          <pc:docMk/>
          <pc:sldMk cId="2020177133" sldId="282"/>
        </pc:sldMkLst>
      </pc:sldChg>
      <pc:sldChg chg="ord">
        <pc:chgData name="Marius Versteegen" userId="3db87500-6bb8-48d8-b495-b010ee39f961" providerId="ADAL" clId="{AC527FCC-E0D5-4C5F-8382-B770FCAC2330}" dt="2021-09-27T19:01:25.430" v="308"/>
        <pc:sldMkLst>
          <pc:docMk/>
          <pc:sldMk cId="3506609672" sldId="287"/>
        </pc:sldMkLst>
      </pc:sldChg>
      <pc:sldChg chg="addSp modSp mod ord">
        <pc:chgData name="Marius Versteegen" userId="3db87500-6bb8-48d8-b495-b010ee39f961" providerId="ADAL" clId="{AC527FCC-E0D5-4C5F-8382-B770FCAC2330}" dt="2021-09-27T19:01:25.430" v="308"/>
        <pc:sldMkLst>
          <pc:docMk/>
          <pc:sldMk cId="1545968498" sldId="288"/>
        </pc:sldMkLst>
      </pc:sldChg>
      <pc:sldChg chg="del">
        <pc:chgData name="Marius Versteegen" userId="3db87500-6bb8-48d8-b495-b010ee39f961" providerId="ADAL" clId="{AC527FCC-E0D5-4C5F-8382-B770FCAC2330}" dt="2021-09-27T18:55:54.845" v="230" actId="2696"/>
        <pc:sldMkLst>
          <pc:docMk/>
          <pc:sldMk cId="347118767" sldId="289"/>
        </pc:sldMkLst>
      </pc:sldChg>
      <pc:sldChg chg="add del">
        <pc:chgData name="Marius Versteegen" userId="3db87500-6bb8-48d8-b495-b010ee39f961" providerId="ADAL" clId="{AC527FCC-E0D5-4C5F-8382-B770FCAC2330}" dt="2021-09-27T18:56:19.647" v="232"/>
        <pc:sldMkLst>
          <pc:docMk/>
          <pc:sldMk cId="645987389" sldId="289"/>
        </pc:sldMkLst>
      </pc:sldChg>
      <pc:sldChg chg="add">
        <pc:chgData name="Marius Versteegen" userId="3db87500-6bb8-48d8-b495-b010ee39f961" providerId="ADAL" clId="{AC527FCC-E0D5-4C5F-8382-B770FCAC2330}" dt="2021-09-27T18:57:02.048" v="237"/>
        <pc:sldMkLst>
          <pc:docMk/>
          <pc:sldMk cId="3454864830" sldId="289"/>
        </pc:sldMkLst>
      </pc:sldChg>
      <pc:sldChg chg="del">
        <pc:chgData name="Marius Versteegen" userId="3db87500-6bb8-48d8-b495-b010ee39f961" providerId="ADAL" clId="{AC527FCC-E0D5-4C5F-8382-B770FCAC2330}" dt="2021-09-27T18:55:54.845" v="230" actId="2696"/>
        <pc:sldMkLst>
          <pc:docMk/>
          <pc:sldMk cId="136628291" sldId="299"/>
        </pc:sldMkLst>
      </pc:sldChg>
      <pc:sldChg chg="add del">
        <pc:chgData name="Marius Versteegen" userId="3db87500-6bb8-48d8-b495-b010ee39f961" providerId="ADAL" clId="{AC527FCC-E0D5-4C5F-8382-B770FCAC2330}" dt="2021-09-27T18:56:19.647" v="232"/>
        <pc:sldMkLst>
          <pc:docMk/>
          <pc:sldMk cId="1414354091" sldId="299"/>
        </pc:sldMkLst>
      </pc:sldChg>
      <pc:sldChg chg="add">
        <pc:chgData name="Marius Versteegen" userId="3db87500-6bb8-48d8-b495-b010ee39f961" providerId="ADAL" clId="{AC527FCC-E0D5-4C5F-8382-B770FCAC2330}" dt="2021-09-27T18:57:02.048" v="237"/>
        <pc:sldMkLst>
          <pc:docMk/>
          <pc:sldMk cId="3692318221" sldId="299"/>
        </pc:sldMkLst>
      </pc:sldChg>
      <pc:sldChg chg="del">
        <pc:chgData name="Marius Versteegen" userId="3db87500-6bb8-48d8-b495-b010ee39f961" providerId="ADAL" clId="{AC527FCC-E0D5-4C5F-8382-B770FCAC2330}" dt="2021-09-27T18:55:35.200" v="229" actId="47"/>
        <pc:sldMkLst>
          <pc:docMk/>
          <pc:sldMk cId="1448850893" sldId="300"/>
        </pc:sldMkLst>
      </pc:sldChg>
      <pc:sldChg chg="addSp delSp modSp del mod">
        <pc:chgData name="Marius Versteegen" userId="3db87500-6bb8-48d8-b495-b010ee39f961" providerId="ADAL" clId="{AC527FCC-E0D5-4C5F-8382-B770FCAC2330}" dt="2021-09-27T19:07:51.684" v="312" actId="2696"/>
        <pc:sldMkLst>
          <pc:docMk/>
          <pc:sldMk cId="4094907362" sldId="301"/>
        </pc:sldMkLst>
      </pc:sldChg>
      <pc:sldChg chg="del">
        <pc:chgData name="Marius Versteegen" userId="3db87500-6bb8-48d8-b495-b010ee39f961" providerId="ADAL" clId="{AC527FCC-E0D5-4C5F-8382-B770FCAC2330}" dt="2021-09-27T18:55:54.845" v="230" actId="2696"/>
        <pc:sldMkLst>
          <pc:docMk/>
          <pc:sldMk cId="687595559" sldId="302"/>
        </pc:sldMkLst>
      </pc:sldChg>
      <pc:sldChg chg="add">
        <pc:chgData name="Marius Versteegen" userId="3db87500-6bb8-48d8-b495-b010ee39f961" providerId="ADAL" clId="{AC527FCC-E0D5-4C5F-8382-B770FCAC2330}" dt="2021-09-27T18:57:02.048" v="237"/>
        <pc:sldMkLst>
          <pc:docMk/>
          <pc:sldMk cId="1670815102" sldId="302"/>
        </pc:sldMkLst>
      </pc:sldChg>
      <pc:sldChg chg="add del">
        <pc:chgData name="Marius Versteegen" userId="3db87500-6bb8-48d8-b495-b010ee39f961" providerId="ADAL" clId="{AC527FCC-E0D5-4C5F-8382-B770FCAC2330}" dt="2021-09-27T18:56:19.647" v="232"/>
        <pc:sldMkLst>
          <pc:docMk/>
          <pc:sldMk cId="3870231725" sldId="302"/>
        </pc:sldMkLst>
      </pc:sldChg>
      <pc:sldChg chg="addSp delSp modSp new del mod">
        <pc:chgData name="Marius Versteegen" userId="3db87500-6bb8-48d8-b495-b010ee39f961" providerId="ADAL" clId="{AC527FCC-E0D5-4C5F-8382-B770FCAC2330}" dt="2021-09-27T18:58:01.257" v="243" actId="47"/>
        <pc:sldMkLst>
          <pc:docMk/>
          <pc:sldMk cId="1053615122" sldId="304"/>
        </pc:sldMkLst>
      </pc:sldChg>
      <pc:sldChg chg="add">
        <pc:chgData name="Marius Versteegen" userId="3db87500-6bb8-48d8-b495-b010ee39f961" providerId="ADAL" clId="{AC527FCC-E0D5-4C5F-8382-B770FCAC2330}" dt="2021-09-27T15:13:51.445" v="24"/>
        <pc:sldMkLst>
          <pc:docMk/>
          <pc:sldMk cId="2250736623" sldId="305"/>
        </pc:sldMkLst>
      </pc:sldChg>
      <pc:sldChg chg="add">
        <pc:chgData name="Marius Versteegen" userId="3db87500-6bb8-48d8-b495-b010ee39f961" providerId="ADAL" clId="{AC527FCC-E0D5-4C5F-8382-B770FCAC2330}" dt="2021-09-27T15:13:51.445" v="24"/>
        <pc:sldMkLst>
          <pc:docMk/>
          <pc:sldMk cId="2007563477" sldId="306"/>
        </pc:sldMkLst>
      </pc:sldChg>
      <pc:sldChg chg="add">
        <pc:chgData name="Marius Versteegen" userId="3db87500-6bb8-48d8-b495-b010ee39f961" providerId="ADAL" clId="{AC527FCC-E0D5-4C5F-8382-B770FCAC2330}" dt="2021-09-27T15:13:51.445" v="24"/>
        <pc:sldMkLst>
          <pc:docMk/>
          <pc:sldMk cId="3250413816" sldId="307"/>
        </pc:sldMkLst>
      </pc:sldChg>
      <pc:sldChg chg="add">
        <pc:chgData name="Marius Versteegen" userId="3db87500-6bb8-48d8-b495-b010ee39f961" providerId="ADAL" clId="{AC527FCC-E0D5-4C5F-8382-B770FCAC2330}" dt="2021-09-27T15:13:51.445" v="24"/>
        <pc:sldMkLst>
          <pc:docMk/>
          <pc:sldMk cId="3240718072" sldId="308"/>
        </pc:sldMkLst>
      </pc:sldChg>
      <pc:sldChg chg="add">
        <pc:chgData name="Marius Versteegen" userId="3db87500-6bb8-48d8-b495-b010ee39f961" providerId="ADAL" clId="{AC527FCC-E0D5-4C5F-8382-B770FCAC2330}" dt="2021-09-27T15:13:51.445" v="24"/>
        <pc:sldMkLst>
          <pc:docMk/>
          <pc:sldMk cId="613788298" sldId="309"/>
        </pc:sldMkLst>
      </pc:sldChg>
      <pc:sldChg chg="add">
        <pc:chgData name="Marius Versteegen" userId="3db87500-6bb8-48d8-b495-b010ee39f961" providerId="ADAL" clId="{AC527FCC-E0D5-4C5F-8382-B770FCAC2330}" dt="2021-09-27T15:13:51.445" v="24"/>
        <pc:sldMkLst>
          <pc:docMk/>
          <pc:sldMk cId="495482157" sldId="310"/>
        </pc:sldMkLst>
      </pc:sldChg>
      <pc:sldChg chg="add">
        <pc:chgData name="Marius Versteegen" userId="3db87500-6bb8-48d8-b495-b010ee39f961" providerId="ADAL" clId="{AC527FCC-E0D5-4C5F-8382-B770FCAC2330}" dt="2021-09-27T15:13:51.445" v="24"/>
        <pc:sldMkLst>
          <pc:docMk/>
          <pc:sldMk cId="3784921164" sldId="311"/>
        </pc:sldMkLst>
      </pc:sldChg>
      <pc:sldChg chg="add">
        <pc:chgData name="Marius Versteegen" userId="3db87500-6bb8-48d8-b495-b010ee39f961" providerId="ADAL" clId="{AC527FCC-E0D5-4C5F-8382-B770FCAC2330}" dt="2021-09-27T15:13:51.445" v="24"/>
        <pc:sldMkLst>
          <pc:docMk/>
          <pc:sldMk cId="4110082509" sldId="312"/>
        </pc:sldMkLst>
      </pc:sldChg>
      <pc:sldChg chg="add">
        <pc:chgData name="Marius Versteegen" userId="3db87500-6bb8-48d8-b495-b010ee39f961" providerId="ADAL" clId="{AC527FCC-E0D5-4C5F-8382-B770FCAC2330}" dt="2021-09-27T15:13:51.445" v="24"/>
        <pc:sldMkLst>
          <pc:docMk/>
          <pc:sldMk cId="2518114507" sldId="313"/>
        </pc:sldMkLst>
      </pc:sldChg>
      <pc:sldChg chg="add">
        <pc:chgData name="Marius Versteegen" userId="3db87500-6bb8-48d8-b495-b010ee39f961" providerId="ADAL" clId="{AC527FCC-E0D5-4C5F-8382-B770FCAC2330}" dt="2021-09-27T15:13:51.445" v="24"/>
        <pc:sldMkLst>
          <pc:docMk/>
          <pc:sldMk cId="2541459629" sldId="314"/>
        </pc:sldMkLst>
      </pc:sldChg>
      <pc:sldChg chg="modSp add mod ord">
        <pc:chgData name="Marius Versteegen" userId="3db87500-6bb8-48d8-b495-b010ee39f961" providerId="ADAL" clId="{AC527FCC-E0D5-4C5F-8382-B770FCAC2330}" dt="2021-09-27T18:56:30.738" v="234"/>
        <pc:sldMkLst>
          <pc:docMk/>
          <pc:sldMk cId="3867051724" sldId="315"/>
        </pc:sldMkLst>
      </pc:sldChg>
      <pc:sldChg chg="modSp add mod">
        <pc:chgData name="Marius Versteegen" userId="3db87500-6bb8-48d8-b495-b010ee39f961" providerId="ADAL" clId="{AC527FCC-E0D5-4C5F-8382-B770FCAC2330}" dt="2021-09-27T19:02:27.168" v="309" actId="1076"/>
        <pc:sldMkLst>
          <pc:docMk/>
          <pc:sldMk cId="3071576521" sldId="316"/>
        </pc:sldMkLst>
      </pc:sldChg>
      <pc:sldChg chg="add del ord">
        <pc:chgData name="Marius Versteegen" userId="3db87500-6bb8-48d8-b495-b010ee39f961" providerId="ADAL" clId="{AC527FCC-E0D5-4C5F-8382-B770FCAC2330}" dt="2021-09-27T18:54:40.121" v="226" actId="47"/>
        <pc:sldMkLst>
          <pc:docMk/>
          <pc:sldMk cId="3375000183" sldId="317"/>
        </pc:sldMkLst>
      </pc:sldChg>
      <pc:sldChg chg="add del">
        <pc:chgData name="Marius Versteegen" userId="3db87500-6bb8-48d8-b495-b010ee39f961" providerId="ADAL" clId="{AC527FCC-E0D5-4C5F-8382-B770FCAC2330}" dt="2021-09-27T18:53:31.572" v="206" actId="2696"/>
        <pc:sldMkLst>
          <pc:docMk/>
          <pc:sldMk cId="3434452628" sldId="317"/>
        </pc:sldMkLst>
      </pc:sldChg>
      <pc:sldChg chg="modSp add del mod">
        <pc:chgData name="Marius Versteegen" userId="3db87500-6bb8-48d8-b495-b010ee39f961" providerId="ADAL" clId="{AC527FCC-E0D5-4C5F-8382-B770FCAC2330}" dt="2021-09-27T18:57:42.251" v="239" actId="2696"/>
        <pc:sldMkLst>
          <pc:docMk/>
          <pc:sldMk cId="2065843503" sldId="318"/>
        </pc:sldMkLst>
      </pc:sldChg>
      <pc:sldChg chg="add">
        <pc:chgData name="Marius Versteegen" userId="3db87500-6bb8-48d8-b495-b010ee39f961" providerId="ADAL" clId="{AC527FCC-E0D5-4C5F-8382-B770FCAC2330}" dt="2021-09-27T18:57:45.653" v="240"/>
        <pc:sldMkLst>
          <pc:docMk/>
          <pc:sldMk cId="2267021274" sldId="318"/>
        </pc:sldMkLst>
      </pc:sldChg>
      <pc:sldChg chg="addSp delSp modSp new add del mod ord">
        <pc:chgData name="Marius Versteegen" userId="3db87500-6bb8-48d8-b495-b010ee39f961" providerId="ADAL" clId="{AC527FCC-E0D5-4C5F-8382-B770FCAC2330}" dt="2021-09-27T19:35:34.794" v="1513"/>
        <pc:sldMkLst>
          <pc:docMk/>
          <pc:sldMk cId="600783348" sldId="319"/>
        </pc:sldMkLst>
      </pc:sldChg>
      <pc:sldChg chg="addSp delSp modSp add del mod">
        <pc:chgData name="Marius Versteegen" userId="3db87500-6bb8-48d8-b495-b010ee39f961" providerId="ADAL" clId="{AC527FCC-E0D5-4C5F-8382-B770FCAC2330}" dt="2021-09-27T19:07:51.684" v="312" actId="2696"/>
        <pc:sldMkLst>
          <pc:docMk/>
          <pc:sldMk cId="866499854" sldId="320"/>
        </pc:sldMkLst>
      </pc:sldChg>
      <pc:sldChg chg="add del">
        <pc:chgData name="Marius Versteegen" userId="3db87500-6bb8-48d8-b495-b010ee39f961" providerId="ADAL" clId="{AC527FCC-E0D5-4C5F-8382-B770FCAC2330}" dt="2021-09-27T19:00:55.650" v="306" actId="47"/>
        <pc:sldMkLst>
          <pc:docMk/>
          <pc:sldMk cId="1826797752" sldId="321"/>
        </pc:sldMkLst>
      </pc:sldChg>
      <pc:sldChg chg="add del">
        <pc:chgData name="Marius Versteegen" userId="3db87500-6bb8-48d8-b495-b010ee39f961" providerId="ADAL" clId="{AC527FCC-E0D5-4C5F-8382-B770FCAC2330}" dt="2021-09-27T19:05:59.712" v="311" actId="47"/>
        <pc:sldMkLst>
          <pc:docMk/>
          <pc:sldMk cId="686873304" sldId="325"/>
        </pc:sldMkLst>
      </pc:sldChg>
      <pc:sldChg chg="add del">
        <pc:chgData name="Marius Versteegen" userId="3db87500-6bb8-48d8-b495-b010ee39f961" providerId="ADAL" clId="{AC527FCC-E0D5-4C5F-8382-B770FCAC2330}" dt="2021-09-27T19:05:59.712" v="311" actId="47"/>
        <pc:sldMkLst>
          <pc:docMk/>
          <pc:sldMk cId="3400924520" sldId="326"/>
        </pc:sldMkLst>
      </pc:sldChg>
      <pc:sldChg chg="add del">
        <pc:chgData name="Marius Versteegen" userId="3db87500-6bb8-48d8-b495-b010ee39f961" providerId="ADAL" clId="{AC527FCC-E0D5-4C5F-8382-B770FCAC2330}" dt="2021-09-27T19:35:58.372" v="1514" actId="47"/>
        <pc:sldMkLst>
          <pc:docMk/>
          <pc:sldMk cId="2632472869" sldId="327"/>
        </pc:sldMkLst>
      </pc:sldChg>
      <pc:sldChg chg="add ord">
        <pc:chgData name="Marius Versteegen" userId="3db87500-6bb8-48d8-b495-b010ee39f961" providerId="ADAL" clId="{AC527FCC-E0D5-4C5F-8382-B770FCAC2330}" dt="2021-09-27T18:56:48.257" v="236"/>
        <pc:sldMkLst>
          <pc:docMk/>
          <pc:sldMk cId="3722971873" sldId="328"/>
        </pc:sldMkLst>
      </pc:sldChg>
      <pc:sldChg chg="modSp add mod ord">
        <pc:chgData name="Marius Versteegen" userId="3db87500-6bb8-48d8-b495-b010ee39f961" providerId="ADAL" clId="{AC527FCC-E0D5-4C5F-8382-B770FCAC2330}" dt="2021-09-27T18:54:37.882" v="225" actId="6549"/>
        <pc:sldMkLst>
          <pc:docMk/>
          <pc:sldMk cId="61687657" sldId="329"/>
        </pc:sldMkLst>
      </pc:sldChg>
      <pc:sldChg chg="add">
        <pc:chgData name="Marius Versteegen" userId="3db87500-6bb8-48d8-b495-b010ee39f961" providerId="ADAL" clId="{AC527FCC-E0D5-4C5F-8382-B770FCAC2330}" dt="2021-09-27T18:51:23.872" v="205"/>
        <pc:sldMkLst>
          <pc:docMk/>
          <pc:sldMk cId="4043786309" sldId="330"/>
        </pc:sldMkLst>
      </pc:sldChg>
      <pc:sldChg chg="add">
        <pc:chgData name="Marius Versteegen" userId="3db87500-6bb8-48d8-b495-b010ee39f961" providerId="ADAL" clId="{AC527FCC-E0D5-4C5F-8382-B770FCAC2330}" dt="2021-09-27T18:51:23.872" v="205"/>
        <pc:sldMkLst>
          <pc:docMk/>
          <pc:sldMk cId="1481418252" sldId="331"/>
        </pc:sldMkLst>
      </pc:sldChg>
      <pc:sldChg chg="add">
        <pc:chgData name="Marius Versteegen" userId="3db87500-6bb8-48d8-b495-b010ee39f961" providerId="ADAL" clId="{AC527FCC-E0D5-4C5F-8382-B770FCAC2330}" dt="2021-09-27T18:51:23.872" v="205"/>
        <pc:sldMkLst>
          <pc:docMk/>
          <pc:sldMk cId="881796495" sldId="332"/>
        </pc:sldMkLst>
      </pc:sldChg>
      <pc:sldChg chg="add">
        <pc:chgData name="Marius Versteegen" userId="3db87500-6bb8-48d8-b495-b010ee39f961" providerId="ADAL" clId="{AC527FCC-E0D5-4C5F-8382-B770FCAC2330}" dt="2021-09-27T18:51:23.872" v="205"/>
        <pc:sldMkLst>
          <pc:docMk/>
          <pc:sldMk cId="1892614383" sldId="333"/>
        </pc:sldMkLst>
      </pc:sldChg>
      <pc:sldChg chg="add">
        <pc:chgData name="Marius Versteegen" userId="3db87500-6bb8-48d8-b495-b010ee39f961" providerId="ADAL" clId="{AC527FCC-E0D5-4C5F-8382-B770FCAC2330}" dt="2021-09-27T18:51:23.872" v="205"/>
        <pc:sldMkLst>
          <pc:docMk/>
          <pc:sldMk cId="321449316" sldId="334"/>
        </pc:sldMkLst>
      </pc:sldChg>
      <pc:sldChg chg="add">
        <pc:chgData name="Marius Versteegen" userId="3db87500-6bb8-48d8-b495-b010ee39f961" providerId="ADAL" clId="{AC527FCC-E0D5-4C5F-8382-B770FCAC2330}" dt="2021-09-27T18:51:23.872" v="205"/>
        <pc:sldMkLst>
          <pc:docMk/>
          <pc:sldMk cId="2990447938" sldId="335"/>
        </pc:sldMkLst>
      </pc:sldChg>
      <pc:sldChg chg="add">
        <pc:chgData name="Marius Versteegen" userId="3db87500-6bb8-48d8-b495-b010ee39f961" providerId="ADAL" clId="{AC527FCC-E0D5-4C5F-8382-B770FCAC2330}" dt="2021-09-27T18:51:23.872" v="205"/>
        <pc:sldMkLst>
          <pc:docMk/>
          <pc:sldMk cId="1524140941" sldId="336"/>
        </pc:sldMkLst>
      </pc:sldChg>
      <pc:sldChg chg="add del">
        <pc:chgData name="Marius Versteegen" userId="3db87500-6bb8-48d8-b495-b010ee39f961" providerId="ADAL" clId="{AC527FCC-E0D5-4C5F-8382-B770FCAC2330}" dt="2021-09-27T18:57:47.451" v="241" actId="47"/>
        <pc:sldMkLst>
          <pc:docMk/>
          <pc:sldMk cId="2540909678" sldId="337"/>
        </pc:sldMkLst>
      </pc:sldChg>
      <pc:sldChg chg="addSp delSp modSp new mod">
        <pc:chgData name="Marius Versteegen" userId="3db87500-6bb8-48d8-b495-b010ee39f961" providerId="ADAL" clId="{AC527FCC-E0D5-4C5F-8382-B770FCAC2330}" dt="2021-09-27T19:34:49.340" v="1507" actId="1076"/>
        <pc:sldMkLst>
          <pc:docMk/>
          <pc:sldMk cId="3232429892" sldId="337"/>
        </pc:sldMkLst>
      </pc:sldChg>
    </pc:docChg>
  </pc:docChgLst>
  <pc:docChgLst>
    <pc:chgData name="Marius Versteegen" userId="3db87500-6bb8-48d8-b495-b010ee39f961" providerId="ADAL" clId="{42C80593-0A04-41EC-BFF6-5910DE978C8A}"/>
    <pc:docChg chg="custSel addSld modSld">
      <pc:chgData name="Marius Versteegen" userId="3db87500-6bb8-48d8-b495-b010ee39f961" providerId="ADAL" clId="{42C80593-0A04-41EC-BFF6-5910DE978C8A}" dt="2024-10-09T08:26:17.824" v="63" actId="1035"/>
      <pc:docMkLst>
        <pc:docMk/>
      </pc:docMkLst>
      <pc:sldChg chg="addSp delSp modSp">
        <pc:chgData name="Marius Versteegen" userId="3db87500-6bb8-48d8-b495-b010ee39f961" providerId="ADAL" clId="{42C80593-0A04-41EC-BFF6-5910DE978C8A}" dt="2024-10-09T08:26:17.824" v="63" actId="1035"/>
        <pc:sldMkLst>
          <pc:docMk/>
          <pc:sldMk cId="600783348" sldId="319"/>
        </pc:sldMkLst>
      </pc:sldChg>
      <pc:sldChg chg="addSp delSp modSp add mod">
        <pc:chgData name="Marius Versteegen" userId="3db87500-6bb8-48d8-b495-b010ee39f961" providerId="ADAL" clId="{42C80593-0A04-41EC-BFF6-5910DE978C8A}" dt="2024-10-09T08:25:38.705" v="51" actId="14100"/>
        <pc:sldMkLst>
          <pc:docMk/>
          <pc:sldMk cId="1876916364" sldId="339"/>
        </pc:sldMkLst>
      </pc:sldChg>
    </pc:docChg>
  </pc:docChgLst>
  <pc:docChgLst>
    <pc:chgData name="Marius" userId="3db87500-6bb8-48d8-b495-b010ee39f961" providerId="ADAL" clId="{322EB320-D8A8-4E4F-AF18-694CE140C4E5}"/>
    <pc:docChg chg="modSld">
      <pc:chgData name="Marius" userId="3db87500-6bb8-48d8-b495-b010ee39f961" providerId="ADAL" clId="{322EB320-D8A8-4E4F-AF18-694CE140C4E5}" dt="2021-04-01T09:10:13.293" v="18" actId="1035"/>
      <pc:docMkLst>
        <pc:docMk/>
      </pc:docMkLst>
      <pc:sldChg chg="addSp modSp mod">
        <pc:chgData name="Marius" userId="3db87500-6bb8-48d8-b495-b010ee39f961" providerId="ADAL" clId="{322EB320-D8A8-4E4F-AF18-694CE140C4E5}" dt="2021-04-01T09:10:13.293" v="18" actId="1035"/>
        <pc:sldMkLst>
          <pc:docMk/>
          <pc:sldMk cId="1545968498" sldId="288"/>
        </pc:sldMkLst>
      </pc:sldChg>
    </pc:docChg>
  </pc:docChgLst>
  <pc:docChgLst>
    <pc:chgData name="Marius Versteegen" userId="3db87500-6bb8-48d8-b495-b010ee39f961" providerId="ADAL" clId="{9C86154D-290A-487D-8009-5E9B6344E070}"/>
    <pc:docChg chg="modSld">
      <pc:chgData name="Marius Versteegen" userId="3db87500-6bb8-48d8-b495-b010ee39f961" providerId="ADAL" clId="{9C86154D-290A-487D-8009-5E9B6344E070}" dt="2021-09-28T09:26:06.355" v="27"/>
      <pc:docMkLst>
        <pc:docMk/>
      </pc:docMkLst>
      <pc:sldChg chg="modNotesTx">
        <pc:chgData name="Marius Versteegen" userId="3db87500-6bb8-48d8-b495-b010ee39f961" providerId="ADAL" clId="{9C86154D-290A-487D-8009-5E9B6344E070}" dt="2021-09-28T09:26:01.316" v="26" actId="20577"/>
        <pc:sldMkLst>
          <pc:docMk/>
          <pc:sldMk cId="2990447938" sldId="335"/>
        </pc:sldMkLst>
      </pc:sldChg>
      <pc:sldChg chg="modNotesTx">
        <pc:chgData name="Marius Versteegen" userId="3db87500-6bb8-48d8-b495-b010ee39f961" providerId="ADAL" clId="{9C86154D-290A-487D-8009-5E9B6344E070}" dt="2021-09-28T09:26:06.355" v="27"/>
        <pc:sldMkLst>
          <pc:docMk/>
          <pc:sldMk cId="1524140941" sldId="336"/>
        </pc:sldMkLst>
      </pc:sldChg>
    </pc:docChg>
  </pc:docChgLst>
  <pc:docChgLst>
    <pc:chgData name="Marius Versteegen" userId="3db87500-6bb8-48d8-b495-b010ee39f961" providerId="ADAL" clId="{2625C9E5-9FCB-4172-B93F-1A816ACD9583}"/>
    <pc:docChg chg="addSld modSld">
      <pc:chgData name="Marius Versteegen" userId="3db87500-6bb8-48d8-b495-b010ee39f961" providerId="ADAL" clId="{2625C9E5-9FCB-4172-B93F-1A816ACD9583}" dt="2024-10-09T08:06:11.057" v="16" actId="1076"/>
      <pc:docMkLst>
        <pc:docMk/>
      </pc:docMkLst>
      <pc:sldChg chg="modSp mod">
        <pc:chgData name="Marius Versteegen" userId="3db87500-6bb8-48d8-b495-b010ee39f961" providerId="ADAL" clId="{2625C9E5-9FCB-4172-B93F-1A816ACD9583}" dt="2024-10-09T08:06:11.057" v="16" actId="1076"/>
        <pc:sldMkLst>
          <pc:docMk/>
          <pc:sldMk cId="600783348" sldId="319"/>
        </pc:sldMkLst>
      </pc:sldChg>
      <pc:sldChg chg="mod modShow">
        <pc:chgData name="Marius Versteegen" userId="3db87500-6bb8-48d8-b495-b010ee39f961" providerId="ADAL" clId="{2625C9E5-9FCB-4172-B93F-1A816ACD9583}" dt="2024-10-09T08:05:36.369" v="2" actId="729"/>
        <pc:sldMkLst>
          <pc:docMk/>
          <pc:sldMk cId="3232429892" sldId="337"/>
        </pc:sldMkLst>
      </pc:sldChg>
      <pc:sldChg chg="add mod modShow">
        <pc:chgData name="Marius Versteegen" userId="3db87500-6bb8-48d8-b495-b010ee39f961" providerId="ADAL" clId="{2625C9E5-9FCB-4172-B93F-1A816ACD9583}" dt="2024-10-09T08:05:29.322" v="1" actId="729"/>
        <pc:sldMkLst>
          <pc:docMk/>
          <pc:sldMk cId="2667249759" sldId="338"/>
        </pc:sldMkLst>
      </pc:sldChg>
    </pc:docChg>
  </pc:docChgLst>
  <pc:docChgLst>
    <pc:chgData name="Marius" userId="3db87500-6bb8-48d8-b495-b010ee39f961" providerId="ADAL" clId="{49072466-1966-4A59-A46C-6F74C15C8900}"/>
    <pc:docChg chg="undo redo custSel addSld delSld modSld sldOrd">
      <pc:chgData name="Marius" userId="3db87500-6bb8-48d8-b495-b010ee39f961" providerId="ADAL" clId="{49072466-1966-4A59-A46C-6F74C15C8900}" dt="2020-09-22T15:09:31.915" v="1746"/>
      <pc:docMkLst>
        <pc:docMk/>
      </pc:docMkLst>
      <pc:sldChg chg="modSp mod">
        <pc:chgData name="Marius" userId="3db87500-6bb8-48d8-b495-b010ee39f961" providerId="ADAL" clId="{49072466-1966-4A59-A46C-6F74C15C8900}" dt="2020-09-20T10:55:29.977" v="122" actId="1076"/>
        <pc:sldMkLst>
          <pc:docMk/>
          <pc:sldMk cId="2027904907" sldId="256"/>
        </pc:sldMkLst>
      </pc:sldChg>
      <pc:sldChg chg="add">
        <pc:chgData name="Marius" userId="3db87500-6bb8-48d8-b495-b010ee39f961" providerId="ADAL" clId="{49072466-1966-4A59-A46C-6F74C15C8900}" dt="2020-09-21T12:19:13.210" v="1217"/>
        <pc:sldMkLst>
          <pc:docMk/>
          <pc:sldMk cId="360222040" sldId="257"/>
        </pc:sldMkLst>
      </pc:sldChg>
      <pc:sldChg chg="add del">
        <pc:chgData name="Marius" userId="3db87500-6bb8-48d8-b495-b010ee39f961" providerId="ADAL" clId="{49072466-1966-4A59-A46C-6F74C15C8900}" dt="2020-09-20T10:55:30.630" v="123" actId="47"/>
        <pc:sldMkLst>
          <pc:docMk/>
          <pc:sldMk cId="1621214740" sldId="257"/>
        </pc:sldMkLst>
      </pc:sldChg>
      <pc:sldChg chg="modSp mod ord">
        <pc:chgData name="Marius" userId="3db87500-6bb8-48d8-b495-b010ee39f961" providerId="ADAL" clId="{49072466-1966-4A59-A46C-6F74C15C8900}" dt="2020-09-22T15:09:31.915" v="1746"/>
        <pc:sldMkLst>
          <pc:docMk/>
          <pc:sldMk cId="2474481246" sldId="258"/>
        </pc:sldMkLst>
      </pc:sldChg>
      <pc:sldChg chg="del">
        <pc:chgData name="Marius" userId="3db87500-6bb8-48d8-b495-b010ee39f961" providerId="ADAL" clId="{49072466-1966-4A59-A46C-6F74C15C8900}" dt="2020-09-20T11:24:35.325" v="183" actId="47"/>
        <pc:sldMkLst>
          <pc:docMk/>
          <pc:sldMk cId="523130338" sldId="259"/>
        </pc:sldMkLst>
      </pc:sldChg>
      <pc:sldChg chg="del">
        <pc:chgData name="Marius" userId="3db87500-6bb8-48d8-b495-b010ee39f961" providerId="ADAL" clId="{49072466-1966-4A59-A46C-6F74C15C8900}" dt="2020-09-20T11:24:35.325" v="183" actId="47"/>
        <pc:sldMkLst>
          <pc:docMk/>
          <pc:sldMk cId="2983066502" sldId="260"/>
        </pc:sldMkLst>
      </pc:sldChg>
      <pc:sldChg chg="del">
        <pc:chgData name="Marius" userId="3db87500-6bb8-48d8-b495-b010ee39f961" providerId="ADAL" clId="{49072466-1966-4A59-A46C-6F74C15C8900}" dt="2020-09-20T11:24:35.325" v="183" actId="47"/>
        <pc:sldMkLst>
          <pc:docMk/>
          <pc:sldMk cId="4039878731" sldId="261"/>
        </pc:sldMkLst>
      </pc:sldChg>
      <pc:sldChg chg="del">
        <pc:chgData name="Marius" userId="3db87500-6bb8-48d8-b495-b010ee39f961" providerId="ADAL" clId="{49072466-1966-4A59-A46C-6F74C15C8900}" dt="2020-09-20T11:24:35.325" v="183" actId="47"/>
        <pc:sldMkLst>
          <pc:docMk/>
          <pc:sldMk cId="958592174" sldId="262"/>
        </pc:sldMkLst>
      </pc:sldChg>
      <pc:sldChg chg="add del">
        <pc:chgData name="Marius" userId="3db87500-6bb8-48d8-b495-b010ee39f961" providerId="ADAL" clId="{49072466-1966-4A59-A46C-6F74C15C8900}" dt="2020-09-21T12:48:28.935" v="1717" actId="47"/>
        <pc:sldMkLst>
          <pc:docMk/>
          <pc:sldMk cId="1422372982" sldId="262"/>
        </pc:sldMkLst>
      </pc:sldChg>
      <pc:sldChg chg="modSp add mod">
        <pc:chgData name="Marius" userId="3db87500-6bb8-48d8-b495-b010ee39f961" providerId="ADAL" clId="{49072466-1966-4A59-A46C-6F74C15C8900}" dt="2020-09-21T13:08:39.996" v="1739" actId="1076"/>
        <pc:sldMkLst>
          <pc:docMk/>
          <pc:sldMk cId="2338999274" sldId="263"/>
        </pc:sldMkLst>
      </pc:sldChg>
      <pc:sldChg chg="del">
        <pc:chgData name="Marius" userId="3db87500-6bb8-48d8-b495-b010ee39f961" providerId="ADAL" clId="{49072466-1966-4A59-A46C-6F74C15C8900}" dt="2020-09-20T11:24:28.415" v="182" actId="47"/>
        <pc:sldMkLst>
          <pc:docMk/>
          <pc:sldMk cId="1649858947" sldId="264"/>
        </pc:sldMkLst>
      </pc:sldChg>
      <pc:sldChg chg="addSp delSp modSp add mod">
        <pc:chgData name="Marius" userId="3db87500-6bb8-48d8-b495-b010ee39f961" providerId="ADAL" clId="{49072466-1966-4A59-A46C-6F74C15C8900}" dt="2020-09-21T12:59:24.490" v="1722" actId="1076"/>
        <pc:sldMkLst>
          <pc:docMk/>
          <pc:sldMk cId="3068004004" sldId="264"/>
        </pc:sldMkLst>
      </pc:sldChg>
      <pc:sldChg chg="add del">
        <pc:chgData name="Marius" userId="3db87500-6bb8-48d8-b495-b010ee39f961" providerId="ADAL" clId="{49072466-1966-4A59-A46C-6F74C15C8900}" dt="2020-09-21T12:48:28.935" v="1717" actId="47"/>
        <pc:sldMkLst>
          <pc:docMk/>
          <pc:sldMk cId="1414252783" sldId="265"/>
        </pc:sldMkLst>
      </pc:sldChg>
      <pc:sldChg chg="add del">
        <pc:chgData name="Marius" userId="3db87500-6bb8-48d8-b495-b010ee39f961" providerId="ADAL" clId="{49072466-1966-4A59-A46C-6F74C15C8900}" dt="2020-09-20T10:56:09.095" v="127" actId="47"/>
        <pc:sldMkLst>
          <pc:docMk/>
          <pc:sldMk cId="2558480432" sldId="265"/>
        </pc:sldMkLst>
      </pc:sldChg>
      <pc:sldChg chg="del">
        <pc:chgData name="Marius" userId="3db87500-6bb8-48d8-b495-b010ee39f961" providerId="ADAL" clId="{49072466-1966-4A59-A46C-6F74C15C8900}" dt="2020-09-20T11:24:28.415" v="182" actId="47"/>
        <pc:sldMkLst>
          <pc:docMk/>
          <pc:sldMk cId="1808788011" sldId="266"/>
        </pc:sldMkLst>
      </pc:sldChg>
      <pc:sldChg chg="addSp delSp modSp add mod">
        <pc:chgData name="Marius" userId="3db87500-6bb8-48d8-b495-b010ee39f961" providerId="ADAL" clId="{49072466-1966-4A59-A46C-6F74C15C8900}" dt="2020-09-21T13:08:24.639" v="1727" actId="1076"/>
        <pc:sldMkLst>
          <pc:docMk/>
          <pc:sldMk cId="4031222997" sldId="266"/>
        </pc:sldMkLst>
      </pc:sldChg>
      <pc:sldChg chg="del">
        <pc:chgData name="Marius" userId="3db87500-6bb8-48d8-b495-b010ee39f961" providerId="ADAL" clId="{49072466-1966-4A59-A46C-6F74C15C8900}" dt="2020-09-20T11:24:28.415" v="182" actId="47"/>
        <pc:sldMkLst>
          <pc:docMk/>
          <pc:sldMk cId="749166025" sldId="267"/>
        </pc:sldMkLst>
      </pc:sldChg>
      <pc:sldChg chg="del">
        <pc:chgData name="Marius" userId="3db87500-6bb8-48d8-b495-b010ee39f961" providerId="ADAL" clId="{49072466-1966-4A59-A46C-6F74C15C8900}" dt="2020-09-20T11:24:28.415" v="182" actId="47"/>
        <pc:sldMkLst>
          <pc:docMk/>
          <pc:sldMk cId="2459563222" sldId="269"/>
        </pc:sldMkLst>
      </pc:sldChg>
      <pc:sldChg chg="del">
        <pc:chgData name="Marius" userId="3db87500-6bb8-48d8-b495-b010ee39f961" providerId="ADAL" clId="{49072466-1966-4A59-A46C-6F74C15C8900}" dt="2020-09-20T11:24:28.415" v="182" actId="47"/>
        <pc:sldMkLst>
          <pc:docMk/>
          <pc:sldMk cId="3200426914" sldId="270"/>
        </pc:sldMkLst>
      </pc:sldChg>
      <pc:sldChg chg="del">
        <pc:chgData name="Marius" userId="3db87500-6bb8-48d8-b495-b010ee39f961" providerId="ADAL" clId="{49072466-1966-4A59-A46C-6F74C15C8900}" dt="2020-09-20T11:24:28.415" v="182" actId="47"/>
        <pc:sldMkLst>
          <pc:docMk/>
          <pc:sldMk cId="1299161362" sldId="271"/>
        </pc:sldMkLst>
      </pc:sldChg>
      <pc:sldChg chg="del">
        <pc:chgData name="Marius" userId="3db87500-6bb8-48d8-b495-b010ee39f961" providerId="ADAL" clId="{49072466-1966-4A59-A46C-6F74C15C8900}" dt="2020-09-20T11:24:28.415" v="182" actId="47"/>
        <pc:sldMkLst>
          <pc:docMk/>
          <pc:sldMk cId="696060891" sldId="272"/>
        </pc:sldMkLst>
      </pc:sldChg>
      <pc:sldChg chg="addSp delSp modSp add mod ord">
        <pc:chgData name="Marius" userId="3db87500-6bb8-48d8-b495-b010ee39f961" providerId="ADAL" clId="{49072466-1966-4A59-A46C-6F74C15C8900}" dt="2020-09-21T12:13:38.483" v="1215" actId="20577"/>
        <pc:sldMkLst>
          <pc:docMk/>
          <pc:sldMk cId="2319619443" sldId="278"/>
        </pc:sldMkLst>
      </pc:sldChg>
      <pc:sldChg chg="add">
        <pc:chgData name="Marius" userId="3db87500-6bb8-48d8-b495-b010ee39f961" providerId="ADAL" clId="{49072466-1966-4A59-A46C-6F74C15C8900}" dt="2020-09-20T11:14:04.497" v="136"/>
        <pc:sldMkLst>
          <pc:docMk/>
          <pc:sldMk cId="945538635" sldId="281"/>
        </pc:sldMkLst>
      </pc:sldChg>
      <pc:sldChg chg="add mod modShow">
        <pc:chgData name="Marius" userId="3db87500-6bb8-48d8-b495-b010ee39f961" providerId="ADAL" clId="{49072466-1966-4A59-A46C-6F74C15C8900}" dt="2020-09-21T13:09:08.777" v="1741" actId="729"/>
        <pc:sldMkLst>
          <pc:docMk/>
          <pc:sldMk cId="2020177133" sldId="282"/>
        </pc:sldMkLst>
      </pc:sldChg>
      <pc:sldChg chg="add">
        <pc:chgData name="Marius" userId="3db87500-6bb8-48d8-b495-b010ee39f961" providerId="ADAL" clId="{49072466-1966-4A59-A46C-6F74C15C8900}" dt="2020-09-20T11:23:54.596" v="181"/>
        <pc:sldMkLst>
          <pc:docMk/>
          <pc:sldMk cId="3506609672" sldId="287"/>
        </pc:sldMkLst>
      </pc:sldChg>
      <pc:sldChg chg="modSp add mod">
        <pc:chgData name="Marius" userId="3db87500-6bb8-48d8-b495-b010ee39f961" providerId="ADAL" clId="{49072466-1966-4A59-A46C-6F74C15C8900}" dt="2020-09-20T11:29:40.020" v="438" actId="114"/>
        <pc:sldMkLst>
          <pc:docMk/>
          <pc:sldMk cId="1545968498" sldId="288"/>
        </pc:sldMkLst>
      </pc:sldChg>
      <pc:sldChg chg="add ord">
        <pc:chgData name="Marius" userId="3db87500-6bb8-48d8-b495-b010ee39f961" providerId="ADAL" clId="{49072466-1966-4A59-A46C-6F74C15C8900}" dt="2020-09-22T15:09:11.354" v="1744"/>
        <pc:sldMkLst>
          <pc:docMk/>
          <pc:sldMk cId="347118767" sldId="289"/>
        </pc:sldMkLst>
      </pc:sldChg>
      <pc:sldChg chg="add del">
        <pc:chgData name="Marius" userId="3db87500-6bb8-48d8-b495-b010ee39f961" providerId="ADAL" clId="{49072466-1966-4A59-A46C-6F74C15C8900}" dt="2020-09-20T11:24:35.325" v="183" actId="47"/>
        <pc:sldMkLst>
          <pc:docMk/>
          <pc:sldMk cId="821092428" sldId="295"/>
        </pc:sldMkLst>
      </pc:sldChg>
      <pc:sldChg chg="modSp add del mod modShow">
        <pc:chgData name="Marius" userId="3db87500-6bb8-48d8-b495-b010ee39f961" providerId="ADAL" clId="{49072466-1966-4A59-A46C-6F74C15C8900}" dt="2020-09-21T13:10:33.359" v="1742" actId="47"/>
        <pc:sldMkLst>
          <pc:docMk/>
          <pc:sldMk cId="801432151" sldId="297"/>
        </pc:sldMkLst>
      </pc:sldChg>
      <pc:sldChg chg="add del mod modShow">
        <pc:chgData name="Marius" userId="3db87500-6bb8-48d8-b495-b010ee39f961" providerId="ADAL" clId="{49072466-1966-4A59-A46C-6F74C15C8900}" dt="2020-09-21T13:10:33.359" v="1742" actId="47"/>
        <pc:sldMkLst>
          <pc:docMk/>
          <pc:sldMk cId="1954525479" sldId="298"/>
        </pc:sldMkLst>
      </pc:sldChg>
      <pc:sldChg chg="add">
        <pc:chgData name="Marius" userId="3db87500-6bb8-48d8-b495-b010ee39f961" providerId="ADAL" clId="{49072466-1966-4A59-A46C-6F74C15C8900}" dt="2020-09-20T10:59:52.289" v="128"/>
        <pc:sldMkLst>
          <pc:docMk/>
          <pc:sldMk cId="136628291" sldId="299"/>
        </pc:sldMkLst>
      </pc:sldChg>
      <pc:sldChg chg="modSp add mod">
        <pc:chgData name="Marius" userId="3db87500-6bb8-48d8-b495-b010ee39f961" providerId="ADAL" clId="{49072466-1966-4A59-A46C-6F74C15C8900}" dt="2020-09-20T11:16:37.959" v="174" actId="20577"/>
        <pc:sldMkLst>
          <pc:docMk/>
          <pc:sldMk cId="1448850893" sldId="300"/>
        </pc:sldMkLst>
      </pc:sldChg>
      <pc:sldChg chg="add ord">
        <pc:chgData name="Marius" userId="3db87500-6bb8-48d8-b495-b010ee39f961" providerId="ADAL" clId="{49072466-1966-4A59-A46C-6F74C15C8900}" dt="2020-09-20T11:15:07.724" v="139"/>
        <pc:sldMkLst>
          <pc:docMk/>
          <pc:sldMk cId="4094907362" sldId="301"/>
        </pc:sldMkLst>
      </pc:sldChg>
      <pc:sldChg chg="add">
        <pc:chgData name="Marius" userId="3db87500-6bb8-48d8-b495-b010ee39f961" providerId="ADAL" clId="{49072466-1966-4A59-A46C-6F74C15C8900}" dt="2020-09-21T12:09:31.084" v="795" actId="2890"/>
        <pc:sldMkLst>
          <pc:docMk/>
          <pc:sldMk cId="687595559" sldId="302"/>
        </pc:sldMkLst>
      </pc:sldChg>
      <pc:sldChg chg="add">
        <pc:chgData name="Marius" userId="3db87500-6bb8-48d8-b495-b010ee39f961" providerId="ADAL" clId="{49072466-1966-4A59-A46C-6F74C15C8900}" dt="2020-09-21T12:19:13.210" v="1217"/>
        <pc:sldMkLst>
          <pc:docMk/>
          <pc:sldMk cId="3542009173" sldId="303"/>
        </pc:sldMkLst>
      </pc:sldChg>
    </pc:docChg>
  </pc:docChgLst>
</pc:chgInfo>
</file>

<file path=ppt/comments/modernComment_154_51D3CCCD.xml><?xml version="1.0" encoding="utf-8"?>
<p188:cmLst xmlns:a="http://schemas.openxmlformats.org/drawingml/2006/main" xmlns:r="http://schemas.openxmlformats.org/officeDocument/2006/relationships" xmlns:p188="http://schemas.microsoft.com/office/powerpoint/2018/8/main">
  <p188:cm id="{F30C4DA6-07BA-4C0F-9638-C92652DA9DAC}" authorId="{6CAC69FF-DCAB-D094-1ABB-94FCE755F6B8}" created="2025-10-28T09:52:07.945">
    <pc:sldMkLst xmlns:pc="http://schemas.microsoft.com/office/powerpoint/2013/main/command">
      <pc:docMk/>
      <pc:sldMk cId="1372835021" sldId="340"/>
    </pc:sldMkLst>
    <p188:txBody>
      <a:bodyPr/>
      <a:lstStyle/>
      <a:p>
        <a:r>
          <a:rPr lang="nl-NL"/>
          <a:t>H* is ook mogelijk = Deep state history.
H means: Shallow / Top Level State history.
H linkt ook naar ready, om aan te geven
wat er gebeurt als er nog geen history is.</a:t>
        </a:r>
      </a:p>
    </p188:txBody>
  </p188:cm>
</p188:cmLst>
</file>

<file path=ppt/ink/ink1.xml><?xml version="1.0" encoding="utf-8"?>
<inkml:ink xmlns:inkml="http://www.w3.org/2003/InkML">
  <inkml:definitions>
    <inkml:context xml:id="ctx0">
      <inkml:inkSource xml:id="inkSrc0">
        <inkml:traceFormat>
          <inkml:channel name="X" type="integer" max="4480" units="cm"/>
          <inkml:channel name="Y" type="integer" max="2049" units="cm"/>
          <inkml:channel name="T" type="integer" max="2.14748E9" units="dev"/>
        </inkml:traceFormat>
        <inkml:channelProperties>
          <inkml:channelProperty channel="X" name="resolution" value="69.34985" units="1/cm"/>
          <inkml:channelProperty channel="Y" name="resolution" value="50.46798" units="1/cm"/>
          <inkml:channelProperty channel="T" name="resolution" value="1" units="1/dev"/>
        </inkml:channelProperties>
      </inkml:inkSource>
      <inkml:timestamp xml:id="ts0" timeString="2019-09-08T19:20:05.953"/>
    </inkml:context>
    <inkml:brush xml:id="br0">
      <inkml:brushProperty name="width" value="0.05" units="cm"/>
      <inkml:brushProperty name="height" value="0.05" units="cm"/>
      <inkml:brushProperty name="color" value="#E71224"/>
      <inkml:brushProperty name="fitToCurve" value="1"/>
    </inkml:brush>
  </inkml:definitions>
  <inkml:trace contextRef="#ctx0" brushRef="#br0">0 521 0,'61'-31'219,"0"31"-204,62-31-15,30-30 16,-31 31-16,0-1 16,-60 0-16,-1 31 15,-31 0-15,-30-30 16,62 30 515,-62-31-531,30 31 16,1 0-1,-1-30 220,1 30-220,30 0-15,0-62 16,1 62-16,-1-30 16,0 30-16,0 0 15,0-61-15,1 61 16,-32 0 0,1-31-16,-1 31 15,-30-31 95</inkml:trace>
</inkml:ink>
</file>

<file path=ppt/ink/ink2.xml><?xml version="1.0" encoding="utf-8"?>
<inkml:ink xmlns:inkml="http://www.w3.org/2003/InkML">
  <inkml:definitions>
    <inkml:context xml:id="ctx0">
      <inkml:inkSource xml:id="inkSrc0">
        <inkml:traceFormat>
          <inkml:channel name="X" type="integer" max="4480" units="cm"/>
          <inkml:channel name="Y" type="integer" max="2049" units="cm"/>
          <inkml:channel name="T" type="integer" max="2.14748E9" units="dev"/>
        </inkml:traceFormat>
        <inkml:channelProperties>
          <inkml:channelProperty channel="X" name="resolution" value="69.34985" units="1/cm"/>
          <inkml:channelProperty channel="Y" name="resolution" value="50.46798" units="1/cm"/>
          <inkml:channelProperty channel="T" name="resolution" value="1" units="1/dev"/>
        </inkml:channelProperties>
      </inkml:inkSource>
      <inkml:timestamp xml:id="ts0" timeString="2019-09-08T19:20:09.473"/>
    </inkml:context>
    <inkml:brush xml:id="br0">
      <inkml:brushProperty name="width" value="0.05" units="cm"/>
      <inkml:brushProperty name="height" value="0.05" units="cm"/>
      <inkml:brushProperty name="color" value="#E71224"/>
      <inkml:brushProperty name="fitToCurve" value="1"/>
    </inkml:brush>
  </inkml:definitions>
  <inkml:trace contextRef="#ctx0" brushRef="#br0">0 368 0,'0'-31'47,"0"0"-31,31 31-1,-31-30 1,30 30 0,1-31-1,-1 1-15,32-1 16,-32 31-1,1-31 1,-1 31 0,-30-30-1,31 30-15,-31-31 297,0 1-281,31 30-16,-31-31 15,0 0 1</inkml:trace>
</inkml:ink>
</file>

<file path=ppt/ink/ink3.xml><?xml version="1.0" encoding="utf-8"?>
<inkml:ink xmlns:inkml="http://www.w3.org/2003/InkML">
  <inkml:definitions>
    <inkml:context xml:id="ctx0">
      <inkml:inkSource xml:id="inkSrc0">
        <inkml:traceFormat>
          <inkml:channel name="X" type="integer" max="4480" units="cm"/>
          <inkml:channel name="Y" type="integer" max="2049" units="cm"/>
          <inkml:channel name="T" type="integer" max="2.14748E9" units="dev"/>
        </inkml:traceFormat>
        <inkml:channelProperties>
          <inkml:channelProperty channel="X" name="resolution" value="69.34985" units="1/cm"/>
          <inkml:channelProperty channel="Y" name="resolution" value="50.46798" units="1/cm"/>
          <inkml:channelProperty channel="T" name="resolution" value="1" units="1/dev"/>
        </inkml:channelProperties>
      </inkml:inkSource>
      <inkml:timestamp xml:id="ts0" timeString="2019-09-08T19:20:28.687"/>
    </inkml:context>
    <inkml:brush xml:id="br0">
      <inkml:brushProperty name="width" value="0.05" units="cm"/>
      <inkml:brushProperty name="height" value="0.05" units="cm"/>
      <inkml:brushProperty name="color" value="#E71224"/>
      <inkml:brushProperty name="fitToCurve" value="1"/>
    </inkml:brush>
  </inkml:definitions>
  <inkml:trace contextRef="#ctx0" brushRef="#br0">0 0 0</inkml:trace>
</inkml:ink>
</file>

<file path=ppt/ink/ink4.xml><?xml version="1.0" encoding="utf-8"?>
<inkml:ink xmlns:inkml="http://www.w3.org/2003/InkML">
  <inkml:definitions>
    <inkml:context xml:id="ctx0">
      <inkml:inkSource xml:id="inkSrc0">
        <inkml:traceFormat>
          <inkml:channel name="X" type="integer" max="4480" units="cm"/>
          <inkml:channel name="Y" type="integer" max="2049" units="cm"/>
          <inkml:channel name="T" type="integer" max="2.14748E9" units="dev"/>
        </inkml:traceFormat>
        <inkml:channelProperties>
          <inkml:channelProperty channel="X" name="resolution" value="69.34985" units="1/cm"/>
          <inkml:channelProperty channel="Y" name="resolution" value="50.46798" units="1/cm"/>
          <inkml:channelProperty channel="T" name="resolution" value="1" units="1/dev"/>
        </inkml:channelProperties>
      </inkml:inkSource>
      <inkml:timestamp xml:id="ts0" timeString="2019-09-08T19:20:32"/>
    </inkml:context>
    <inkml:brush xml:id="br0">
      <inkml:brushProperty name="width" value="0.05" units="cm"/>
      <inkml:brushProperty name="height" value="0.05" units="cm"/>
      <inkml:brushProperty name="color" value="#E71224"/>
      <inkml:brushProperty name="fitToCurve" value="1"/>
    </inkml:brush>
  </inkml:definitions>
  <inkml:trace contextRef="#ctx0" brushRef="#br0">0 0 0,'30'0'218,"-30"31"-202,31-1 0,-31 1-1,31-31 16,-31 31 204,30-31-235,1 30 15,30 1-15,-30-1 16,-1-30 0,1 31-16,-1-31 47,-30 31-47,31-31 15,-31 30-15,31-30 16,-31 31-16,30-31 15,1 0-15,-1 0 16,-30 30 15,31-30-31</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1-09-30T13:10:40.749"/>
    </inkml:context>
    <inkml:brush xml:id="br0">
      <inkml:brushProperty name="width" value="0.05292" units="cm"/>
      <inkml:brushProperty name="height" value="0.05292" units="cm"/>
      <inkml:brushProperty name="color" value="#FF0000"/>
    </inkml:brush>
  </inkml:definitions>
  <inkml:trace contextRef="#ctx0" brushRef="#br0">21048 10726 88 0,'0'0'194'0,"0"0"34"16,0 0 27-16,0 0 37 0,0-2 61 16,0 2 58-16,0 0 47 0,0-9 46 15,0 9-170-15,0 0-29 0,0 0 4 0,0 0 21 16,0-8 22-16,0 8-10 0,0 0-33 15,-6 0-37-15,6 0-25 0,0 0-29 16,0 0-26-16,-6 0-39 0,6 0-37 16,0 0-32-16,-6 5-26 0,6-5-12 0,0 0-11 15,0 0-14-15,0 0-8 16,0 0 11-16,0 0 31 0,12-5 32 0,-6 2 24 16,8 0 16-16,6-5 10 0,-1 2 7 15,1-6 4-15,-1 5 4 0,1-4 6 16,-1 4-12-16,0 0-26 0,8-2-24 0,-8 3-14 15,0-2-8-15,-5 5-63 0,6-2-11 16,-7 5 0-16,-1-3 0 0,-5 3 0 16,6 0 0-16,-7-3 0 0,8 3 0 0,5 0 0 15,-6 0 0-15,0-5 0 0,1 5 0 16,-8-2 0-16,7-3 0 0,-7 5 0 16,7-3 0-16,-6 3 0 0,-7 0 0 15,6-4 0-15,-6 4 0 0,0 0 0 0,0 0 0 16,0 0 0-16,0 0 0 0,0 0 0 15,0-7 0-15,0 3 0 0,6 0 0 16,-6 1 0-16,0 3-266 0,8-7-190 16,-8 7-135-16,0 0-163 0,0 0-150 0,0 0-18 15,-8 3 33-15,2-3 75 0,-7 4 93 16,7-1 96-16,-7-3 106 0,0 4 111 16,7-8 142-16</inkml:trace>
  <inkml:trace contextRef="#ctx0" brushRef="#br0" timeOffset="468.66">20932 10466 95 0,'0'0'354'0,"0"10"81"16,6-5 53-16,1-2 57 0,6 9 67 16,0-9 66-16,-1 8 60 0,8-3 56 15,0 2-53-15,-1-2-297 0,7 3-122 16,1-1-6-16,-1 2 7 0,0-5-23 0,-7 4-32 15,7 1-33-15,-6-2-32 0,-7 1-27 16,6 0-52-16,-6 1-124 0,1 2 0 16,-8 0 0-16,7 2 0 0,-6-6 0 15,-1 8 0-15,7-3 0 0,-7-1 0 0,1 1 0 16,0 0 0-16,-7-4 0 0,6 4 0 16,0-4 0-16,1 3 0 0,-7-7 0 15,7 4 0-15,-1-3 0 0,1-1 0 0,-1 0 0 16,0 2-301-16,-6-9-151 0,14 6-178 15,-8-6-244-15,0 0-65 0,8-4 13 16,-8-3 41-16,7 0 66 0,-6-4 94 16,6 0 104-16,-1-1 120 0,-4-2 135 0</inkml:trace>
  <inkml:trace contextRef="#ctx0" brushRef="#br0" timeOffset="1312.27">21811 10474 167 0,'-7'-4'312'0,"7"4"80"0,0-4 66 15,0 4 69-15,0 0 60 16,-6 0 42-16,6 0 29 0,-6 4 22 0,6-4-237 15,-7 6-132-15,7 2-74 0,-7 4-37 16,7-1-27-16,-6 3-30 0,6-3-22 16,0 4-6-16,0-5 6 0,0 5 2 0,0-4 0 15,0 5-10-15,0-6-10 16,0 1-12-16,6 0-13 0,-6 1-15 0,7-5-20 16,0 0-11-16,-1 0-13 0,7 0-6 15,-7 0-9-15,1 2-5 0,6-6-10 16,-7 0-10-16,8-3-14 0,-2 4-14 0,-5-4-17 15,6 0-15-15,-6-4-17 0,5 4-17 16,-4-6-14-16,4 1-14 0,-6-2-27 16,8 0-31-16,-8-4-28 0,1 0-20 15,-1-1-3-15,0 6 7 0,2-2 19 16,-8 5 21-16,0 3 27 0,6-5 38 0,-6 5 54 16,0 0 70-16,0 0 69 0,0 0 59 15,0 0 44-15,0 0 32 0,0 0 12 16,0 8 10-16,0-8 3 0,-6 8-2 15,6-8 1-15,0 10-1 0,0-2 7 0,0 3 11 16,0-4-1-16,-8 4-3 0,8 4-3 16,-6-4-4-16,6 0-4 0,0 3-9 15,0-3-19-15,-6 3-34 0,6-1-36 16,0-3-37-16,0-3-79 0,0 1 0 16,6-1 0-16,-12 0 0 0,12 1-38 0,-6-1-192 15,-6-3-176-15,-1-1-376 0,7-3-122 16,0 3-29-16,-6-3 14 0,6 0 26 15,-7-3 48-15,0-4 72 0,7 0 123 0,0-4 141 16,0 0 205-16</inkml:trace>
  <inkml:trace contextRef="#ctx0" brushRef="#br0" timeOffset="3027.9">21967 10543 93 0,'0'0'173'0,"-6"4"57"16,6-4 56-16,-7 0 54 0,7 0 49 16,0 0 40-16,0 0 6 0,-6 0-18 15,6 0-50-15,0 0-46 0,0 0-26 0,0 0-25 16,0 0-30-16,-7 0-28 0,7 0-24 15,0 0-17-15,0 0-11 0,0 0-7 16,-7 0-10-16,7 0-16 0,0 0-14 0,0 0-14 16,0 0-15-16,0 0-8 0,0 0-9 15,0 0-8-15,0 0-6 0,0 0-7 16,0 0-5-16,0 0-3 0,0 0-6 16,0 0-2-16,0 0-4 0,0 0 2 0,0 0 4 15,0 0 9-15,0 0 13 0,0 0 13 16,0 0 13-16,0 0 5 0,0 0 2 15,-6-4-3-15,6 4-4 0,0-7-4 16,0 7-10-16,0-8-12 0,0 8-20 0,0-10-22 16,0 10-22-16,0-8-12 0,0 8-4 15,0 0 5-15,0-7 13 0,0 7 17 16,0 0 15-16,0 0 11 0,0-7 9 16,0 7 14-16,0 0 10 0,0 0 9 15,0 0 6-15,0 0-2 0,0 0-14 0,0 0-15 16,0 0-12-16,0 0-11 0,0 0-10 15,0 0-11-15,0 0-8 0,0 0-13 16,0 0-11-16,0 0-3 0,0 0-1 16,0 11 2-16,0-11 3 0,0 6 11 15,0-6 13-15,0 15 12 0,6-7 8 0,-6-1 11 16,0 0 5-16,0 0 4 0,0 1 2 16,0-1-1-16,0-7 0 0,7 11-9 15,-7-3-9-15,0 0-2 0,0-6 2 16,7 6-2-16,-7 0 3 0,0-1 0 15,0 0 2-15,0 0-1 0,0 1 0 0,0-1 1 16,0 0-3-16,0 1-5 0,0-1-5 16,0-4-2-16,0-3-2 0,6 15-2 15,-6-15-2-15,0 11-1 0,0-11-2 16,0 8-3-16,0-8 0 0,0 7 0 0,0-7 0 16,0 7 0-16,0-7 0 0,0 0 0 15,0 11 0-15,0-11 0 0,0 0 0 16,0 7 0-16,0-7 0 0,0 0 0 0,7 7 0 15,-7-7 0-15,0 0 0 0,-7 8 0 16,7-8-5-16,0 0-42 0,0 0-25 16,0 0-38-16,0 0-48 0,0 0-49 15,0 0-66-15,0 0-79 0,0 0-106 0,7-10-219 16,-7 5-145-16,6 2-28 0,0-1 29 16,-6-3 55-16,8 1 72 0,-8-3 76 15,-8 1 94-15,8 2 109 0,-6-2 134 16</inkml:trace>
  <inkml:trace contextRef="#ctx0" brushRef="#br0" timeOffset="14021.26">794 15936 172 0,'0'-5'268'15,"0"3"33"-15,0 2 41 0,0 0 53 16,0-8 53-16,0 5 51 15,0 3 45-15,0 0 41 0,0 0-249 16,0 0-74-16,0 0-13 0,0 0 17 16,0 3-7-16,7 0-30 15,-1 9-33-15,-6 3-27 0,6-1-29 16,1 8-22-16,-7 0-14 16,7 3-24-16,-7 2-20 0,6-7-11 15,0 7-12-15,-6-5-12 0,7-4-3 16,-7 1-5-16,0-5-1 15,0 1-13-15,7-5-32 0,-7 2-43 16,0-1-60-16,0-4-76 0,-7-3-108 16,7 4-177-16,0-8-154 15,0 3-44-15,0-3 0 0,-7-3 29 16,1-2 50-16,0 2 72 0,-1-1 82 16,0-3 93-16,1 0 125 15</inkml:trace>
  <inkml:trace contextRef="#ctx0" brushRef="#br0" timeOffset="14255.62">632 16174 18 0,'-20'3'276'16,"20"-3"64"-16,12 0 30 0,-4 0 55 16,-2 0 78-16,0 0 57 15,1 0 44-15,6 0 37 0,0 0 32 16,-1-3-358-16,2 3-128 0,5 0 8 15,1-3 3-15,0-1-88 16,-1-1-151-16,-6 2-153 0,6-4-189 16,-12 7-184-16,6-7-63 0,0 3-8 15,0-3 16-15,0-4 20 16,0 3 37-16,6-3 77 0,-5 0 106 16,5-1 129-16</inkml:trace>
  <inkml:trace contextRef="#ctx0" brushRef="#br0" timeOffset="14974.23">1237 15892 99 0,'-7'4'159'0,"14"4"65"16,-7-2 74-16,6 5 64 0,1-1 57 0,-7 6 47 15,7-2 44-15,-7 12-54 0,6-4-83 16,0 0-28-16,1 1-11 0,-7-2-55 15,7-6-58-15,-1-1-45 0,-6-3-36 16,6 1-29-16,-6-2-21 0,7-2-19 16,-7-8-10-16,0 10-15 0,0-10-9 15,0 0-10-15,0 0-15 0,0 0-12 0,0 0 3 16,0 0 9-16,13-3 3 0,0-4 4 16,1-1-4-16,-2 1-3 0,1 0-8 15,-6 2-12-15,6 2-8 0,-7 3-2 16,8 3 0-16,-2 2-8 0,-6-5 0 15,8 7 5-15,-8-3 8 0,1-1 16 16,-1 5 17-16,1-5 28 0,-7 4 21 0,7 0 15 16,-1-2 4-16,-6 5 3 0,-6-2 2 15,-1 6 1-15,7-2-3 0,-7 2-40 16,-6 1-23-16,1 0-19 0,4-5-28 16,-4 1-28-16,6-3-27 0,-2 0-25 15,-4-8-46-15,5 0-52 0,-6-5-57 16,0 2-46-16,7-1-81 0,0 0-107 0,-2 1-97 15,8-1-14-15,-6 0 19 0,0 1 33 16,6-4 53-16,-7 7 64 0,7-4 75 16,0 1 90-16,0-2 107 0</inkml:trace>
  <inkml:trace contextRef="#ctx0" brushRef="#br0" timeOffset="15645.99">1634 16101 93 0,'-6'7'249'16,"6"-7"49"-16,0 10 44 0,0-1 48 15,6-2 45-15,-6 0 35 0,0 4 23 16,0-8 18-16,0 9-156 0,6-8-180 0,-6 2-61 15,0-6-14-15,7 11-25 0,-7-11-27 16,7 4-42-16,-7-4-34 0,6-4-30 16,1 4-36-16,6-3-40 0,-6-1-56 15,-1-3-26-15,0 0-20 0,8-1-7 16,-8 4-5-16,0 4 7 0,-6 0 18 0,7 0 37 16,-7 0 70-16,13 7 81 0,-13-2 92 15,7 2 59-15,-1 0 53 0,-6 0 34 16,0 1 27-16,6 0 26 0,-6-1 25 15,0 0 0-15,0 0-31 0,6 1-43 16,-6-1-39-16,8-4-38 0,-2 2-33 16,-6 2-27-16,6-4-17 0,8 1-15 15,-14-1-13-15,6-3-16 0,-6 0-23 16,13 0-22-16,-7 0-14 0,1-3-12 16,0-1-10-16,-1-3-10 0,7-1-11 15,-6-2-16-15,-1 2-12 0,1-3-6 16,-1 3 5-16,1 1 7 0,-1 0 4 0,1 3 3 15,-7-3-2-15,6 3-10 0,-6 4-17 16,0-10-17-16,-6 2 3 16,6 8 10-16,6-11 18 0,-6 11 23 0,0 0 29 15,0 0 32-15,0-3 48 0,0 3 50 16,0 0 52-16,0 0 51 0,0 0 25 16,0 0 18-16,0 0 7 0,0 0 3 15,0 7 7-15,0-7 14 0,0 7 6 16,6 1-8-16,-6 2-12 0,8 1-14 15,-8 0-16-15,0 4-17 0,0-4-11 16,0 0-29-16,6 1-63 0,-6-2-103 16,6-3-107-16,1-3-143 0,-1 3-171 15,-6-3-141-15,7-4-41 0,0 0 2 16,-1-4 20-16,0-3 39 0,0-4 64 16,2 1 84-16,-2-5 91 0,-6 0 127 15</inkml:trace>
  <inkml:trace contextRef="#ctx0" brushRef="#br0" timeOffset="15927.19">2188 15961 231 0,'0'7'399'0,"0"5"70"15,0-1 53-15,0 10 58 0,0 5 59 16,-7 4 51-16,7-5 35 0,0 5 22 0,-6-1-252 16,6 7-276-16,0-10-89 0,-7 3-42 15,7-7-48-15,7 0-57 16,-7-7-72-16,6 0-75 0,-6-3-65 16,7-6-76-16,-1 2-106 0,-6-8-167 0,0 0-72 15,6-4 6-15,-6 4 36 0,8-8 41 16,-8 1 55-16,0 0 68 0,0-4 76 15,0 0 93-15</inkml:trace>
  <inkml:trace contextRef="#ctx0" brushRef="#br0" timeOffset="16503.28">2331 15977 26 0,'-7'14'300'0,"21"4"108"0,-21 4 63 0,0 3 54 16,7 9 48-16,-6 3 40 0,-1-5 25 15,1 1 20-15,6-3 12 0,-6-1-399 16,6-4-157-16,6-6-68 0,0-5-32 15,1 1-24-15,-1-4-25 0,1-3-38 16,0-5-40-16,-7-3-45 0,12-3-72 16,-12 3-113-16,0-4-174 0,8 0-47 0,-2-7-3 15,0-4 11-15,-6 1 21 0,0-5 44 16,0 1 57-16,-6 0 75 0,0-4 96 0</inkml:trace>
  <inkml:trace contextRef="#ctx0" brushRef="#br0" timeOffset="16643.88">2338 16141 23 0,'0'0'354'0,"0"7"116"16,0-7 7-16,6 4-1 0,0-4 10 16,2 0 3-16,-2 0-42 0,0 3-151 15,0-3-184-15,1 0-436 0,0 0-239 16,-7 0-26-16,0-3 68 0,0 3 54 0,0 0 40 16,0 0 49-16,-7-4 93 0</inkml:trace>
  <inkml:trace contextRef="#ctx0" brushRef="#br0" timeOffset="16925.08">2135 16192 339 0,'0'0'489'0,"0"0"-31"16,8-7-91-16,-2 3-129 0,0 4-147 16,1-7-57-16,6 0-21 0,-7-1-8 15,-6 1-271-15,7-4-259 0,-7 7-11 16,6-3 133-16,-6 0 150 0</inkml:trace>
  <inkml:trace contextRef="#ctx0" brushRef="#br0" timeOffset="17487.48">2533 16108 27 0,'-7'7'293'15,"14"26"95"-15,-14-22 54 0,7 4 59 0,-6-4 59 16,6 3 47-16,0-7 30 0,0 5 20 16,0-8 15-16,6 3-390 0,1-3-126 15,6-4-30-15,0 0-9 0,1-8-27 16,4 1-33-16,-4 0-17 0,-1-5-1 0,-7-2 21 16,8 3 24-16,-14 4 22 0,6-5 10 15,-6-2 2-15,0 3-23 0,0-4-15 16,-6 8-15-16,-2 3-36 0,-4 1-50 0,-1 3-69 15,-7 3-84-15,0 1-84 0,1 3-112 16,-1 12-140-16,20-16-164 0,-12 8-43 16,5-4 11-16,-6 5 41 0,7-5 63 0,-1 0 68 15,7 0 85-15,0-3 88 0,0 3 113 16</inkml:trace>
  <inkml:trace contextRef="#ctx0" brushRef="#br0" timeOffset="17956.14">2794 16090 137 0,'0'8'310'0,"0"2"61"0,0-3 37 15,6 8 31-15,-6 0 44 0,6-5 44 0,-6 6 49 16,0-6 34-16,0 1-156 0,-6 1-239 16,6-2-65-16,0-2-29 0,0-8-6 15,0 0-8-15,0 0-24 0,0 0-28 16,0 0-35-16,0 0-20 0,6-4-8 0,1-3-21 15,0-5-27-15,6 1-26 16,-1-3-16-16,2 2-12 0,-2 5-8 0,2 4-4 16,-1-1 24-16,-7 4 25 0,1 0 36 15,0 4 44-15,-1 3 58 0,0 1 54 16,-6-1 48-16,6 0 44 0,2 0 37 0,-8 1 27 16,0 2-1-16,0-2-12 0,0 3-26 15,0-3-35-15,0 2-70 0,0-2-91 16,-8-1-131-16,2-3-226 0,6-4-310 15,0 0-116-15,6 0-35 0,2-4 1 0,-8-3 20 16,6-4 39-16,0-4 76 0,-6 4 102 16,7-7 132-16</inkml:trace>
  <inkml:trace contextRef="#ctx0" brushRef="#br0" timeOffset="18581.05">3250 16148 24 0,'0'11'297'0,"-7"11"113"16,14-4 70-16,-1 5 55 0,-6 6 61 15,6 4 56-15,-6 0 45 0,-6-1 33 0,6 9 18 16,-6-4-386-16,-1 7-144 0,0-11-68 15,7 0-42-15,-6-4-38 0,0-8-39 16,6-2-39-16,-8-1-32 0,8-6-27 0,-6-1-25 16,6-8-17-16,0-3-27 0,0 0-14 15,0 0 3-15,0-11-32 0,0-4-12 16,6-3-5-16,-6-8 7 0,8-3 6 16,-8-7-7-16,6-5-16 0,0-3 2 0,1 4 17 15,6-1 44-15,0 9 78 0,0 7 61 16,0-2 56-16,0 10 48 0,0-2 50 15,0 4 50-15,7-3 59 0,0 3 38 16,-1 5 19-16,0-2-18 0,-6 5-31 16,1 0-37-16,5 3-39 0,-6 0-39 15,-7 4-32-15,7 0-20 0,-13 0-16 16,7 4-17-16,-7-4-10 0,0 0 3 16,-7 7 9-16,1 0 6 0,-1 5-15 15,-12 6-45-15,-8 1-99 0,2-1-66 16,5-4-82-16,0 8-189 0,14-15-230 15,0 4-83-15,-8 0-29 0,8-3 5 0,6-8 30 16,-7 0 68-16,7-3 112 0,0-5 94 16,0-3 114-16</inkml:trace>
  <inkml:trace contextRef="#ctx0" brushRef="#br0" timeOffset="19315.3">3666 16081 1 0,'0'0'216'0,"6"20"86"0,1-17 64 15,0 11 59-15,-7 2 58 0,0 2 50 16,-7-3 46-16,14 10 37 0,-7-3 27 15,0 0-300-15,0 4-100 0,0-4-32 16,0-4-38-16,0 1-36 0,0-9-37 16,0-2-34-16,0-8-27 0,-7 10-16 15,7-10-1-15,13-3 10 0,-13 0 6 16,0-5-23-16,-6-3-20 0,6-4-13 16,6-7-5-16,7 0-29 0,7-7-45 15,0-3-35-15,-8 2-27 0,1 4-13 16,1 8 8-16,-8 3 53 0,-6 4 52 15,0 5 33-15,6 1 29 0,8 2 51 16,5 3 57-16,-6 0 45 16,0 0 22-16,0 3 3 0,-6 2-22 15,-7 1-40-15,0-2-35 0,0 6-29 0,6-1-45 16,0-2-53-16,1 0-47 0,0 7-31 16,-7-7-23-16,-14 5-18 0,-5-5-23 15,-13 4-46-15,18 1-57 0,14-5-49 16,-6 0-14-16,-8 0 3 15,2 1 12-15,12-5 13 0,0 1 16 16,-6 4 23-16,6-5 33 0,-7 4 58 16,-6-3 82-16,13 3 76 0,0 0 73 0,6 1 76 15,8 0 73-15,-2 2 57 0,2-3 42 16,-14 5 29-16,0-2 17 16,0 2 3-16,19-6-21 0,-19 6-97 15,-7-5-176-15,7-3-295 0,0 3-140 16,7 0-70-16,0-3-28 0,-7-4-10 0,6 0 8 15,1-4 23-15,-7-3 41 0,6-4 94 16</inkml:trace>
  <inkml:trace contextRef="#ctx0" brushRef="#br0" timeOffset="19737.09">4005 16262 18 0,'0'3'252'0,"6"24"86"0,8-27 45 16,-8 0 42-16,14 0 37 0,-7-5 29 15,6-2 21-15,-6-4 10 16,7 0-5-16,-7-4-378 0,-1 1-97 15,2-1-34-15,-8 0-15 16,0-3-38-16,2 4-85 0,-8-1-79 16,6 4-43-16,-12 0-6 15,-2 4-29-15,2-1 53 0,0 8 49 16,-8 3 71-16,2 2 65 16,-1 2 64-16,-1 8 96 0,8-1 105 15,-7 12 89-15,6-5 46 16,7 6 62-16,0-5-30 0,7-1-85 15,-7-2-175-15,7-2-307 16,-1-12-212-16,7 2-87 0,0-2-52 16,0-3-35-16,0-2-5 0,0-2 26 15,1-6 41-15,-2-1 87 0,1 3 130 16</inkml:trace>
  <inkml:trace contextRef="#ctx0" brushRef="#br0" timeOffset="20112.04">4422 16068 60 0,'-7'4'367'16,"7"42"90"-16,-6-37 54 0,-7 5 43 15,-1 0 34-15,-5 5 11 0,6-1-18 16,0 1-32-16,7-5-32 16,6 1-499-16,0-7-159 0,6-1-30 15,0 0-8-15,7 0 20 16,1 0 25-16,6-3 33 0,-8 3 64 16,-5 4 83-16,6-3 66 15,-13 3 54-15,6-4 33 0,-12 4 34 16,-1 0 16-16,-6 4-63 15,-13-4-123-15,0-4-310 0,13-3-215 16,0 3-96-16,0 1-32 16,0-5-12-16,0-6-1 0,6-2 10 15,1-2 27-15,12 0 76 0,1 0 137 16</inkml:trace>
  <inkml:trace contextRef="#ctx0" brushRef="#br0" timeOffset="20580.71">4767 16115 97 0,'-6'3'299'15,"-8"13"65"-15,2-9 36 0,-2 0 42 16,1 0 54-16,0 5 51 0,0-2 41 15,1 1 30-15,4 0-112 0,2 1-253 0,0-5-93 16,6 4-23-16,0-4 1 0,6 0-12 16,-6 5-23-16,14-2-17 0,-8 1-4 15,0 0-3-15,0 0 3 0,1 0 3 16,-7-3 9-16,7 4 7 0,-7-6 6 0,0 5 3 16,0-3-7-16,-7 3-13 0,0 0-39 15,1-1-57-15,-14 5-94 0,1-4-153 16,6-7-271-16,6-1-149 0,1 1-48 0,-6 3-8 15,4-3 10-15,2-8 27 0,0-3 55 16,-1 0 80-16,7-8 118 0,7 0 166 16</inkml:trace>
  <inkml:trace contextRef="#ctx0" brushRef="#br0" timeOffset="21189.98">4865 16292 128 0,'0'6'335'0,"0"-6"54"0,0 0 34 15,12 0 26-15,-4 0 22 0,4-3 19 16,1-5-3-16,0-3-42 0,0 4-208 16,1-4-333-16,4 1-118 0,-4-5-14 0,5 0 1 15,-5 3 6-15,-8-2 13 0,0 3 15 16,0 4 42-16,2-5 67 0,-2 5 74 16,-6 0 67-16,0 7 29 0,-6-7-15 15,6 7-26-15,-8 0-7 0,2 0-18 16,-6 0-23-16,-2 7-22 0,1 0-8 0,1 0-6 15,-2 5-12-15,2 2 6 0,4 2 46 16,2-2 49-16,0 1 25 0,-1 0 31 16,1-1 16-16,6 0 2 0,0 2-10 15,0-6-13-15,6 0-12 0,1 2-20 16,-1-5-44-16,8 1-47 0,-2-1-54 0,2-4-39 16,5 2-16-16,7-5-9 0,0-5-13 15,0 5-13-15,-7-6-31 0,14-2-54 16,-26 4-48-16,12-6 1 0,1-2 22 0,6 1 24 15,0 0 15-15,-1 0 23 0,-5 4 29 16,0 0 36-16</inkml:trace>
  <inkml:trace contextRef="#ctx0" brushRef="#br0" timeOffset="21346.21">5333 16248 34 0,'-6'14'139'0,"6"-7"49"15,-13 4 30-15,6 1 24 0,-6-2 20 16,0 5 18-16,7-3-10 0,-7-2-42 16,7-3-96-16,6 1-152 0,0-8-116 0,0 2-54 15,0-2-15-15,12-7-16 0,-12 7-31 16,13-6-5-16,-6-2 12 0,6-3 31 15,13-18 74-15,-13 10 79 0,0 1 52 16,0-4 24-16,0-3-17 0,-6 13-12 0,-1-6 9 16,0-4 3-16,2-3 2 0,4-5-1 15,-5 5-8-15,-1 2-14 0</inkml:trace>
  <inkml:trace contextRef="#ctx0" brushRef="#br0" timeOffset="21518.09">5463 15998 197 0,'0'-7'323'16,"0"7"67"-16,0 0 36 0,0 3 34 15,-6 5 45-15,6 2 56 0,-6 9 57 16,-7 6 46-16,0 0-231 0,6 6-126 0,1-2-57 15,0-3 0-15,6-1 36 0,0 1 20 16,6-4-18-16,0 0-42 0,1-8-48 16,6 5-58-16,-7-8-74 0,7 4-84 15,1-7-127-15,-8-2-202 0,0-6-331 16,1 0-121-16,-1 0-29 0,7 0 16 0,-6-4 35 16,-7-3 59-16,6 0 81 0,-6-1 96 15,0-6 130-15</inkml:trace>
  <inkml:trace contextRef="#ctx0" brushRef="#br0" timeOffset="22221.05">3504 16204 35 0,'0'0'342'0,"0"25"126"0,-7-21 63 15,-6-1 46-15,6 4 41 0,-12 1 28 0,0 3-9 16,-8 0-54-16,1 3-90 0,-6-3-564 15,12 3-334-15,7-5-170 0,0 1-47 16,0-2-4-16,0-1 9 0,0-4 26 0,0-3 64 16,0 0 97-16,6-3 119 0</inkml:trace>
  <inkml:trace contextRef="#ctx0" brushRef="#br0" timeOffset="22844.06">5835 15914 57 0,'-7'10'387'15,"14"34"132"-15,-20-25 77 0,0 11 62 16,-7 7 69-16,8 2 75 0,-2 2 54 0,2 2 41 16,-2-2 23-16,8-1-477 0,-1 0-218 15,7 1-125-15,7-8-86 0,-1-4-78 16,8-11-106-16,-2 0-131 0,8-10-178 15,-14-4-274-15,14-1-83 0,-1 1-6 0,1-8 41 16,0 1 74-16,-7-9 77 0,7 2 81 16,-8-5 94-16,8-4 111 0</inkml:trace>
  <inkml:trace contextRef="#ctx0" brushRef="#br0" timeOffset="24703.12">6108 15914 172 0,'-19'0'331'16,"19"0"34"-16,0 0 7 0,0 7 26 0,0 3 52 15,0 2 50-15,7-1 48 16,-7 3 44-16,0 5-188 0,6 6-186 0,-6-3-66 16,0 12 26-16,0-9 37 0,0 9 3 15,0-6-30-15,-6 2-33 0,6-4-31 16,-7-1-35-16,7-6-25 0,-6 2-15 0,6-5-9 15,0-2-12-15,-7-3-5 16,7 1-8-16,0-2-2 0,-7-3 1 0,7-7 2 16,0 8 2-16,0-8-8 0,0 0-16 15,0 0-27-15,0 0-26 0,-6-5-43 16,6-1-41-16,0-6-29 0,0-2-19 16,0-8-18-16,6 0-14 0,1 0 2 0,6 0 25 15,-6 7 38-15,5 0 49 0,2 8 66 16,-8 3 65-16,7 1 47 0,-6 3 42 15,6 0 40-15,-1 0 34 0,2 3 21 0,-2 1 4 16,2 0-10-16,-1 4-15 0,0-1-27 16,-7 0-23-16,7 0-20 0,-7 1-24 15,2-1-21-15,-8 4-12 0,6 0-9 16,-6 0 1-16,-6 0 3 0,6 0-1 16,-14 3-19-16,1 1-29 0,0-4-39 0,0 0-44 15,1-1-45-15,-2 2-56 0,1-8-89 16,0 3-156-16,7-7-216 0,-1 0-67 15,-6-7 3-15,6 0 37 0,-5-4 54 0,-2-4 61 16,8 5 66-16,0-7 78 0,6 7 109 16</inkml:trace>
  <inkml:trace contextRef="#ctx0" brushRef="#br0" timeOffset="25156.17">6454 16141 138 0,'13'4'263'0,"-13"3"61"0,6 3 55 16,-6 5 53-16,6-4 55 0,-6 0 53 15,0 1 45-15,0-1 41 0,0 3-215 16,-6-2-95-16,6 2-55 0,0-3-28 15,-6 0-33-15,6-3-38 0,0-2-45 16,0 2-40-16,0-8-40 0,0 6-42 0,0-6-36 16,0 0-29-16,0-6-18 0,0 6-10 15,6-8-11-15,0-3-13 0,2 0-15 16,-2-7-6-16,7 3 4 0,0 1 13 16,-7 3 20-16,7-1 19 0,-6 5 19 0,0 4 23 15,5-1 27-15,-5 4 34 0,0-4 35 16,-1 8 30-16,0-4 26 0,1 4 24 15,-1 4 19-15,1-1 21 0,0 0 14 16,-7 4 15-16,6 0 13 0,-6 0 8 16,6 0-8-16,-6 0-15 0,0-4-17 0,0 5-24 15,0-2-54-15,0 0-78 0,7-1-113 16,-14-6-152-16,14 4-194 0,-7-7-249 16,7 0-79-16,-1 0-12 0,-6-2 16 15,6-6 34-15,1-1 65 0,0 3 89 0,-1-2 110 16,1-3 140-16</inkml:trace>
  <inkml:trace contextRef="#ctx0" brushRef="#br0" timeOffset="25812.31">6929 15931 164 0,'-6'0'362'16,"6"0"68"-16,0 5 38 0,6 2 61 15,-6 4 70-15,6 12 64 0,1-2 57 16,0 12 44-16,6-8-185 0,-7 5-219 16,-6-1-121-16,6-3-19 0,2 0-15 0,-2-1-55 15,-6-6-64-15,0-1-64 0,6-4-59 16,-6 1-52-16,0-4-56 0,0 0-56 16,0-11-54-16,0 4-85 0,0-4-91 15,-6 0-206-15,6 0-53 0,-6-4 6 16,6-3 34-16,-8-4 47 0,-4-3 64 0,5-1 72 15,-6-4 78-15,0-3 103 0</inkml:trace>
  <inkml:trace contextRef="#ctx0" brushRef="#br0" timeOffset="26031.02">6740 15977 44 0,'0'0'356'0,"19"3"114"0,-5 0 63 15,6-3 56-15,-1 0 63 0,13 0 72 16,-6 4 60-16,7 0 44 0,-7-4 27 0,7 7-433 16,-13-3-182-16,6-1-91 0,-7 1-67 15,-6 4-92-15,0-5-129 0,-7 1-175 16,0-1-214-16,-6 1-205 0,0-1-56 0,-12 1-5 16,6 4 23-16,-14 0 65 15,1-1 74-15,-1 0 98 0,0 4 112 0,-6 0 138 16</inkml:trace>
  <inkml:trace contextRef="#ctx0" brushRef="#br0" timeOffset="26187.24">6858 16306 56 0,'6'6'360'0,"14"3"119"16,-1-6 67-16,7 2 47 0,0-5 32 16,1 0 32-16,-1 0 19 0,-1-5-34 0,-5 2-89 15,6-1-607-15,-20-1-409 0,7 2-141 16,1 0-41-16,-2-1 0 0,2-3 17 15,-8 4 23-15,0-2 40 0,-6 2 88 16,7-1 122-16</inkml:trace>
  <inkml:trace contextRef="#ctx0" brushRef="#br0" timeOffset="26655.92">7320 16258 82 0,'-7'11'427'16,"-6"22"131"-16,1-23 63 0,-2 9 41 16,8-1 34-16,0 1 25 0,-1-8 17 0,7 0 7 15,0 0-13-15,0-4-540 0,0 1-226 16,7-5-90-16,-1-3-33 0,6 0-23 15,-4-3-17-15,4-8-10 0,1-1-4 16,1-2 2-16,-2-4 17 0,2-4 17 0,-2 0 7 16,2-3-11-16,-8-5-42 0,7 1-64 15,0 0-98-15,-6 13-76 0,-1-5-13 0,14-38 45 16,-14 41 78-16,1 3 88 16,-1 8 86-16,-6 7 108 0,0-7 142 0,0 7 147 15,0 0 180-15,0 0 154 0,0 3 89 16,0-3 14-16,-6 8-26 0,6 6-40 15,-7 1-33-15,7 11-49 0,0-5-81 0,7 8-59 16,-7-2-63-16,0 5-47 0,0-6-31 16,0-1-25-16,0-6-50 0,6-1-103 15,-6-3-121-15,7 0-144 0,-7-4-143 16,0 3-246-16,0-10-245 0,0-1-70 0,0-3-3 16,0 4 33-16,-7-8 66 0,7 1 100 15,-6-4 113-15,6-1 122 0,-7-6 138 0</inkml:trace>
  <inkml:trace contextRef="#ctx0" brushRef="#br0" timeOffset="27155.83">7710 16054 90 0,'0'0'480'0,"0"25"149"0,0-25 41 15,0 2 18-15,8 3 21 0,-2 2 1 16,0 1-52-16,-6-8-139 0,0 3-323 16,0 1-657-16,0 3-271 0,0-4-60 0,-6 2 45 15,0 2 57-15,-8-3 49 0,8 3 69 16,-1 0 118-16</inkml:trace>
  <inkml:trace contextRef="#ctx0" brushRef="#br0" timeOffset="27296.43">7671 16262 100 0,'0'7'501'15,"33"-3"161"-15,-33-4 56 0,0 3 20 0,0 5 21 16,0-8-2-16,6 8-50 16,-12-8-186-16,6 0-324 0,0 0-682 0,6-5-279 15,-6-2-72-15,0 3 35 0,0-7 62 16,0 4 54-16,0 0 77 0,8-4 123 0</inkml:trace>
  <inkml:trace contextRef="#ctx0" brushRef="#br0" timeOffset="29241.7">7933 16072 2 0,'0'0'247'16,"18"3"117"-16,-18-3 63 0,7 6 66 0,-7-1 73 0,7 2 74 0,-7 4 73 0,6 0 65 16,-6 4 50-16,0 0-304 0,0 2-149 15,0 2-66-15,0-1-25 0,0-3-49 16,-6 4-94-16,6-4-106 0,-7-1-114 15,7-7-118-15,-7 0-111 0,7-7-153 16,0 0-251-16,0 4-77 0,0-4-9 0,0-4 23 16,0 1 62-16,0-8 77 0,0 0 85 15,0-4 99-15,7 1 112 0</inkml:trace>
  <inkml:trace contextRef="#ctx0" brushRef="#br0" timeOffset="29396.02">7933 15940 78 0,'0'0'435'0,"32"0"139"0,-32 0 44 0,0 0-8 0,0 0-5 0,0 0 4 0,6 7-32 15,-6 0-119-15,0-3-283 0,7 3-612 16,-7 1-224-16,6-1-59 0,-6 0 39 16,0 0 76-16,0-3 62 0,6 3 58 15,-6 0 90-15</inkml:trace>
  <inkml:trace contextRef="#ctx0" brushRef="#br0" timeOffset="29864.19">8251 16081 1 0,'0'0'222'0,"0"12"107"16,7-4 61-16,-1 3 51 0,1 4 62 15,-7-1 65-15,7 0 57 0,-7 5 46 0,0-5 37 16,0 2-293-16,0-2-112 16,0 1-52-16,0-5-26 0,0 2-29 0,0-5-43 15,0-4-50-15,0-3-41 0,6 11-28 16,-6-11-19-16,0 0-8 0,0 0 2 15,6-7 1-15,0 3-13 0,8-6-18 0,-8-2-20 16,7-2-35-16,-6-4-33 0,6 3-17 16,0 4-8-16,0 0-9 0,-7 8 3 15,1-1 33-15,-7 4 50 0,13 4 51 32,-13-4 51-32,7 6 53 0,-1 2 53 0,0 3 34 15,1-1 24-15,-7 9 18 0,0-4-5 0,7 0-34 0,-7-5-43 0,0 5-44 16,6-3-66-16,-6 2-76 15,0-8-91-15,0 3-110 0,6-6-160 0,-6-3-235 16,0 0-122-16,14-3-27 0,-8-1 11 16,7-1 29-16,0-5 68 0,0 0 81 0,-7-2 104 15,8-3 117-15,-1 1 158 0</inkml:trace>
  <inkml:trace contextRef="#ctx0" brushRef="#br0" timeOffset="30348.48">8694 15947 4 0,'0'7'279'0,"0"0"140"0,0 5 81 15,0 6 63-15,-7 8 58 0,7 3 65 16,-6 0 69-16,6 0 61 0,-6 1 34 16,-1-2-331-16,0 2-197 0,7 0-118 0,-6-4-87 15,6-1-80-15,0-6-92 16,0-2-103-16,0-9-117 0,0 4-160 0,0-12-218 15,0 2-110-15,0 2-17 0,6 0 32 16,-6-8 64-16,0 0 72 0,0-3 84 0,7 0 82 16,-7-8 97-16,0 0 144 0</inkml:trace>
  <inkml:trace contextRef="#ctx0" brushRef="#br0" timeOffset="30473.47">8655 16167 96 0,'0'0'491'15,"32"-5"147"-15,-32 5 26 0,7 5 14 16,0-1 24-16,-1-1 20 0,-6 0-6 0,7 1-75 15,-7-4-152-15,6 0-861 0,0 0-346 16,2 0-89-16,-8 0 53 0,6-4 52 16,-6 4 36-16,0-3 42 0,0 3 74 15,0-3 127-15</inkml:trace>
  <inkml:trace contextRef="#ctx0" brushRef="#br0" timeOffset="30879.66">8896 15763 220 0,'13'23'388'0,"0"2"96"16,0 12 68-16,7 2 54 0,-14 10 58 0,0-5 49 15,-6 3 43-15,0-2 21 0,-12 1-265 16,-8 3-207-16,0-5-100 0,-5 0-68 15,-1 3-31-15,-7-6-26 0,1-1-32 16,-1-7-32-16,7 0-63 0,0-8-96 16,-20-6-203-16,39-8-287 0,-12 3-92 0,12 1-19 15,-12 0 9-15,6-12 23 0,0-3 30 16,7-3 45-16,-2-8 84 0,2-3 133 16</inkml:trace>
  <inkml:trace contextRef="#ctx0" brushRef="#br0" timeOffset="-76806.04">14719 14643 143 0,'0'0'240'0,"0"0"38"0,0 0 40 16,0 0 56-16,0 0 49 0,0 0 42 0,6-8 31 16,-6 5 22-16,6 0-236 15,1-2-85-15,0 2-16 0,-1-4 7 0,7 2-3 16,-6-2-15-16,6 3-14 0,-1-3-7 15,-5 3 7-15,6-3 9 0,1-1 12 16,5 2 2-16,-6-2-1 0,6 1-5 0,1-4-13 16,-7 4-15-16,13-4-14 0,-6 3-12 15,-1-3-10-15,1 4-5 0,-1-4-3 16,-6 3 3-16,7-3 2 0,-1 4 1 16,-6 0 0-16,6 0-3 0,-5-1-3 15,-8 1-5-15,7 4-8 0,-6-5-7 0,-1 4-11 16,1 1-16-16,-7 3-9 0,6 0-16 15,-6 0-24-15,0 0-40 0,0 0-60 16,0 0-55-16,0 0-58 0,6 3-60 16,-6-3-64-16,0 0-78 0,-6 12-99 15,6-5-114-15,0-7-132 0,0 7-24 0,-6-3 47 16,6-1 62-16,0 1 71 0,6-4 79 16,-6 0 81-16,0 0 98 0,6 0 112 0</inkml:trace>
  <inkml:trace contextRef="#ctx0" brushRef="#br0" timeOffset="-76056.19">15513 14258 8 0,'0'0'253'0,"0"29"97"0,0-29 46 16,0 0 35-16,0 0 29 0,0 0 31 16,0 0 25-16,-6 4 28 0,6-4 32 15,-7 7-307-15,0 0-103 0,1 4-18 16,0 0 10-16,6 1 16 0,-8 2 5 15,-4 1 3-15,6-5-3 0,-1 9-5 0,0-1-17 16,1-3-23-16,-1 3-24 0,1-2-29 16,0-6-27-16,6 1-22 0,6-3-19 15,-6 2-14-15,6-2-10 0,1-1-4 16,-1 0-3-16,8 1 0 0,-8-1-1 16,6 0 4-16,-4-3 1 0,4 0 1 0,-5-1-8 15,6 1-18-15,0-4-25 0,1 0-28 16,-2-4-29-16,1 1-25 0,0-1-21 15,0-4-27-15,7 1-27 0,-8 0-26 16,2 0-12-16,-1-1 2 0,-7-3 4 16,8 4 6-16,-8 0 9 0,6 0 14 0,-4 2 15 15,-2-1 21-15,0-1 26 0,1 2 26 16,-7 2 23-16,0 3 18 0,6-8 20 16,-6 8 27-16,0-7 19 0,0 7 14 15,0-7 12-15,0 7 4 0,0 0 7 16,0-7 5-16,0 7 9 0,0-8 11 0,0 8 13 15,0 0 11-15,-6-7 11 0,6 7 15 16,0 0 26-16,0 0 34 0,0 0 25 16,0 0 11-16,0 0 1 0,0 0-10 0,0 0-11 15,0 7-2-15,0-7 8 0,-7 11 8 16,7 0-3-16,-6 0-7 0,6 1 2 16,-6 1 7-16,-2-1 14 0,8 2 26 15,-6 1 18-15,6-4 2 0,-6 0-12 16,6 4-20-16,-6-4-29 0,6 0-28 15,-7-1-29-15,7 1-29 0,-7-3-42 0,7 2-47 16,-6 3-42-16,6-7-38 0,-7 5-35 16,1 1-32-16,0-5-43 0,6 4-50 15,-14-4-85-15,8 3-106 0,0 2-156 16,6-9-77-16,-8 8-2 0,8-3 28 0,-6-1 42 16,6 0 51-16,-6 1 66 0,-1-8 76 15,1 3 102-15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EA8067-9D27-4B80-BEBB-73A945A422C1}" type="datetimeFigureOut">
              <a:rPr lang="nl-NL" smtClean="0"/>
              <a:t>26-10-2026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130A00-8D4D-4A85-94C9-00992D407956}" type="slidenum">
              <a:rPr lang="nl-NL" smtClean="0"/>
              <a:t>‹nr.›</a:t>
            </a:fld>
            <a:endParaRPr lang="nl-NL"/>
          </a:p>
        </p:txBody>
      </p:sp>
    </p:spTree>
    <p:extLst>
      <p:ext uri="{BB962C8B-B14F-4D97-AF65-F5344CB8AC3E}">
        <p14:creationId xmlns:p14="http://schemas.microsoft.com/office/powerpoint/2010/main" val="3425873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5</a:t>
            </a:fld>
            <a:endParaRPr lang="nl-NL"/>
          </a:p>
        </p:txBody>
      </p:sp>
    </p:spTree>
    <p:extLst>
      <p:ext uri="{BB962C8B-B14F-4D97-AF65-F5344CB8AC3E}">
        <p14:creationId xmlns:p14="http://schemas.microsoft.com/office/powerpoint/2010/main" val="4154930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6</a:t>
            </a:fld>
            <a:endParaRPr lang="nl-NL"/>
          </a:p>
        </p:txBody>
      </p:sp>
    </p:spTree>
    <p:extLst>
      <p:ext uri="{BB962C8B-B14F-4D97-AF65-F5344CB8AC3E}">
        <p14:creationId xmlns:p14="http://schemas.microsoft.com/office/powerpoint/2010/main" val="4214352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7</a:t>
            </a:fld>
            <a:endParaRPr lang="nl-NL"/>
          </a:p>
        </p:txBody>
      </p:sp>
    </p:spTree>
    <p:extLst>
      <p:ext uri="{BB962C8B-B14F-4D97-AF65-F5344CB8AC3E}">
        <p14:creationId xmlns:p14="http://schemas.microsoft.com/office/powerpoint/2010/main" val="998419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8</a:t>
            </a:fld>
            <a:endParaRPr lang="nl-NL"/>
          </a:p>
        </p:txBody>
      </p:sp>
    </p:spTree>
    <p:extLst>
      <p:ext uri="{BB962C8B-B14F-4D97-AF65-F5344CB8AC3E}">
        <p14:creationId xmlns:p14="http://schemas.microsoft.com/office/powerpoint/2010/main" val="2933110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9</a:t>
            </a:fld>
            <a:endParaRPr lang="nl-NL"/>
          </a:p>
        </p:txBody>
      </p:sp>
    </p:spTree>
    <p:extLst>
      <p:ext uri="{BB962C8B-B14F-4D97-AF65-F5344CB8AC3E}">
        <p14:creationId xmlns:p14="http://schemas.microsoft.com/office/powerpoint/2010/main" val="1652291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10</a:t>
            </a:fld>
            <a:endParaRPr lang="nl-NL"/>
          </a:p>
        </p:txBody>
      </p:sp>
    </p:spTree>
    <p:extLst>
      <p:ext uri="{BB962C8B-B14F-4D97-AF65-F5344CB8AC3E}">
        <p14:creationId xmlns:p14="http://schemas.microsoft.com/office/powerpoint/2010/main" val="33053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11</a:t>
            </a:fld>
            <a:endParaRPr lang="nl-NL"/>
          </a:p>
        </p:txBody>
      </p:sp>
    </p:spTree>
    <p:extLst>
      <p:ext uri="{BB962C8B-B14F-4D97-AF65-F5344CB8AC3E}">
        <p14:creationId xmlns:p14="http://schemas.microsoft.com/office/powerpoint/2010/main" val="3416810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12</a:t>
            </a:fld>
            <a:endParaRPr lang="nl-NL"/>
          </a:p>
        </p:txBody>
      </p:sp>
    </p:spTree>
    <p:extLst>
      <p:ext uri="{BB962C8B-B14F-4D97-AF65-F5344CB8AC3E}">
        <p14:creationId xmlns:p14="http://schemas.microsoft.com/office/powerpoint/2010/main" val="3246814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a:p>
            <a:r>
              <a:t>xQueueSend met wachttijd 0: de aanroepende taak (een andere taak) blijft niet hangen als de queue vol is; het bericht gaat dan verloren (xQueueSend geeft errQUEUE_FULL). Wacht een toestand behalve op de queue ook op iets anders, dan zet de interfacefunctie na xQueueSend ook het eventbit van de queue: xEventGroupSetBits(eventGroup, eventBitButtonQueue).</a:t>
            </a:r>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13</a:t>
            </a:fld>
            <a:endParaRPr lang="nl-NL"/>
          </a:p>
        </p:txBody>
      </p:sp>
    </p:spTree>
    <p:extLst>
      <p:ext uri="{BB962C8B-B14F-4D97-AF65-F5344CB8AC3E}">
        <p14:creationId xmlns:p14="http://schemas.microsoft.com/office/powerpoint/2010/main" val="1242368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a:p>
            <a:r>
              <a:t>Wacht een toestand op een queue én op iets anders, dan wacht hij op het eventbit van de queue en leest hij met tryReadQueue (zie het voorbeeld InstelControl verderop).</a:t>
            </a:r>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14</a:t>
            </a:fld>
            <a:endParaRPr lang="nl-NL"/>
          </a:p>
        </p:txBody>
      </p:sp>
    </p:spTree>
    <p:extLst>
      <p:ext uri="{BB962C8B-B14F-4D97-AF65-F5344CB8AC3E}">
        <p14:creationId xmlns:p14="http://schemas.microsoft.com/office/powerpoint/2010/main" val="1413793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15</a:t>
            </a:fld>
            <a:endParaRPr lang="nl-NL"/>
          </a:p>
        </p:txBody>
      </p:sp>
    </p:spTree>
    <p:extLst>
      <p:ext uri="{BB962C8B-B14F-4D97-AF65-F5344CB8AC3E}">
        <p14:creationId xmlns:p14="http://schemas.microsoft.com/office/powerpoint/2010/main" val="3076299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Nu hoeven we </a:t>
            </a:r>
            <a:r>
              <a:rPr lang="nl-NL" dirty="0" err="1"/>
              <a:t>display.show</a:t>
            </a:r>
            <a:r>
              <a:rPr lang="nl-NL" dirty="0"/>
              <a:t>(</a:t>
            </a:r>
            <a:r>
              <a:rPr lang="nl-NL" dirty="0" err="1"/>
              <a:t>frequency</a:t>
            </a:r>
            <a:r>
              <a:rPr lang="nl-NL" dirty="0"/>
              <a:t>)</a:t>
            </a:r>
            <a:r>
              <a:rPr lang="nl-NL" baseline="0" dirty="0"/>
              <a:t> en </a:t>
            </a:r>
            <a:r>
              <a:rPr lang="nl-NL" baseline="0" dirty="0" err="1"/>
              <a:t>timer.set</a:t>
            </a:r>
            <a:r>
              <a:rPr lang="nl-NL" baseline="0" dirty="0"/>
              <a:t>(1 min) slecht een keer te noteren.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16</a:t>
            </a:fld>
            <a:endParaRPr lang="nl-NL"/>
          </a:p>
        </p:txBody>
      </p:sp>
    </p:spTree>
    <p:extLst>
      <p:ext uri="{BB962C8B-B14F-4D97-AF65-F5344CB8AC3E}">
        <p14:creationId xmlns:p14="http://schemas.microsoft.com/office/powerpoint/2010/main" val="4235539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Als er op de plusknop</a:t>
            </a:r>
            <a:r>
              <a:rPr lang="nl-NL" baseline="0" dirty="0"/>
              <a:t> wordt gedrukt dan wordt frequentie met één verhoogd. </a:t>
            </a:r>
          </a:p>
          <a:p>
            <a:r>
              <a:rPr lang="nl-NL" baseline="0" dirty="0"/>
              <a:t>Plusknop stuurt bericht: </a:t>
            </a:r>
            <a:r>
              <a:rPr lang="nl-NL" baseline="0" dirty="0" err="1"/>
              <a:t>buttonPressed</a:t>
            </a:r>
            <a:r>
              <a:rPr lang="nl-NL" baseline="0" dirty="0"/>
              <a:t>(plusknop). </a:t>
            </a:r>
          </a:p>
          <a:p>
            <a:r>
              <a:rPr lang="nl-NL" baseline="0" dirty="0"/>
              <a:t>Na 1 minuut wordt frequentie gelogd.</a:t>
            </a:r>
          </a:p>
          <a:p>
            <a:endParaRPr lang="nl-NL" dirty="0"/>
          </a:p>
          <a:p>
            <a:r>
              <a:t>xQueueSend met wachttijd 0: de taak die buttonPressed aanroept, blijft niet hangen als de queue vol is. Na het schrijven zet de interfacefunctie het eventbit van de queue.</a:t>
            </a:r>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18</a:t>
            </a:fld>
            <a:endParaRPr lang="nl-NL"/>
          </a:p>
        </p:txBody>
      </p:sp>
    </p:spTree>
    <p:extLst>
      <p:ext uri="{BB962C8B-B14F-4D97-AF65-F5344CB8AC3E}">
        <p14:creationId xmlns:p14="http://schemas.microsoft.com/office/powerpoint/2010/main" val="2484434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C30187C8-4A11-4407-AD0F-1B6B7F56B45A}" type="slidenum">
              <a:rPr lang="nl-NL" smtClean="0"/>
              <a:t>19</a:t>
            </a:fld>
            <a:endParaRPr lang="nl-NL"/>
          </a:p>
        </p:txBody>
      </p:sp>
    </p:spTree>
    <p:extLst>
      <p:ext uri="{BB962C8B-B14F-4D97-AF65-F5344CB8AC3E}">
        <p14:creationId xmlns:p14="http://schemas.microsoft.com/office/powerpoint/2010/main" val="3872541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171450" indent="-171450">
              <a:buFont typeface="Arial" panose="020B0604020202020204" pitchFamily="34" charset="0"/>
              <a:buChar char="•"/>
            </a:pPr>
            <a:r>
              <a:rPr lang="en-GB" dirty="0"/>
              <a:t>History State: </a:t>
            </a:r>
            <a:r>
              <a:rPr lang="en-GB" dirty="0" err="1"/>
              <a:t>zie</a:t>
            </a:r>
            <a:r>
              <a:rPr lang="en-GB" dirty="0"/>
              <a:t> Gomaa </a:t>
            </a:r>
            <a:r>
              <a:rPr lang="en-GB" dirty="0" err="1"/>
              <a:t>blz</a:t>
            </a:r>
            <a:r>
              <a:rPr lang="en-GB" dirty="0"/>
              <a:t> 116. </a:t>
            </a:r>
            <a:r>
              <a:rPr lang="en-GB" dirty="0" err="1"/>
              <a:t>Zonder</a:t>
            </a:r>
            <a:r>
              <a:rPr lang="en-GB" dirty="0"/>
              <a:t> * </a:t>
            </a:r>
            <a:r>
              <a:rPr lang="en-GB" dirty="0" err="1"/>
              <a:t>rechtsboven</a:t>
            </a:r>
            <a:r>
              <a:rPr lang="en-GB" dirty="0"/>
              <a:t> de H met </a:t>
            </a:r>
            <a:r>
              <a:rPr lang="en-GB" dirty="0" err="1"/>
              <a:t>circel</a:t>
            </a:r>
            <a:r>
              <a:rPr lang="en-GB" dirty="0"/>
              <a:t> </a:t>
            </a:r>
            <a:r>
              <a:rPr lang="en-GB" dirty="0" err="1"/>
              <a:t>betekent</a:t>
            </a:r>
            <a:r>
              <a:rPr lang="en-GB" dirty="0"/>
              <a:t> shallow history: returns/</a:t>
            </a:r>
            <a:r>
              <a:rPr lang="en-GB" dirty="0" err="1"/>
              <a:t>reenters</a:t>
            </a:r>
            <a:r>
              <a:rPr lang="en-GB" dirty="0"/>
              <a:t> top-level state. Met * is deep history: returns/</a:t>
            </a:r>
            <a:r>
              <a:rPr lang="en-GB" dirty="0" err="1"/>
              <a:t>reenters</a:t>
            </a:r>
            <a:r>
              <a:rPr lang="en-GB" dirty="0"/>
              <a:t> deepest nested state.</a:t>
            </a:r>
          </a:p>
          <a:p>
            <a:pPr marL="171450" indent="-171450">
              <a:buFont typeface="Arial" panose="020B0604020202020204" pitchFamily="34" charset="0"/>
              <a:buChar char="•"/>
            </a:pPr>
            <a:r>
              <a:rPr lang="en-GB" dirty="0"/>
              <a:t>EAB: Event Action Block</a:t>
            </a:r>
          </a:p>
          <a:p>
            <a:pPr marL="171450" indent="-171450">
              <a:buFont typeface="Arial" panose="020B0604020202020204" pitchFamily="34" charset="0"/>
              <a:buChar char="•"/>
            </a:pPr>
            <a:r>
              <a:rPr lang="en-GB" dirty="0"/>
              <a:t>Entry: atomic: can not be interrupted.</a:t>
            </a:r>
          </a:p>
          <a:p>
            <a:pPr marL="171450" indent="-171450">
              <a:buFont typeface="Arial" panose="020B0604020202020204" pitchFamily="34" charset="0"/>
              <a:buChar char="•"/>
            </a:pPr>
            <a:r>
              <a:rPr lang="en-GB" dirty="0"/>
              <a:t>Do: non-atomic: can be interrupted.</a:t>
            </a:r>
          </a:p>
          <a:p>
            <a:pPr marL="171450" indent="-171450">
              <a:buFont typeface="Arial" panose="020B0604020202020204" pitchFamily="34" charset="0"/>
              <a:buChar char="•"/>
            </a:pPr>
            <a:r>
              <a:rPr lang="en-GB" dirty="0"/>
              <a:t>Ook mag: merge node – </a:t>
            </a:r>
            <a:r>
              <a:rPr lang="en-GB" dirty="0" err="1"/>
              <a:t>mits</a:t>
            </a:r>
            <a:r>
              <a:rPr lang="en-GB" dirty="0"/>
              <a:t>: </a:t>
            </a:r>
            <a:r>
              <a:rPr lang="en-GB" dirty="0" err="1"/>
              <a:t>alleen</a:t>
            </a:r>
            <a:r>
              <a:rPr lang="en-GB" dirty="0"/>
              <a:t> </a:t>
            </a:r>
            <a:r>
              <a:rPr lang="en-GB" dirty="0" err="1"/>
              <a:t>een</a:t>
            </a:r>
            <a:r>
              <a:rPr lang="en-GB" dirty="0"/>
              <a:t> action op </a:t>
            </a:r>
            <a:r>
              <a:rPr lang="en-GB" dirty="0" err="1"/>
              <a:t>uitgaande</a:t>
            </a:r>
            <a:r>
              <a:rPr lang="en-GB" dirty="0"/>
              <a:t> </a:t>
            </a:r>
            <a:r>
              <a:rPr lang="en-GB" dirty="0" err="1"/>
              <a:t>pijl</a:t>
            </a:r>
            <a:r>
              <a:rPr lang="en-GB" dirty="0"/>
              <a:t> (</a:t>
            </a:r>
            <a:r>
              <a:rPr lang="en-GB" dirty="0" err="1"/>
              <a:t>waarom</a:t>
            </a:r>
            <a:r>
              <a:rPr lang="en-GB" dirty="0"/>
              <a:t>?)</a:t>
            </a:r>
          </a:p>
          <a:p>
            <a:pPr marL="171450" indent="-171450">
              <a:buFont typeface="Arial" panose="020B0604020202020204" pitchFamily="34" charset="0"/>
              <a:buChar char="•"/>
            </a:pPr>
            <a:r>
              <a:rPr lang="en-GB" dirty="0" err="1"/>
              <a:t>T.a.v</a:t>
            </a:r>
            <a:r>
              <a:rPr lang="en-GB" dirty="0"/>
              <a:t>. decision node: </a:t>
            </a:r>
            <a:r>
              <a:rPr lang="en-GB" dirty="0" err="1"/>
              <a:t>voor</a:t>
            </a:r>
            <a:r>
              <a:rPr lang="en-GB" dirty="0"/>
              <a:t> </a:t>
            </a:r>
            <a:r>
              <a:rPr lang="en-GB" dirty="0" err="1"/>
              <a:t>uitgaande</a:t>
            </a:r>
            <a:r>
              <a:rPr lang="en-GB" dirty="0"/>
              <a:t> </a:t>
            </a:r>
            <a:r>
              <a:rPr lang="en-GB" dirty="0" err="1"/>
              <a:t>pijlen</a:t>
            </a:r>
            <a:r>
              <a:rPr lang="en-GB" dirty="0"/>
              <a:t>: guard 1 = [a], guard 2 = [b].  Mag </a:t>
            </a:r>
            <a:r>
              <a:rPr lang="en-GB" dirty="0" err="1"/>
              <a:t>dat</a:t>
            </a:r>
            <a:r>
              <a:rPr lang="en-GB" dirty="0"/>
              <a:t>?</a:t>
            </a:r>
            <a:br>
              <a:rPr lang="en-GB" dirty="0"/>
            </a:br>
            <a:r>
              <a:rPr lang="en-GB" dirty="0"/>
              <a:t>NB: de </a:t>
            </a:r>
            <a:r>
              <a:rPr lang="en-GB" dirty="0" err="1"/>
              <a:t>toestandsruimte</a:t>
            </a:r>
            <a:r>
              <a:rPr lang="en-GB" dirty="0"/>
              <a:t> van de </a:t>
            </a:r>
            <a:r>
              <a:rPr lang="en-GB" dirty="0" err="1"/>
              <a:t>uitgaande</a:t>
            </a:r>
            <a:r>
              <a:rPr lang="en-GB" dirty="0"/>
              <a:t> </a:t>
            </a:r>
            <a:r>
              <a:rPr lang="en-GB" dirty="0" err="1"/>
              <a:t>pijlen</a:t>
            </a:r>
            <a:r>
              <a:rPr lang="en-GB" dirty="0"/>
              <a:t> is </a:t>
            </a:r>
            <a:r>
              <a:rPr lang="en-GB" dirty="0" err="1"/>
              <a:t>als</a:t>
            </a:r>
            <a:r>
              <a:rPr lang="en-GB" dirty="0"/>
              <a:t> </a:t>
            </a:r>
            <a:r>
              <a:rPr lang="en-GB" dirty="0" err="1"/>
              <a:t>een</a:t>
            </a:r>
            <a:r>
              <a:rPr lang="en-GB" dirty="0"/>
              <a:t> </a:t>
            </a:r>
            <a:r>
              <a:rPr lang="en-GB" dirty="0" err="1"/>
              <a:t>taart</a:t>
            </a:r>
            <a:r>
              <a:rPr lang="en-GB" dirty="0"/>
              <a:t>: de </a:t>
            </a:r>
            <a:r>
              <a:rPr lang="en-GB" dirty="0" err="1"/>
              <a:t>taartpunten</a:t>
            </a:r>
            <a:r>
              <a:rPr lang="en-GB" dirty="0"/>
              <a:t> </a:t>
            </a:r>
            <a:r>
              <a:rPr lang="en-GB" dirty="0" err="1"/>
              <a:t>mogen</a:t>
            </a:r>
            <a:r>
              <a:rPr lang="en-GB" dirty="0"/>
              <a:t> </a:t>
            </a:r>
            <a:r>
              <a:rPr lang="en-GB" dirty="0" err="1"/>
              <a:t>niet</a:t>
            </a:r>
            <a:r>
              <a:rPr lang="en-GB" dirty="0"/>
              <a:t> </a:t>
            </a:r>
            <a:r>
              <a:rPr lang="en-GB" dirty="0" err="1"/>
              <a:t>overlappen</a:t>
            </a:r>
            <a:r>
              <a:rPr lang="en-GB" dirty="0"/>
              <a:t>, </a:t>
            </a:r>
            <a:r>
              <a:rPr lang="en-GB" dirty="0" err="1"/>
              <a:t>en</a:t>
            </a:r>
            <a:r>
              <a:rPr lang="en-GB" dirty="0"/>
              <a:t> </a:t>
            </a:r>
            <a:r>
              <a:rPr lang="en-GB" dirty="0" err="1"/>
              <a:t>er</a:t>
            </a:r>
            <a:br>
              <a:rPr lang="en-GB" dirty="0"/>
            </a:br>
            <a:r>
              <a:rPr lang="en-GB" dirty="0"/>
              <a:t>Mag </a:t>
            </a:r>
            <a:r>
              <a:rPr lang="en-GB" dirty="0" err="1"/>
              <a:t>geen</a:t>
            </a:r>
            <a:r>
              <a:rPr lang="en-GB" dirty="0"/>
              <a:t> </a:t>
            </a:r>
            <a:r>
              <a:rPr lang="en-GB" dirty="0" err="1"/>
              <a:t>taartpunt</a:t>
            </a:r>
            <a:r>
              <a:rPr lang="en-GB" dirty="0"/>
              <a:t> </a:t>
            </a:r>
            <a:r>
              <a:rPr lang="en-GB" dirty="0" err="1"/>
              <a:t>ontbreken</a:t>
            </a:r>
            <a:r>
              <a:rPr lang="en-GB" dirty="0"/>
              <a:t>. </a:t>
            </a:r>
            <a:r>
              <a:rPr lang="en-GB" dirty="0" err="1"/>
              <a:t>Een</a:t>
            </a:r>
            <a:r>
              <a:rPr lang="en-GB" dirty="0"/>
              <a:t> </a:t>
            </a:r>
            <a:r>
              <a:rPr lang="en-GB" dirty="0" err="1"/>
              <a:t>mooie</a:t>
            </a:r>
            <a:r>
              <a:rPr lang="en-GB" dirty="0"/>
              <a:t> </a:t>
            </a:r>
            <a:r>
              <a:rPr lang="en-GB" dirty="0" err="1"/>
              <a:t>manier</a:t>
            </a:r>
            <a:r>
              <a:rPr lang="en-GB" dirty="0"/>
              <a:t> om </a:t>
            </a:r>
            <a:r>
              <a:rPr lang="en-GB" dirty="0" err="1"/>
              <a:t>dat</a:t>
            </a:r>
            <a:r>
              <a:rPr lang="en-GB" dirty="0"/>
              <a:t> </a:t>
            </a:r>
            <a:r>
              <a:rPr lang="en-GB" dirty="0" err="1"/>
              <a:t>laatste</a:t>
            </a:r>
            <a:r>
              <a:rPr lang="en-GB" dirty="0"/>
              <a:t> </a:t>
            </a:r>
            <a:r>
              <a:rPr lang="en-GB" dirty="0" err="1"/>
              <a:t>te</a:t>
            </a:r>
            <a:r>
              <a:rPr lang="en-GB" dirty="0"/>
              <a:t> </a:t>
            </a:r>
            <a:r>
              <a:rPr lang="en-GB" dirty="0" err="1"/>
              <a:t>waarborgen</a:t>
            </a:r>
            <a:r>
              <a:rPr lang="en-GB" dirty="0"/>
              <a:t> is </a:t>
            </a:r>
            <a:r>
              <a:rPr lang="en-GB" dirty="0" err="1"/>
              <a:t>altijd</a:t>
            </a:r>
            <a:r>
              <a:rPr lang="en-GB" dirty="0"/>
              <a:t> [else] </a:t>
            </a:r>
            <a:r>
              <a:rPr lang="en-GB" dirty="0" err="1"/>
              <a:t>gebruiken</a:t>
            </a:r>
            <a:r>
              <a:rPr lang="en-GB" dirty="0"/>
              <a:t>.</a:t>
            </a:r>
          </a:p>
          <a:p>
            <a:pPr marL="171450" indent="-171450">
              <a:buFont typeface="Arial" panose="020B0604020202020204" pitchFamily="34" charset="0"/>
              <a:buChar char="•"/>
            </a:pPr>
            <a:r>
              <a:rPr lang="en-GB" dirty="0" err="1"/>
              <a:t>T.a.v</a:t>
            </a:r>
            <a:r>
              <a:rPr lang="en-GB" dirty="0"/>
              <a:t>. </a:t>
            </a:r>
            <a:r>
              <a:rPr lang="en-GB" dirty="0" err="1"/>
              <a:t>toestand</a:t>
            </a:r>
            <a:r>
              <a:rPr lang="en-GB" dirty="0"/>
              <a:t>: </a:t>
            </a:r>
            <a:r>
              <a:rPr lang="en-GB" dirty="0" err="1"/>
              <a:t>zelfde</a:t>
            </a:r>
            <a:r>
              <a:rPr lang="en-GB" dirty="0"/>
              <a:t> </a:t>
            </a:r>
            <a:r>
              <a:rPr lang="en-GB" dirty="0" err="1"/>
              <a:t>vraag</a:t>
            </a:r>
            <a:r>
              <a:rPr lang="en-GB" dirty="0"/>
              <a:t>. Mag </a:t>
            </a:r>
            <a:r>
              <a:rPr lang="en-GB" dirty="0" err="1"/>
              <a:t>dat</a:t>
            </a:r>
            <a:r>
              <a:rPr lang="en-GB" dirty="0"/>
              <a:t>?</a:t>
            </a:r>
          </a:p>
          <a:p>
            <a:pPr marL="171450" indent="-171450">
              <a:buFont typeface="Arial" panose="020B0604020202020204" pitchFamily="34" charset="0"/>
              <a:buChar char="•"/>
            </a:pPr>
            <a:r>
              <a:rPr lang="en-GB" dirty="0" err="1"/>
              <a:t>Een</a:t>
            </a:r>
            <a:r>
              <a:rPr lang="en-GB" dirty="0"/>
              <a:t> guard </a:t>
            </a:r>
            <a:r>
              <a:rPr lang="en-GB" dirty="0" err="1"/>
              <a:t>bij</a:t>
            </a:r>
            <a:r>
              <a:rPr lang="en-GB" dirty="0"/>
              <a:t> de </a:t>
            </a:r>
            <a:r>
              <a:rPr lang="en-GB" dirty="0" err="1"/>
              <a:t>transitie</a:t>
            </a:r>
            <a:r>
              <a:rPr lang="en-GB" dirty="0"/>
              <a:t> </a:t>
            </a:r>
            <a:r>
              <a:rPr lang="en-GB" dirty="0" err="1"/>
              <a:t>uit</a:t>
            </a:r>
            <a:r>
              <a:rPr lang="en-GB" dirty="0"/>
              <a:t> de start-node, mag </a:t>
            </a:r>
            <a:r>
              <a:rPr lang="en-GB" dirty="0" err="1"/>
              <a:t>dat</a:t>
            </a:r>
            <a:r>
              <a:rPr lang="en-GB" dirty="0"/>
              <a:t>?</a:t>
            </a:r>
          </a:p>
          <a:p>
            <a:pPr marL="171450" indent="-171450">
              <a:buFont typeface="Arial" panose="020B0604020202020204" pitchFamily="34" charset="0"/>
              <a:buChar char="•"/>
            </a:pPr>
            <a:r>
              <a:rPr lang="en-GB" dirty="0"/>
              <a:t>Wat is het </a:t>
            </a:r>
            <a:r>
              <a:rPr lang="en-GB" dirty="0" err="1"/>
              <a:t>verschil</a:t>
            </a:r>
            <a:r>
              <a:rPr lang="en-GB" dirty="0"/>
              <a:t> </a:t>
            </a:r>
            <a:r>
              <a:rPr lang="en-GB" dirty="0" err="1"/>
              <a:t>tussen</a:t>
            </a:r>
            <a:r>
              <a:rPr lang="en-GB" dirty="0"/>
              <a:t> </a:t>
            </a:r>
            <a:r>
              <a:rPr lang="en-GB" dirty="0" err="1"/>
              <a:t>een</a:t>
            </a:r>
            <a:r>
              <a:rPr lang="en-GB" dirty="0"/>
              <a:t> event/action </a:t>
            </a:r>
            <a:r>
              <a:rPr lang="en-GB" dirty="0" err="1"/>
              <a:t>binnen</a:t>
            </a:r>
            <a:r>
              <a:rPr lang="en-GB" dirty="0"/>
              <a:t> </a:t>
            </a:r>
            <a:r>
              <a:rPr lang="en-GB" dirty="0" err="1"/>
              <a:t>een</a:t>
            </a:r>
            <a:r>
              <a:rPr lang="en-GB" dirty="0"/>
              <a:t> </a:t>
            </a:r>
            <a:r>
              <a:rPr lang="en-GB" dirty="0" err="1"/>
              <a:t>toestand</a:t>
            </a:r>
            <a:r>
              <a:rPr lang="en-GB" dirty="0"/>
              <a:t> </a:t>
            </a:r>
            <a:r>
              <a:rPr lang="en-GB" dirty="0" err="1"/>
              <a:t>en</a:t>
            </a:r>
            <a:r>
              <a:rPr lang="en-GB" dirty="0"/>
              <a:t> </a:t>
            </a:r>
            <a:r>
              <a:rPr lang="en-GB" dirty="0" err="1"/>
              <a:t>een</a:t>
            </a:r>
            <a:r>
              <a:rPr lang="en-GB" dirty="0"/>
              <a:t> </a:t>
            </a:r>
            <a:r>
              <a:rPr lang="en-GB" dirty="0" err="1"/>
              <a:t>toestand</a:t>
            </a:r>
            <a:r>
              <a:rPr lang="en-GB" dirty="0"/>
              <a:t> die </a:t>
            </a:r>
            <a:r>
              <a:rPr lang="en-GB" dirty="0" err="1"/>
              <a:t>een</a:t>
            </a:r>
            <a:r>
              <a:rPr lang="en-GB" dirty="0"/>
              <a:t> </a:t>
            </a:r>
            <a:r>
              <a:rPr lang="en-GB" dirty="0" err="1"/>
              <a:t>transitie</a:t>
            </a:r>
            <a:r>
              <a:rPr lang="en-GB" dirty="0"/>
              <a:t> </a:t>
            </a:r>
            <a:r>
              <a:rPr lang="en-GB" dirty="0" err="1"/>
              <a:t>naar</a:t>
            </a:r>
            <a:r>
              <a:rPr lang="en-GB" dirty="0"/>
              <a:t> </a:t>
            </a:r>
            <a:r>
              <a:rPr lang="en-GB" dirty="0" err="1"/>
              <a:t>zichzelf</a:t>
            </a:r>
            <a:r>
              <a:rPr lang="en-GB" dirty="0"/>
              <a:t> </a:t>
            </a:r>
            <a:r>
              <a:rPr lang="en-GB" dirty="0" err="1"/>
              <a:t>heeft</a:t>
            </a:r>
            <a:r>
              <a:rPr lang="en-GB" dirty="0"/>
              <a:t> met </a:t>
            </a:r>
            <a:r>
              <a:rPr lang="en-GB" dirty="0" err="1"/>
              <a:t>dezelfde</a:t>
            </a:r>
            <a:r>
              <a:rPr lang="en-GB" dirty="0"/>
              <a:t> event/action?</a:t>
            </a:r>
            <a:br>
              <a:rPr lang="en-GB" dirty="0"/>
            </a:br>
            <a:r>
              <a:rPr lang="en-GB" dirty="0"/>
              <a:t>Yep, </a:t>
            </a:r>
            <a:r>
              <a:rPr lang="en-GB" dirty="0" err="1"/>
              <a:t>bij</a:t>
            </a:r>
            <a:r>
              <a:rPr lang="en-GB" dirty="0"/>
              <a:t> </a:t>
            </a:r>
            <a:r>
              <a:rPr lang="en-GB" dirty="0" err="1"/>
              <a:t>eerstgenoemde</a:t>
            </a:r>
            <a:r>
              <a:rPr lang="en-GB" dirty="0"/>
              <a:t> </a:t>
            </a:r>
            <a:r>
              <a:rPr lang="en-GB" dirty="0" err="1"/>
              <a:t>wordt</a:t>
            </a:r>
            <a:r>
              <a:rPr lang="en-GB" dirty="0"/>
              <a:t> de </a:t>
            </a:r>
            <a:r>
              <a:rPr lang="en-GB" dirty="0" err="1"/>
              <a:t>toestand</a:t>
            </a:r>
            <a:r>
              <a:rPr lang="en-GB" dirty="0"/>
              <a:t> </a:t>
            </a:r>
            <a:r>
              <a:rPr lang="en-GB" dirty="0" err="1"/>
              <a:t>niet</a:t>
            </a:r>
            <a:r>
              <a:rPr lang="en-GB" dirty="0"/>
              <a:t> </a:t>
            </a:r>
            <a:r>
              <a:rPr lang="en-GB" dirty="0" err="1"/>
              <a:t>verlaten</a:t>
            </a:r>
            <a:r>
              <a:rPr lang="en-GB" dirty="0"/>
              <a:t>.</a:t>
            </a:r>
          </a:p>
          <a:p>
            <a:pPr marL="171450" indent="-171450">
              <a:buFont typeface="Arial" panose="020B0604020202020204" pitchFamily="34" charset="0"/>
              <a:buChar char="•"/>
            </a:pPr>
            <a:r>
              <a:rPr lang="en-GB" dirty="0"/>
              <a:t>EAB: </a:t>
            </a:r>
            <a:r>
              <a:rPr lang="en-GB" dirty="0" err="1"/>
              <a:t>alles</a:t>
            </a:r>
            <a:r>
              <a:rPr lang="en-GB" dirty="0"/>
              <a:t> </a:t>
            </a:r>
            <a:r>
              <a:rPr lang="en-GB" dirty="0" err="1"/>
              <a:t>optioneel</a:t>
            </a:r>
            <a:r>
              <a:rPr lang="en-GB" dirty="0"/>
              <a:t>. </a:t>
            </a:r>
            <a:r>
              <a:rPr lang="en-GB" dirty="0" err="1"/>
              <a:t>Alleen</a:t>
            </a:r>
            <a:r>
              <a:rPr lang="en-GB" dirty="0"/>
              <a:t> </a:t>
            </a:r>
            <a:r>
              <a:rPr lang="en-GB" dirty="0" err="1"/>
              <a:t>als</a:t>
            </a:r>
            <a:r>
              <a:rPr lang="en-GB" dirty="0"/>
              <a:t> </a:t>
            </a:r>
            <a:r>
              <a:rPr lang="en-GB" dirty="0" err="1"/>
              <a:t>er</a:t>
            </a:r>
            <a:r>
              <a:rPr lang="en-GB" dirty="0"/>
              <a:t> </a:t>
            </a:r>
            <a:r>
              <a:rPr lang="en-GB" dirty="0" err="1"/>
              <a:t>een</a:t>
            </a:r>
            <a:r>
              <a:rPr lang="en-GB" dirty="0"/>
              <a:t> action is, is de / </a:t>
            </a:r>
            <a:r>
              <a:rPr lang="en-GB" dirty="0" err="1"/>
              <a:t>nodig</a:t>
            </a:r>
            <a:r>
              <a:rPr lang="en-GB" dirty="0"/>
              <a:t>.</a:t>
            </a:r>
          </a:p>
          <a:p>
            <a:pPr marL="171450" indent="-171450">
              <a:buFont typeface="Arial" panose="020B0604020202020204" pitchFamily="34" charset="0"/>
              <a:buChar char="•"/>
            </a:pPr>
            <a:r>
              <a:rPr lang="en-GB" dirty="0" err="1"/>
              <a:t>Communicatie binnen een STD: ipv eventbit: bool gebruiken.</a:t>
            </a:r>
            <a:br>
              <a:rPr lang="en-GB" dirty="0"/>
            </a:br>
            <a:endParaRPr lang="en-GB" dirty="0"/>
          </a:p>
          <a:p>
            <a:pPr marL="171450" indent="-171450">
              <a:buFont typeface="Arial" panose="020B0604020202020204" pitchFamily="34" charset="0"/>
              <a:buChar char="•"/>
            </a:pPr>
            <a:r>
              <a:rPr lang="en-GB" dirty="0" err="1"/>
              <a:t>Een</a:t>
            </a:r>
            <a:r>
              <a:rPr lang="en-GB" dirty="0"/>
              <a:t> combined state </a:t>
            </a:r>
            <a:r>
              <a:rPr lang="en-GB" dirty="0" err="1"/>
              <a:t>kan</a:t>
            </a:r>
            <a:r>
              <a:rPr lang="en-GB" dirty="0"/>
              <a:t> </a:t>
            </a:r>
            <a:r>
              <a:rPr lang="en-GB" dirty="0" err="1"/>
              <a:t>ook</a:t>
            </a:r>
            <a:r>
              <a:rPr lang="en-GB" dirty="0"/>
              <a:t> entry, exit event </a:t>
            </a:r>
            <a:r>
              <a:rPr lang="en-GB" dirty="0" err="1"/>
              <a:t>hebben</a:t>
            </a:r>
            <a:r>
              <a:rPr lang="en-GB" dirty="0"/>
              <a:t>, </a:t>
            </a:r>
            <a:r>
              <a:rPr lang="en-GB" dirty="0" err="1"/>
              <a:t>en</a:t>
            </a:r>
            <a:r>
              <a:rPr lang="en-GB" dirty="0"/>
              <a:t> </a:t>
            </a:r>
            <a:r>
              <a:rPr lang="en-GB" dirty="0" err="1"/>
              <a:t>andere</a:t>
            </a:r>
            <a:r>
              <a:rPr lang="en-GB" dirty="0"/>
              <a:t> events (</a:t>
            </a:r>
            <a:r>
              <a:rPr lang="en-GB" dirty="0" err="1"/>
              <a:t>snel</a:t>
            </a:r>
            <a:r>
              <a:rPr lang="en-GB" dirty="0"/>
              <a:t>) </a:t>
            </a:r>
            <a:r>
              <a:rPr lang="en-GB" dirty="0" err="1"/>
              <a:t>afhandelen</a:t>
            </a:r>
            <a:r>
              <a:rPr lang="en-GB" dirty="0"/>
              <a:t>.</a:t>
            </a:r>
            <a:br>
              <a:rPr lang="en-GB" dirty="0"/>
            </a:br>
            <a:r>
              <a:rPr lang="en-GB" dirty="0"/>
              <a:t>Het </a:t>
            </a:r>
            <a:r>
              <a:rPr lang="en-GB" dirty="0" err="1"/>
              <a:t>kan</a:t>
            </a:r>
            <a:r>
              <a:rPr lang="en-GB" dirty="0"/>
              <a:t> </a:t>
            </a:r>
            <a:r>
              <a:rPr lang="en-GB" dirty="0" err="1"/>
              <a:t>geen</a:t>
            </a:r>
            <a:r>
              <a:rPr lang="en-GB" dirty="0"/>
              <a:t> do() clause </a:t>
            </a:r>
            <a:r>
              <a:rPr lang="en-GB" dirty="0" err="1"/>
              <a:t>hebben</a:t>
            </a:r>
            <a:r>
              <a:rPr lang="en-GB" dirty="0"/>
              <a:t>, </a:t>
            </a:r>
            <a:r>
              <a:rPr lang="en-GB" dirty="0" err="1"/>
              <a:t>omdat</a:t>
            </a:r>
            <a:r>
              <a:rPr lang="en-GB" dirty="0"/>
              <a:t> </a:t>
            </a:r>
            <a:r>
              <a:rPr lang="en-GB" dirty="0" err="1"/>
              <a:t>hij</a:t>
            </a:r>
            <a:r>
              <a:rPr lang="en-GB" dirty="0"/>
              <a:t> het </a:t>
            </a:r>
            <a:r>
              <a:rPr lang="en-GB" dirty="0" err="1"/>
              <a:t>stokje</a:t>
            </a:r>
            <a:r>
              <a:rPr lang="en-GB" dirty="0"/>
              <a:t> </a:t>
            </a:r>
            <a:r>
              <a:rPr lang="en-GB" dirty="0" err="1"/>
              <a:t>doorgeeft</a:t>
            </a:r>
            <a:r>
              <a:rPr lang="en-GB" dirty="0"/>
              <a:t> </a:t>
            </a:r>
            <a:r>
              <a:rPr lang="en-GB" dirty="0" err="1"/>
              <a:t>aan</a:t>
            </a:r>
            <a:r>
              <a:rPr lang="en-GB" dirty="0"/>
              <a:t> de </a:t>
            </a:r>
            <a:r>
              <a:rPr lang="en-GB" dirty="0" err="1"/>
              <a:t>substate</a:t>
            </a:r>
            <a:r>
              <a:rPr lang="en-GB" dirty="0"/>
              <a:t> achter de </a:t>
            </a:r>
            <a:r>
              <a:rPr lang="en-GB" dirty="0" err="1"/>
              <a:t>entrynode</a:t>
            </a:r>
            <a:r>
              <a:rPr lang="en-GB" dirty="0"/>
              <a:t>, </a:t>
            </a:r>
            <a:r>
              <a:rPr lang="en-GB" dirty="0" err="1"/>
              <a:t>en</a:t>
            </a:r>
            <a:r>
              <a:rPr lang="en-GB" dirty="0"/>
              <a:t> </a:t>
            </a:r>
            <a:br>
              <a:rPr lang="en-GB" dirty="0"/>
            </a:br>
            <a:r>
              <a:rPr lang="en-GB" dirty="0" err="1"/>
              <a:t>een</a:t>
            </a:r>
            <a:r>
              <a:rPr lang="en-GB" dirty="0"/>
              <a:t> </a:t>
            </a:r>
            <a:r>
              <a:rPr lang="en-GB" dirty="0" err="1"/>
              <a:t>toestandsdiagram</a:t>
            </a:r>
            <a:r>
              <a:rPr lang="en-GB" dirty="0"/>
              <a:t> </a:t>
            </a:r>
            <a:r>
              <a:rPr lang="en-GB" dirty="0" err="1"/>
              <a:t>verder</a:t>
            </a:r>
            <a:r>
              <a:rPr lang="en-GB"/>
              <a:t> single-threaded </a:t>
            </a:r>
            <a:r>
              <a:rPr lang="en-GB" dirty="0"/>
              <a:t>is.</a:t>
            </a:r>
          </a:p>
          <a:p>
            <a:pPr marL="171450" indent="-171450">
              <a:buFont typeface="Arial" panose="020B0604020202020204" pitchFamily="34" charset="0"/>
              <a:buChar char="•"/>
            </a:pPr>
            <a:endParaRPr lang="en-GB" dirty="0"/>
          </a:p>
        </p:txBody>
      </p:sp>
      <p:sp>
        <p:nvSpPr>
          <p:cNvPr id="4" name="Tijdelijke aanduiding voor dianummer 3"/>
          <p:cNvSpPr>
            <a:spLocks noGrp="1"/>
          </p:cNvSpPr>
          <p:nvPr>
            <p:ph type="sldNum" sz="quarter" idx="5"/>
          </p:nvPr>
        </p:nvSpPr>
        <p:spPr/>
        <p:txBody>
          <a:bodyPr/>
          <a:lstStyle/>
          <a:p>
            <a:fld id="{C30187C8-4A11-4407-AD0F-1B6B7F56B45A}" type="slidenum">
              <a:rPr lang="nl-NL" smtClean="0"/>
              <a:t>20</a:t>
            </a:fld>
            <a:endParaRPr lang="nl-NL"/>
          </a:p>
        </p:txBody>
      </p:sp>
    </p:spTree>
    <p:extLst>
      <p:ext uri="{BB962C8B-B14F-4D97-AF65-F5344CB8AC3E}">
        <p14:creationId xmlns:p14="http://schemas.microsoft.com/office/powerpoint/2010/main" val="1740520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C30187C8-4A11-4407-AD0F-1B6B7F56B45A}" type="slidenum">
              <a:rPr lang="nl-NL" smtClean="0"/>
              <a:t>22</a:t>
            </a:fld>
            <a:endParaRPr lang="nl-NL"/>
          </a:p>
        </p:txBody>
      </p:sp>
    </p:spTree>
    <p:extLst>
      <p:ext uri="{BB962C8B-B14F-4D97-AF65-F5344CB8AC3E}">
        <p14:creationId xmlns:p14="http://schemas.microsoft.com/office/powerpoint/2010/main" val="3444637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C30187C8-4A11-4407-AD0F-1B6B7F56B45A}" type="slidenum">
              <a:rPr lang="nl-NL" smtClean="0"/>
              <a:t>23</a:t>
            </a:fld>
            <a:endParaRPr lang="nl-NL"/>
          </a:p>
        </p:txBody>
      </p:sp>
    </p:spTree>
    <p:extLst>
      <p:ext uri="{BB962C8B-B14F-4D97-AF65-F5344CB8AC3E}">
        <p14:creationId xmlns:p14="http://schemas.microsoft.com/office/powerpoint/2010/main" val="41277750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Instelcontrol</a:t>
            </a:r>
            <a:r>
              <a:rPr lang="nl-NL" dirty="0"/>
              <a:t> coördineert</a:t>
            </a:r>
            <a:r>
              <a:rPr lang="nl-NL" baseline="0" dirty="0"/>
              <a:t> de </a:t>
            </a:r>
            <a:r>
              <a:rPr lang="nl-NL" baseline="0" dirty="0" err="1"/>
              <a:t>use</a:t>
            </a:r>
            <a:r>
              <a:rPr lang="nl-NL" baseline="0" dirty="0"/>
              <a:t>-case ‘instellen’. Aan de hand van dat voorbeeld worden een aantal begrippen toegelicht.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24</a:t>
            </a:fld>
            <a:endParaRPr lang="nl-NL"/>
          </a:p>
        </p:txBody>
      </p:sp>
    </p:spTree>
    <p:extLst>
      <p:ext uri="{BB962C8B-B14F-4D97-AF65-F5344CB8AC3E}">
        <p14:creationId xmlns:p14="http://schemas.microsoft.com/office/powerpoint/2010/main" val="13060894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Voor events kijk naar interface en welke synchronisatie mechanismen worden gebruikt. Vul aan met eventuele timers. </a:t>
            </a:r>
          </a:p>
        </p:txBody>
      </p:sp>
      <p:sp>
        <p:nvSpPr>
          <p:cNvPr id="4" name="Slide Number Placeholder 3"/>
          <p:cNvSpPr>
            <a:spLocks noGrp="1"/>
          </p:cNvSpPr>
          <p:nvPr>
            <p:ph type="sldNum" sz="quarter" idx="5"/>
          </p:nvPr>
        </p:nvSpPr>
        <p:spPr/>
        <p:txBody>
          <a:bodyPr/>
          <a:lstStyle/>
          <a:p>
            <a:fld id="{50130A00-8D4D-4A85-94C9-00992D407956}" type="slidenum">
              <a:rPr lang="nl-NL" smtClean="0"/>
              <a:t>25</a:t>
            </a:fld>
            <a:endParaRPr lang="nl-NL"/>
          </a:p>
        </p:txBody>
      </p:sp>
    </p:spTree>
    <p:extLst>
      <p:ext uri="{BB962C8B-B14F-4D97-AF65-F5344CB8AC3E}">
        <p14:creationId xmlns:p14="http://schemas.microsoft.com/office/powerpoint/2010/main" val="23119055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Voor actions kijk naar uitgaande berichten in objectmodel of operaties in klassendiagram. </a:t>
            </a:r>
          </a:p>
        </p:txBody>
      </p:sp>
      <p:sp>
        <p:nvSpPr>
          <p:cNvPr id="4" name="Slide Number Placeholder 3"/>
          <p:cNvSpPr>
            <a:spLocks noGrp="1"/>
          </p:cNvSpPr>
          <p:nvPr>
            <p:ph type="sldNum" sz="quarter" idx="5"/>
          </p:nvPr>
        </p:nvSpPr>
        <p:spPr/>
        <p:txBody>
          <a:bodyPr/>
          <a:lstStyle/>
          <a:p>
            <a:fld id="{50130A00-8D4D-4A85-94C9-00992D407956}" type="slidenum">
              <a:rPr lang="nl-NL" smtClean="0"/>
              <a:t>26</a:t>
            </a:fld>
            <a:endParaRPr lang="nl-NL"/>
          </a:p>
        </p:txBody>
      </p:sp>
    </p:spTree>
    <p:extLst>
      <p:ext uri="{BB962C8B-B14F-4D97-AF65-F5344CB8AC3E}">
        <p14:creationId xmlns:p14="http://schemas.microsoft.com/office/powerpoint/2010/main" val="2495267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baseline="0" dirty="0"/>
          </a:p>
          <a:p>
            <a:r>
              <a:rPr lang="nl-NL" baseline="0" dirty="0"/>
              <a:t>Alleen als de frequentie lager is dan 100 wordt die met een verhoogd (</a:t>
            </a:r>
            <a:r>
              <a:rPr lang="nl-NL" baseline="0" dirty="0" err="1"/>
              <a:t>guard</a:t>
            </a:r>
            <a:r>
              <a:rPr lang="nl-NL" baseline="0" dirty="0"/>
              <a:t>).</a:t>
            </a:r>
          </a:p>
          <a:p>
            <a:endParaRPr lang="nl-NL" baseline="0" dirty="0"/>
          </a:p>
          <a:p>
            <a:r>
              <a:rPr lang="nl-NL" baseline="0" dirty="0"/>
              <a:t>Als het bericht </a:t>
            </a:r>
            <a:r>
              <a:rPr lang="nl-NL" baseline="0" dirty="0" err="1"/>
              <a:t>buttonPressed</a:t>
            </a:r>
            <a:r>
              <a:rPr lang="nl-NL" baseline="0" dirty="0"/>
              <a:t>(</a:t>
            </a:r>
            <a:r>
              <a:rPr lang="nl-NL" baseline="0" dirty="0" err="1"/>
              <a:t>noodKnop</a:t>
            </a:r>
            <a:r>
              <a:rPr lang="nl-NL" baseline="0" dirty="0"/>
              <a:t>) binnenkomt dan vindt er overgang plaats naar andere toestand. </a:t>
            </a:r>
            <a:endParaRPr lang="nl-NL" dirty="0"/>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28</a:t>
            </a:fld>
            <a:endParaRPr lang="nl-NL"/>
          </a:p>
        </p:txBody>
      </p:sp>
    </p:spTree>
    <p:extLst>
      <p:ext uri="{BB962C8B-B14F-4D97-AF65-F5344CB8AC3E}">
        <p14:creationId xmlns:p14="http://schemas.microsoft.com/office/powerpoint/2010/main" val="2301671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Normaal wacht alleen op de queue van ingedrukte knoppen: het event is de queue, en de eerste action is de blokkerende xQueueReceive, die wacht en leest in één. De voorwaarde op buttonID staat daarom in de keuzeknoop erna. Hetzelfde geldt voor Noodtoestand en de queue van losgelaten knoppen.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Het </a:t>
            </a:r>
            <a:r>
              <a:rPr lang="nl-NL" dirty="0" err="1"/>
              <a:t>else</a:t>
            </a:r>
            <a:r>
              <a:rPr lang="nl-NL" dirty="0"/>
              <a:t> pad ontbreekt!</a:t>
            </a:r>
          </a:p>
        </p:txBody>
      </p:sp>
      <p:sp>
        <p:nvSpPr>
          <p:cNvPr id="4" name="Tijdelijke aanduiding voor dianummer 3"/>
          <p:cNvSpPr>
            <a:spLocks noGrp="1"/>
          </p:cNvSpPr>
          <p:nvPr>
            <p:ph type="sldNum" sz="quarter" idx="5"/>
          </p:nvPr>
        </p:nvSpPr>
        <p:spPr/>
        <p:txBody>
          <a:bodyPr/>
          <a:lstStyle/>
          <a:p>
            <a:fld id="{50130A00-8D4D-4A85-94C9-00992D407956}" type="slidenum">
              <a:rPr lang="nl-NL" smtClean="0"/>
              <a:t>30</a:t>
            </a:fld>
            <a:endParaRPr lang="nl-NL"/>
          </a:p>
        </p:txBody>
      </p:sp>
    </p:spTree>
    <p:extLst>
      <p:ext uri="{BB962C8B-B14F-4D97-AF65-F5344CB8AC3E}">
        <p14:creationId xmlns:p14="http://schemas.microsoft.com/office/powerpoint/2010/main" val="29305524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Het </a:t>
            </a:r>
            <a:r>
              <a:rPr lang="nl-NL" dirty="0" err="1"/>
              <a:t>else</a:t>
            </a:r>
            <a:r>
              <a:rPr lang="nl-NL" dirty="0"/>
              <a:t> pad ontbreekt!</a:t>
            </a:r>
          </a:p>
          <a:p>
            <a:endParaRPr lang="nl-NL" dirty="0"/>
          </a:p>
          <a:p>
            <a:r>
              <a:t>Normaal wacht nu op twee dingen tegelijk: de queue van ingedrukte knoppen en de timer. In FreeRTOS kan een taak niet tegelijk op een queue en op eventbits wachten. De queue krijgt daarom een eventbit (eventBitBnPressQueue), dat buttonPressed na xQueueSend zet; Normaal wacht op dat eventbit en leest met tryReadQueue (de code staat in een note bij het complete STD). De timer wordt aangemaakt bij de initial node; zijn callback zet eventBitLogTimer. Noodtoestand wacht nog alleen op de andere queue.</a:t>
            </a:r>
          </a:p>
        </p:txBody>
      </p:sp>
      <p:sp>
        <p:nvSpPr>
          <p:cNvPr id="4" name="Tijdelijke aanduiding voor dianummer 3"/>
          <p:cNvSpPr>
            <a:spLocks noGrp="1"/>
          </p:cNvSpPr>
          <p:nvPr>
            <p:ph type="sldNum" sz="quarter" idx="5"/>
          </p:nvPr>
        </p:nvSpPr>
        <p:spPr/>
        <p:txBody>
          <a:bodyPr/>
          <a:lstStyle/>
          <a:p>
            <a:fld id="{50130A00-8D4D-4A85-94C9-00992D407956}" type="slidenum">
              <a:rPr lang="nl-NL" smtClean="0"/>
              <a:t>31</a:t>
            </a:fld>
            <a:endParaRPr lang="nl-NL"/>
          </a:p>
        </p:txBody>
      </p:sp>
    </p:spTree>
    <p:extLst>
      <p:ext uri="{BB962C8B-B14F-4D97-AF65-F5344CB8AC3E}">
        <p14:creationId xmlns:p14="http://schemas.microsoft.com/office/powerpoint/2010/main" val="36027029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GB" dirty="0" err="1"/>
              <a:t>Alles</a:t>
            </a:r>
            <a:r>
              <a:rPr lang="en-GB" dirty="0"/>
              <a:t> is </a:t>
            </a:r>
            <a:r>
              <a:rPr lang="en-GB" dirty="0" err="1"/>
              <a:t>codeerbaar</a:t>
            </a:r>
            <a:r>
              <a:rPr lang="en-GB" dirty="0"/>
              <a:t>. </a:t>
            </a:r>
            <a:r>
              <a:rPr lang="en-GB" dirty="0" err="1"/>
              <a:t>Geen</a:t>
            </a:r>
            <a:r>
              <a:rPr lang="en-GB" dirty="0"/>
              <a:t> pseudocode </a:t>
            </a:r>
            <a:r>
              <a:rPr lang="en-GB" dirty="0" err="1"/>
              <a:t>oid</a:t>
            </a:r>
            <a:r>
              <a:rPr lang="en-GB" dirty="0"/>
              <a:t> </a:t>
            </a:r>
            <a:r>
              <a:rPr lang="en-GB" dirty="0" err="1"/>
              <a:t>hier</a:t>
            </a:r>
            <a:r>
              <a:rPr lang="en-GB" dirty="0"/>
              <a:t>. </a:t>
            </a:r>
            <a:r>
              <a:rPr lang="en-GB" dirty="0" err="1"/>
              <a:t>Geen</a:t>
            </a:r>
            <a:r>
              <a:rPr lang="en-GB" dirty="0"/>
              <a:t> </a:t>
            </a:r>
            <a:r>
              <a:rPr lang="en-GB" dirty="0" err="1"/>
              <a:t>namen</a:t>
            </a:r>
            <a:r>
              <a:rPr lang="en-GB" dirty="0"/>
              <a:t> met </a:t>
            </a:r>
            <a:r>
              <a:rPr lang="en-GB" dirty="0" err="1"/>
              <a:t>spaties</a:t>
            </a:r>
            <a:r>
              <a:rPr lang="en-GB" dirty="0"/>
              <a:t> etc.</a:t>
            </a:r>
            <a:endParaRPr lang="nl-NL" dirty="0"/>
          </a:p>
          <a:p>
            <a:r>
              <a:t>FreeRTOS: beide queues hebben een eventbit, omdat beide toestanden op meer dan één ding tegelijk wachten (een queue en de timer). Daarom wacht elke toestand op dat eventbit en leest hij met tryReadQueue. Het leeglezen van de andere queue (dummyID) is een interne EAB geworden, zodat de toestand niet verlaten wordt. De interfacefuncties schrijven met wachttijd 0, zodat de aanroepende taak niet blijft hangen als een queue vol is. De notes bevatten de functie tryReadQueue en de callback van logTimer, die het eventbit van de timer zet. De timer wordt aangemaakt bij de initial node (xTimerCreate, tijd in ms).</a:t>
            </a:r>
          </a:p>
        </p:txBody>
      </p:sp>
      <p:sp>
        <p:nvSpPr>
          <p:cNvPr id="4" name="Tijdelijke aanduiding voor dianummer 3"/>
          <p:cNvSpPr>
            <a:spLocks noGrp="1"/>
          </p:cNvSpPr>
          <p:nvPr>
            <p:ph type="sldNum" sz="quarter" idx="10"/>
          </p:nvPr>
        </p:nvSpPr>
        <p:spPr/>
        <p:txBody>
          <a:bodyPr/>
          <a:lstStyle/>
          <a:p>
            <a:fld id="{A466FBB5-274A-4665-AF13-99CBDDE779A7}" type="slidenum">
              <a:rPr lang="nl-NL" smtClean="0"/>
              <a:t>32</a:t>
            </a:fld>
            <a:endParaRPr lang="nl-NL"/>
          </a:p>
        </p:txBody>
      </p:sp>
    </p:spTree>
    <p:extLst>
      <p:ext uri="{BB962C8B-B14F-4D97-AF65-F5344CB8AC3E}">
        <p14:creationId xmlns:p14="http://schemas.microsoft.com/office/powerpoint/2010/main" val="29563628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C30187C8-4A11-4407-AD0F-1B6B7F56B45A}" type="slidenum">
              <a:rPr lang="nl-NL" smtClean="0"/>
              <a:t>33</a:t>
            </a:fld>
            <a:endParaRPr lang="nl-NL"/>
          </a:p>
        </p:txBody>
      </p:sp>
    </p:spTree>
    <p:extLst>
      <p:ext uri="{BB962C8B-B14F-4D97-AF65-F5344CB8AC3E}">
        <p14:creationId xmlns:p14="http://schemas.microsoft.com/office/powerpoint/2010/main" val="37055775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GB" dirty="0"/>
              <a:t>Tip: begin met het </a:t>
            </a:r>
            <a:r>
              <a:rPr lang="en-GB" dirty="0" err="1"/>
              <a:t>beantwoorden</a:t>
            </a:r>
            <a:r>
              <a:rPr lang="en-GB" dirty="0"/>
              <a:t> van de </a:t>
            </a:r>
            <a:r>
              <a:rPr lang="en-GB" dirty="0" err="1"/>
              <a:t>hulpvragen</a:t>
            </a:r>
            <a:r>
              <a:rPr lang="en-GB" dirty="0"/>
              <a:t>.</a:t>
            </a:r>
          </a:p>
          <a:p>
            <a:r>
              <a:rPr lang="en-GB" dirty="0" err="1"/>
              <a:t>Laat</a:t>
            </a:r>
            <a:r>
              <a:rPr lang="en-GB" dirty="0"/>
              <a:t> </a:t>
            </a:r>
            <a:r>
              <a:rPr lang="en-GB" dirty="0" err="1"/>
              <a:t>een</a:t>
            </a:r>
            <a:r>
              <a:rPr lang="en-GB" dirty="0"/>
              <a:t> student </a:t>
            </a:r>
            <a:r>
              <a:rPr lang="en-GB" dirty="0" err="1"/>
              <a:t>zijn</a:t>
            </a:r>
            <a:r>
              <a:rPr lang="en-GB" dirty="0"/>
              <a:t> </a:t>
            </a:r>
            <a:r>
              <a:rPr lang="en-GB" dirty="0" err="1"/>
              <a:t>oplossing</a:t>
            </a:r>
            <a:r>
              <a:rPr lang="en-GB" dirty="0"/>
              <a:t> op de </a:t>
            </a:r>
            <a:r>
              <a:rPr lang="en-GB" dirty="0" err="1"/>
              <a:t>ene</a:t>
            </a:r>
            <a:r>
              <a:rPr lang="en-GB" dirty="0"/>
              <a:t> </a:t>
            </a:r>
            <a:r>
              <a:rPr lang="en-GB" dirty="0" err="1"/>
              <a:t>helft</a:t>
            </a:r>
            <a:r>
              <a:rPr lang="en-GB" dirty="0"/>
              <a:t> van het </a:t>
            </a:r>
            <a:r>
              <a:rPr lang="en-GB" dirty="0" err="1"/>
              <a:t>bord</a:t>
            </a:r>
            <a:r>
              <a:rPr lang="en-GB" dirty="0"/>
              <a:t> </a:t>
            </a:r>
            <a:r>
              <a:rPr lang="en-GB" dirty="0" err="1"/>
              <a:t>tekenen</a:t>
            </a:r>
            <a:r>
              <a:rPr lang="en-GB" dirty="0"/>
              <a:t> (</a:t>
            </a:r>
            <a:r>
              <a:rPr lang="en-GB" dirty="0" err="1"/>
              <a:t>eentje</a:t>
            </a:r>
            <a:r>
              <a:rPr lang="en-GB" dirty="0"/>
              <a:t> met </a:t>
            </a:r>
            <a:r>
              <a:rPr lang="en-GB" dirty="0" err="1"/>
              <a:t>teveel</a:t>
            </a:r>
            <a:r>
              <a:rPr lang="en-GB" dirty="0"/>
              <a:t> guards </a:t>
            </a:r>
            <a:r>
              <a:rPr lang="en-GB" dirty="0" err="1"/>
              <a:t>en</a:t>
            </a:r>
            <a:r>
              <a:rPr lang="en-GB" dirty="0"/>
              <a:t> </a:t>
            </a:r>
            <a:r>
              <a:rPr lang="en-GB" dirty="0" err="1"/>
              <a:t>fouten</a:t>
            </a:r>
            <a:r>
              <a:rPr lang="en-GB" dirty="0"/>
              <a:t>), </a:t>
            </a:r>
            <a:r>
              <a:rPr lang="en-GB" dirty="0" err="1"/>
              <a:t>en</a:t>
            </a:r>
            <a:r>
              <a:rPr lang="en-GB" dirty="0"/>
              <a:t> </a:t>
            </a:r>
            <a:r>
              <a:rPr lang="en-GB" dirty="0" err="1"/>
              <a:t>een</a:t>
            </a:r>
            <a:br>
              <a:rPr lang="en-GB" dirty="0"/>
            </a:br>
            <a:r>
              <a:rPr lang="en-GB" dirty="0" err="1"/>
              <a:t>andere</a:t>
            </a:r>
            <a:r>
              <a:rPr lang="en-GB" dirty="0"/>
              <a:t> student (met </a:t>
            </a:r>
            <a:r>
              <a:rPr lang="en-GB" dirty="0" err="1"/>
              <a:t>een</a:t>
            </a:r>
            <a:r>
              <a:rPr lang="en-GB" dirty="0"/>
              <a:t> </a:t>
            </a:r>
            <a:r>
              <a:rPr lang="en-GB" dirty="0" err="1"/>
              <a:t>mooi</a:t>
            </a:r>
            <a:r>
              <a:rPr lang="en-GB" dirty="0"/>
              <a:t> diagram </a:t>
            </a:r>
            <a:r>
              <a:rPr lang="en-GB" dirty="0" err="1"/>
              <a:t>en</a:t>
            </a:r>
            <a:r>
              <a:rPr lang="en-GB" dirty="0"/>
              <a:t> met sub-</a:t>
            </a:r>
            <a:r>
              <a:rPr lang="en-GB" dirty="0" err="1"/>
              <a:t>toestanden</a:t>
            </a:r>
            <a:r>
              <a:rPr lang="en-GB" dirty="0"/>
              <a:t>) op de </a:t>
            </a:r>
            <a:r>
              <a:rPr lang="en-GB" dirty="0" err="1"/>
              <a:t>rechter</a:t>
            </a:r>
            <a:r>
              <a:rPr lang="en-GB" dirty="0"/>
              <a:t> </a:t>
            </a:r>
            <a:r>
              <a:rPr lang="en-GB" dirty="0" err="1"/>
              <a:t>kant</a:t>
            </a:r>
            <a:r>
              <a:rPr lang="en-GB" dirty="0"/>
              <a:t> van het </a:t>
            </a:r>
            <a:r>
              <a:rPr lang="en-GB" dirty="0" err="1"/>
              <a:t>bord</a:t>
            </a:r>
            <a:r>
              <a:rPr lang="en-GB" dirty="0"/>
              <a:t> </a:t>
            </a:r>
            <a:r>
              <a:rPr lang="en-GB" dirty="0" err="1"/>
              <a:t>en</a:t>
            </a:r>
            <a:r>
              <a:rPr lang="en-GB" dirty="0"/>
              <a:t> </a:t>
            </a:r>
            <a:r>
              <a:rPr lang="en-GB" dirty="0" err="1"/>
              <a:t>bediscussieer</a:t>
            </a:r>
            <a:r>
              <a:rPr lang="en-GB" dirty="0"/>
              <a:t> de </a:t>
            </a:r>
            <a:r>
              <a:rPr lang="en-GB" dirty="0" err="1"/>
              <a:t>resultaten</a:t>
            </a:r>
            <a:r>
              <a:rPr lang="en-GB"/>
              <a:t>.</a:t>
            </a:r>
            <a:endParaRPr lang="nl-NL" dirty="0"/>
          </a:p>
        </p:txBody>
      </p:sp>
      <p:sp>
        <p:nvSpPr>
          <p:cNvPr id="4" name="Tijdelijke aanduiding voor dianummer 3"/>
          <p:cNvSpPr>
            <a:spLocks noGrp="1"/>
          </p:cNvSpPr>
          <p:nvPr>
            <p:ph type="sldNum" sz="quarter" idx="5"/>
          </p:nvPr>
        </p:nvSpPr>
        <p:spPr/>
        <p:txBody>
          <a:bodyPr/>
          <a:lstStyle/>
          <a:p>
            <a:fld id="{C30187C8-4A11-4407-AD0F-1B6B7F56B45A}" type="slidenum">
              <a:rPr lang="nl-NL" smtClean="0"/>
              <a:t>34</a:t>
            </a:fld>
            <a:endParaRPr lang="nl-NL"/>
          </a:p>
        </p:txBody>
      </p:sp>
    </p:spTree>
    <p:extLst>
      <p:ext uri="{BB962C8B-B14F-4D97-AF65-F5344CB8AC3E}">
        <p14:creationId xmlns:p14="http://schemas.microsoft.com/office/powerpoint/2010/main" val="35976040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grpSp>
        <p:nvGrpSpPr>
          <p:cNvPr id="12" name="Groep 11"/>
          <p:cNvGrpSpPr/>
          <p:nvPr/>
        </p:nvGrpSpPr>
        <p:grpSpPr>
          <a:xfrm>
            <a:off x="4222" y="0"/>
            <a:ext cx="12185505" cy="6858000"/>
            <a:chOff x="3166" y="0"/>
            <a:chExt cx="9139129" cy="6858000"/>
          </a:xfrm>
        </p:grpSpPr>
        <p:grpSp>
          <p:nvGrpSpPr>
            <p:cNvPr id="4" name="Groep 3"/>
            <p:cNvGrpSpPr/>
            <p:nvPr/>
          </p:nvGrpSpPr>
          <p:grpSpPr>
            <a:xfrm>
              <a:off x="3166" y="0"/>
              <a:ext cx="9139129" cy="6858000"/>
              <a:chOff x="3166" y="0"/>
              <a:chExt cx="9139129" cy="6858000"/>
            </a:xfrm>
          </p:grpSpPr>
          <p:sp>
            <p:nvSpPr>
              <p:cNvPr id="10" name="Rechthoek 9"/>
              <p:cNvSpPr/>
              <p:nvPr/>
            </p:nvSpPr>
            <p:spPr>
              <a:xfrm>
                <a:off x="3166" y="0"/>
                <a:ext cx="9137667" cy="17008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hthoek 10"/>
              <p:cNvSpPr/>
              <p:nvPr/>
            </p:nvSpPr>
            <p:spPr>
              <a:xfrm>
                <a:off x="4628" y="1700808"/>
                <a:ext cx="9137667" cy="51571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3" name="Afbeelding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5137" y="236897"/>
              <a:ext cx="4575709" cy="1322460"/>
            </a:xfrm>
            <a:prstGeom prst="rect">
              <a:avLst/>
            </a:prstGeom>
          </p:spPr>
        </p:pic>
      </p:grpSp>
      <p:sp>
        <p:nvSpPr>
          <p:cNvPr id="13314" name="Rectangle 2"/>
          <p:cNvSpPr>
            <a:spLocks noGrp="1" noChangeArrowheads="1"/>
          </p:cNvSpPr>
          <p:nvPr>
            <p:ph type="ctrTitle" sz="quarter"/>
          </p:nvPr>
        </p:nvSpPr>
        <p:spPr>
          <a:xfrm>
            <a:off x="1007435" y="3108450"/>
            <a:ext cx="10168565" cy="707886"/>
          </a:xfrm>
        </p:spPr>
        <p:txBody>
          <a:bodyPr anchor="b"/>
          <a:lstStyle>
            <a:lvl1pPr algn="l">
              <a:defRPr sz="4000">
                <a:solidFill>
                  <a:schemeClr val="tx1"/>
                </a:solidFill>
              </a:defRPr>
            </a:lvl1pPr>
          </a:lstStyle>
          <a:p>
            <a:r>
              <a:rPr lang="en-US"/>
              <a:t>Click to edit Master title style</a:t>
            </a:r>
            <a:endParaRPr lang="en-US" dirty="0"/>
          </a:p>
        </p:txBody>
      </p:sp>
      <p:sp>
        <p:nvSpPr>
          <p:cNvPr id="13315" name="Rectangle 3"/>
          <p:cNvSpPr>
            <a:spLocks noGrp="1" noChangeArrowheads="1"/>
          </p:cNvSpPr>
          <p:nvPr>
            <p:ph type="subTitle" sz="quarter" idx="1" hasCustomPrompt="1"/>
          </p:nvPr>
        </p:nvSpPr>
        <p:spPr>
          <a:xfrm>
            <a:off x="1007435" y="3886200"/>
            <a:ext cx="10168565" cy="437043"/>
          </a:xfrm>
          <a:prstGeom prst="rect">
            <a:avLst/>
          </a:prstGeom>
        </p:spPr>
        <p:txBody>
          <a:bodyPr>
            <a:spAutoFit/>
          </a:bodyPr>
          <a:lstStyle>
            <a:lvl1pPr marL="0" indent="0">
              <a:lnSpc>
                <a:spcPct val="80000"/>
              </a:lnSpc>
              <a:buFont typeface="Zapf Dingbats" charset="2"/>
              <a:buNone/>
              <a:defRPr sz="2800" baseline="0">
                <a:solidFill>
                  <a:schemeClr val="tx1"/>
                </a:solidFill>
              </a:defRPr>
            </a:lvl1pPr>
          </a:lstStyle>
          <a:p>
            <a:r>
              <a:rPr lang="en-US" dirty="0" err="1"/>
              <a:t>Klik</a:t>
            </a:r>
            <a:r>
              <a:rPr lang="en-US" dirty="0"/>
              <a:t> </a:t>
            </a:r>
            <a:r>
              <a:rPr lang="en-US" dirty="0" err="1"/>
              <a:t>om</a:t>
            </a:r>
            <a:r>
              <a:rPr lang="en-US" dirty="0"/>
              <a:t> het </a:t>
            </a:r>
            <a:r>
              <a:rPr lang="en-US" dirty="0" err="1"/>
              <a:t>opmaakprofiel</a:t>
            </a:r>
            <a:r>
              <a:rPr lang="en-US" dirty="0"/>
              <a:t> van het </a:t>
            </a:r>
            <a:r>
              <a:rPr lang="en-US" dirty="0" err="1"/>
              <a:t>opmaakprofiel</a:t>
            </a:r>
            <a:r>
              <a:rPr lang="en-US" dirty="0"/>
              <a:t> te </a:t>
            </a:r>
            <a:r>
              <a:rPr lang="en-US" dirty="0" err="1"/>
              <a:t>bewerken</a:t>
            </a:r>
            <a:endParaRPr lang="en-US" dirty="0"/>
          </a:p>
        </p:txBody>
      </p:sp>
      <p:sp>
        <p:nvSpPr>
          <p:cNvPr id="7" name="Tijdelijke aanduiding voor voettekst 6"/>
          <p:cNvSpPr>
            <a:spLocks noGrp="1"/>
          </p:cNvSpPr>
          <p:nvPr>
            <p:ph type="ftr" sz="quarter" idx="10"/>
          </p:nvPr>
        </p:nvSpPr>
        <p:spPr/>
        <p:txBody>
          <a:bodyPr/>
          <a:lstStyle/>
          <a:p>
            <a:endParaRPr lang="nl-NL"/>
          </a:p>
        </p:txBody>
      </p:sp>
    </p:spTree>
    <p:extLst>
      <p:ext uri="{BB962C8B-B14F-4D97-AF65-F5344CB8AC3E}">
        <p14:creationId xmlns:p14="http://schemas.microsoft.com/office/powerpoint/2010/main" val="24551312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6" name="Tijdelijke aanduiding voor voettekst 15"/>
          <p:cNvSpPr>
            <a:spLocks noGrp="1"/>
          </p:cNvSpPr>
          <p:nvPr>
            <p:ph type="ftr" sz="quarter" idx="10"/>
          </p:nvPr>
        </p:nvSpPr>
        <p:spPr/>
        <p:txBody>
          <a:bodyPr/>
          <a:lstStyle/>
          <a:p>
            <a:endParaRPr lang="nl-NL"/>
          </a:p>
        </p:txBody>
      </p:sp>
      <p:sp>
        <p:nvSpPr>
          <p:cNvPr id="3" name="Titel 2"/>
          <p:cNvSpPr>
            <a:spLocks noGrp="1"/>
          </p:cNvSpPr>
          <p:nvPr>
            <p:ph type="title"/>
          </p:nvPr>
        </p:nvSpPr>
        <p:spPr/>
        <p:txBody>
          <a:bodyPr/>
          <a:lstStyle/>
          <a:p>
            <a:r>
              <a:rPr lang="en-US"/>
              <a:t>Click to edit Master title style</a:t>
            </a:r>
            <a:endParaRPr lang="nl-NL"/>
          </a:p>
        </p:txBody>
      </p:sp>
      <p:sp>
        <p:nvSpPr>
          <p:cNvPr id="6" name="Tijdelijke aanduiding voor inhoud 19"/>
          <p:cNvSpPr>
            <a:spLocks noGrp="1"/>
          </p:cNvSpPr>
          <p:nvPr>
            <p:ph sz="quarter" idx="11"/>
          </p:nvPr>
        </p:nvSpPr>
        <p:spPr>
          <a:xfrm>
            <a:off x="1007533" y="1557338"/>
            <a:ext cx="10526248" cy="4608512"/>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92678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el and Content with Sources">
    <p:spTree>
      <p:nvGrpSpPr>
        <p:cNvPr id="1" name=""/>
        <p:cNvGrpSpPr/>
        <p:nvPr/>
      </p:nvGrpSpPr>
      <p:grpSpPr>
        <a:xfrm>
          <a:off x="0" y="0"/>
          <a:ext cx="0" cy="0"/>
          <a:chOff x="0" y="0"/>
          <a:chExt cx="0" cy="0"/>
        </a:xfrm>
      </p:grpSpPr>
      <p:sp>
        <p:nvSpPr>
          <p:cNvPr id="16" name="Tijdelijke aanduiding voor voettekst 15"/>
          <p:cNvSpPr>
            <a:spLocks noGrp="1"/>
          </p:cNvSpPr>
          <p:nvPr>
            <p:ph type="ftr" sz="quarter" idx="10"/>
          </p:nvPr>
        </p:nvSpPr>
        <p:spPr/>
        <p:txBody>
          <a:bodyPr/>
          <a:lstStyle/>
          <a:p>
            <a:endParaRPr lang="nl-NL"/>
          </a:p>
        </p:txBody>
      </p:sp>
      <p:sp>
        <p:nvSpPr>
          <p:cNvPr id="4" name="Tijdelijke aanduiding voor tekst 3"/>
          <p:cNvSpPr>
            <a:spLocks noGrp="1"/>
          </p:cNvSpPr>
          <p:nvPr>
            <p:ph type="body" sz="quarter" idx="12"/>
          </p:nvPr>
        </p:nvSpPr>
        <p:spPr>
          <a:xfrm>
            <a:off x="1007534" y="5589588"/>
            <a:ext cx="10532693" cy="576262"/>
          </a:xfrm>
          <a:prstGeom prst="rect">
            <a:avLst/>
          </a:prstGeom>
        </p:spPr>
        <p:txBody>
          <a:bodyPr anchor="b">
            <a:normAutofit/>
          </a:bodyPr>
          <a:lstStyle>
            <a:lvl1pPr marL="0" indent="0">
              <a:buNone/>
              <a:defRPr sz="1200"/>
            </a:lvl1pPr>
          </a:lstStyle>
          <a:p>
            <a:pPr lvl="0"/>
            <a:r>
              <a:rPr lang="en-US"/>
              <a:t>Edit Master text styles</a:t>
            </a:r>
          </a:p>
        </p:txBody>
      </p:sp>
      <p:sp>
        <p:nvSpPr>
          <p:cNvPr id="6" name="Tijdelijke aanduiding voor inhoud 19"/>
          <p:cNvSpPr>
            <a:spLocks noGrp="1"/>
          </p:cNvSpPr>
          <p:nvPr>
            <p:ph sz="quarter" idx="11"/>
          </p:nvPr>
        </p:nvSpPr>
        <p:spPr>
          <a:xfrm>
            <a:off x="1007533" y="1557338"/>
            <a:ext cx="10526248" cy="403225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el 2"/>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1928862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707886"/>
          </a:xfrm>
        </p:spPr>
        <p:txBody>
          <a:bodyPr anchor="t"/>
          <a:lstStyle>
            <a:lvl1pPr algn="l" rtl="0" eaLnBrk="0" fontAlgn="base" hangingPunct="0">
              <a:spcBef>
                <a:spcPct val="0"/>
              </a:spcBef>
              <a:spcAft>
                <a:spcPct val="0"/>
              </a:spcAft>
              <a:defRPr lang="en-US" sz="4000" b="1" dirty="0">
                <a:solidFill>
                  <a:schemeClr val="tx1"/>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a:prstGeom prst="rect">
            <a:avLst/>
          </a:prstGeom>
        </p:spPr>
        <p:txBody>
          <a:bodyPr anchor="b">
            <a:normAutofit/>
          </a:bodyPr>
          <a:lstStyle>
            <a:lvl1pPr marL="0" indent="0">
              <a:buNone/>
              <a:defRPr sz="2800">
                <a:solidFill>
                  <a:schemeClr val="tx1"/>
                </a:solidFill>
                <a:latin typeface="+mn-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7" name="Tijdelijke aanduiding voor voettekst 6"/>
          <p:cNvSpPr>
            <a:spLocks noGrp="1"/>
          </p:cNvSpPr>
          <p:nvPr>
            <p:ph type="ftr" sz="quarter" idx="10"/>
          </p:nvPr>
        </p:nvSpPr>
        <p:spPr/>
        <p:txBody>
          <a:bodyPr/>
          <a:lstStyle/>
          <a:p>
            <a:endParaRPr lang="nl-NL"/>
          </a:p>
        </p:txBody>
      </p:sp>
    </p:spTree>
    <p:extLst>
      <p:ext uri="{BB962C8B-B14F-4D97-AF65-F5344CB8AC3E}">
        <p14:creationId xmlns:p14="http://schemas.microsoft.com/office/powerpoint/2010/main" val="3712121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
        <p:cNvGrpSpPr/>
        <p:nvPr/>
      </p:nvGrpSpPr>
      <p:grpSpPr>
        <a:xfrm>
          <a:off x="0" y="0"/>
          <a:ext cx="0" cy="0"/>
          <a:chOff x="0" y="0"/>
          <a:chExt cx="0" cy="0"/>
        </a:xfrm>
      </p:grpSpPr>
      <p:sp>
        <p:nvSpPr>
          <p:cNvPr id="3" name="Tijdelijke aanduiding voor inhoud 2"/>
          <p:cNvSpPr>
            <a:spLocks noGrp="1"/>
          </p:cNvSpPr>
          <p:nvPr>
            <p:ph sz="quarter" idx="15"/>
          </p:nvPr>
        </p:nvSpPr>
        <p:spPr>
          <a:xfrm>
            <a:off x="1007534" y="1547813"/>
            <a:ext cx="5044017" cy="46085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inhoud 4"/>
          <p:cNvSpPr>
            <a:spLocks noGrp="1"/>
          </p:cNvSpPr>
          <p:nvPr>
            <p:ph sz="quarter" idx="16"/>
          </p:nvPr>
        </p:nvSpPr>
        <p:spPr>
          <a:xfrm>
            <a:off x="6479117" y="1547813"/>
            <a:ext cx="5044016" cy="46085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10" name="Tijdelijke aanduiding voor voettekst 3"/>
          <p:cNvSpPr>
            <a:spLocks noGrp="1"/>
          </p:cNvSpPr>
          <p:nvPr>
            <p:ph type="ftr" sz="quarter" idx="11"/>
          </p:nvPr>
        </p:nvSpPr>
        <p:spPr>
          <a:xfrm>
            <a:off x="1007435" y="6248400"/>
            <a:ext cx="7968885" cy="457200"/>
          </a:xfrm>
        </p:spPr>
        <p:txBody>
          <a:bodyPr/>
          <a:lstStyle/>
          <a:p>
            <a:endParaRPr lang="nl-NL"/>
          </a:p>
        </p:txBody>
      </p:sp>
      <p:sp>
        <p:nvSpPr>
          <p:cNvPr id="7" name="Titel 6"/>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1511566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Two Content with Sources">
    <p:spTree>
      <p:nvGrpSpPr>
        <p:cNvPr id="1" name=""/>
        <p:cNvGrpSpPr/>
        <p:nvPr/>
      </p:nvGrpSpPr>
      <p:grpSpPr>
        <a:xfrm>
          <a:off x="0" y="0"/>
          <a:ext cx="0" cy="0"/>
          <a:chOff x="0" y="0"/>
          <a:chExt cx="0" cy="0"/>
        </a:xfrm>
      </p:grpSpPr>
      <p:sp>
        <p:nvSpPr>
          <p:cNvPr id="10" name="Tijdelijke aanduiding voor voettekst 3"/>
          <p:cNvSpPr>
            <a:spLocks noGrp="1"/>
          </p:cNvSpPr>
          <p:nvPr>
            <p:ph type="ftr" sz="quarter" idx="11"/>
          </p:nvPr>
        </p:nvSpPr>
        <p:spPr>
          <a:xfrm>
            <a:off x="1007435" y="6248400"/>
            <a:ext cx="7968885" cy="457200"/>
          </a:xfrm>
        </p:spPr>
        <p:txBody>
          <a:bodyPr/>
          <a:lstStyle/>
          <a:p>
            <a:endParaRPr lang="nl-NL"/>
          </a:p>
        </p:txBody>
      </p:sp>
      <p:sp>
        <p:nvSpPr>
          <p:cNvPr id="7" name="Tijdelijke aanduiding voor tekst 3"/>
          <p:cNvSpPr>
            <a:spLocks noGrp="1"/>
          </p:cNvSpPr>
          <p:nvPr>
            <p:ph type="body" sz="quarter" idx="12"/>
          </p:nvPr>
        </p:nvSpPr>
        <p:spPr>
          <a:xfrm>
            <a:off x="1007534" y="5589588"/>
            <a:ext cx="10532693" cy="576262"/>
          </a:xfrm>
          <a:prstGeom prst="rect">
            <a:avLst/>
          </a:prstGeom>
        </p:spPr>
        <p:txBody>
          <a:bodyPr anchor="b">
            <a:normAutofit/>
          </a:bodyPr>
          <a:lstStyle>
            <a:lvl1pPr marL="0" indent="0">
              <a:buNone/>
              <a:defRPr sz="1200"/>
            </a:lvl1pPr>
          </a:lstStyle>
          <a:p>
            <a:pPr lvl="0"/>
            <a:r>
              <a:rPr lang="en-US"/>
              <a:t>Edit Master text styles</a:t>
            </a:r>
          </a:p>
        </p:txBody>
      </p:sp>
      <p:sp>
        <p:nvSpPr>
          <p:cNvPr id="9" name="Tijdelijke aanduiding voor inhoud 2"/>
          <p:cNvSpPr>
            <a:spLocks noGrp="1"/>
          </p:cNvSpPr>
          <p:nvPr>
            <p:ph sz="quarter" idx="15"/>
          </p:nvPr>
        </p:nvSpPr>
        <p:spPr>
          <a:xfrm>
            <a:off x="1007534" y="1547814"/>
            <a:ext cx="5044017" cy="404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1" name="Tijdelijke aanduiding voor inhoud 4"/>
          <p:cNvSpPr>
            <a:spLocks noGrp="1"/>
          </p:cNvSpPr>
          <p:nvPr>
            <p:ph sz="quarter" idx="16"/>
          </p:nvPr>
        </p:nvSpPr>
        <p:spPr>
          <a:xfrm>
            <a:off x="6479117" y="1547814"/>
            <a:ext cx="5044016" cy="404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2" name="Titel 1"/>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37512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mparison">
    <p:spTree>
      <p:nvGrpSpPr>
        <p:cNvPr id="1" name=""/>
        <p:cNvGrpSpPr/>
        <p:nvPr/>
      </p:nvGrpSpPr>
      <p:grpSpPr>
        <a:xfrm>
          <a:off x="0" y="0"/>
          <a:ext cx="0" cy="0"/>
          <a:chOff x="0" y="0"/>
          <a:chExt cx="0" cy="0"/>
        </a:xfrm>
      </p:grpSpPr>
      <p:sp>
        <p:nvSpPr>
          <p:cNvPr id="12" name="Tijdelijke aanduiding voor voettekst 3"/>
          <p:cNvSpPr>
            <a:spLocks noGrp="1"/>
          </p:cNvSpPr>
          <p:nvPr>
            <p:ph type="ftr" sz="quarter" idx="11"/>
          </p:nvPr>
        </p:nvSpPr>
        <p:spPr>
          <a:xfrm>
            <a:off x="1007435" y="6248400"/>
            <a:ext cx="7968885" cy="457200"/>
          </a:xfrm>
        </p:spPr>
        <p:txBody>
          <a:bodyPr/>
          <a:lstStyle/>
          <a:p>
            <a:endParaRPr lang="nl-NL"/>
          </a:p>
        </p:txBody>
      </p:sp>
      <p:sp>
        <p:nvSpPr>
          <p:cNvPr id="3" name="Tijdelijke aanduiding voor tekst 2"/>
          <p:cNvSpPr>
            <a:spLocks noGrp="1"/>
          </p:cNvSpPr>
          <p:nvPr>
            <p:ph type="body" sz="quarter" idx="18"/>
          </p:nvPr>
        </p:nvSpPr>
        <p:spPr>
          <a:xfrm>
            <a:off x="1007435" y="1478612"/>
            <a:ext cx="5044116" cy="654245"/>
          </a:xfrm>
          <a:prstGeom prst="rect">
            <a:avLst/>
          </a:prstGeom>
        </p:spPr>
        <p:txBody>
          <a:bodyPr anchor="b"/>
          <a:lstStyle>
            <a:lvl1pPr marL="0" indent="0">
              <a:buNone/>
              <a:defRPr b="1">
                <a:solidFill>
                  <a:schemeClr val="tx2"/>
                </a:solidFill>
              </a:defRPr>
            </a:lvl1pPr>
          </a:lstStyle>
          <a:p>
            <a:pPr lvl="0"/>
            <a:r>
              <a:rPr lang="en-US"/>
              <a:t>Edit Master text styles</a:t>
            </a:r>
          </a:p>
        </p:txBody>
      </p:sp>
      <p:sp>
        <p:nvSpPr>
          <p:cNvPr id="13" name="Tijdelijke aanduiding voor tekst 2"/>
          <p:cNvSpPr>
            <a:spLocks noGrp="1"/>
          </p:cNvSpPr>
          <p:nvPr>
            <p:ph type="body" sz="quarter" idx="19"/>
          </p:nvPr>
        </p:nvSpPr>
        <p:spPr>
          <a:xfrm>
            <a:off x="6475041" y="1484712"/>
            <a:ext cx="5044800" cy="648145"/>
          </a:xfrm>
          <a:prstGeom prst="rect">
            <a:avLst/>
          </a:prstGeom>
        </p:spPr>
        <p:txBody>
          <a:bodyPr anchor="b"/>
          <a:lstStyle>
            <a:lvl1pPr marL="0" indent="0">
              <a:buNone/>
              <a:defRPr b="1">
                <a:solidFill>
                  <a:schemeClr val="tx2"/>
                </a:solidFill>
              </a:defRPr>
            </a:lvl1pPr>
          </a:lstStyle>
          <a:p>
            <a:pPr lvl="0"/>
            <a:r>
              <a:rPr lang="en-US"/>
              <a:t>Edit Master text styles</a:t>
            </a:r>
          </a:p>
        </p:txBody>
      </p:sp>
      <p:sp>
        <p:nvSpPr>
          <p:cNvPr id="9" name="Tijdelijke aanduiding voor inhoud 2"/>
          <p:cNvSpPr>
            <a:spLocks noGrp="1"/>
          </p:cNvSpPr>
          <p:nvPr>
            <p:ph sz="quarter" idx="15"/>
          </p:nvPr>
        </p:nvSpPr>
        <p:spPr>
          <a:xfrm>
            <a:off x="1007534" y="2132856"/>
            <a:ext cx="5044017" cy="402346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1" name="Tijdelijke aanduiding voor inhoud 4"/>
          <p:cNvSpPr>
            <a:spLocks noGrp="1"/>
          </p:cNvSpPr>
          <p:nvPr>
            <p:ph sz="quarter" idx="16"/>
          </p:nvPr>
        </p:nvSpPr>
        <p:spPr>
          <a:xfrm>
            <a:off x="6479117" y="2132856"/>
            <a:ext cx="5044016" cy="402346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2" name="Titel 1"/>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1767004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mparison with Sources">
    <p:spTree>
      <p:nvGrpSpPr>
        <p:cNvPr id="1" name=""/>
        <p:cNvGrpSpPr/>
        <p:nvPr/>
      </p:nvGrpSpPr>
      <p:grpSpPr>
        <a:xfrm>
          <a:off x="0" y="0"/>
          <a:ext cx="0" cy="0"/>
          <a:chOff x="0" y="0"/>
          <a:chExt cx="0" cy="0"/>
        </a:xfrm>
      </p:grpSpPr>
      <p:sp>
        <p:nvSpPr>
          <p:cNvPr id="10" name="Titel 1"/>
          <p:cNvSpPr>
            <a:spLocks noGrp="1"/>
          </p:cNvSpPr>
          <p:nvPr>
            <p:ph type="title"/>
          </p:nvPr>
        </p:nvSpPr>
        <p:spPr>
          <a:xfrm>
            <a:off x="1046139" y="467961"/>
            <a:ext cx="8314224" cy="584775"/>
          </a:xfrm>
        </p:spPr>
        <p:txBody>
          <a:bodyPr/>
          <a:lstStyle/>
          <a:p>
            <a:r>
              <a:rPr lang="en-US"/>
              <a:t>Click to edit Master title style</a:t>
            </a:r>
            <a:endParaRPr lang="en-US" dirty="0"/>
          </a:p>
        </p:txBody>
      </p:sp>
      <p:sp>
        <p:nvSpPr>
          <p:cNvPr id="12" name="Tijdelijke aanduiding voor voettekst 3"/>
          <p:cNvSpPr>
            <a:spLocks noGrp="1"/>
          </p:cNvSpPr>
          <p:nvPr>
            <p:ph type="ftr" sz="quarter" idx="11"/>
          </p:nvPr>
        </p:nvSpPr>
        <p:spPr>
          <a:xfrm>
            <a:off x="1007435" y="6248400"/>
            <a:ext cx="7968885" cy="457200"/>
          </a:xfrm>
        </p:spPr>
        <p:txBody>
          <a:bodyPr/>
          <a:lstStyle/>
          <a:p>
            <a:endParaRPr lang="nl-NL"/>
          </a:p>
        </p:txBody>
      </p:sp>
      <p:sp>
        <p:nvSpPr>
          <p:cNvPr id="3" name="Tijdelijke aanduiding voor tekst 2"/>
          <p:cNvSpPr>
            <a:spLocks noGrp="1"/>
          </p:cNvSpPr>
          <p:nvPr>
            <p:ph type="body" sz="quarter" idx="18"/>
          </p:nvPr>
        </p:nvSpPr>
        <p:spPr>
          <a:xfrm>
            <a:off x="1007435" y="1478612"/>
            <a:ext cx="5044116" cy="654245"/>
          </a:xfrm>
          <a:prstGeom prst="rect">
            <a:avLst/>
          </a:prstGeom>
        </p:spPr>
        <p:txBody>
          <a:bodyPr anchor="b"/>
          <a:lstStyle>
            <a:lvl1pPr marL="0" indent="0">
              <a:buNone/>
              <a:defRPr b="1">
                <a:solidFill>
                  <a:schemeClr val="tx2"/>
                </a:solidFill>
              </a:defRPr>
            </a:lvl1pPr>
          </a:lstStyle>
          <a:p>
            <a:pPr lvl="0"/>
            <a:r>
              <a:rPr lang="en-US"/>
              <a:t>Edit Master text styles</a:t>
            </a:r>
          </a:p>
        </p:txBody>
      </p:sp>
      <p:sp>
        <p:nvSpPr>
          <p:cNvPr id="13" name="Tijdelijke aanduiding voor tekst 2"/>
          <p:cNvSpPr>
            <a:spLocks noGrp="1"/>
          </p:cNvSpPr>
          <p:nvPr>
            <p:ph type="body" sz="quarter" idx="19"/>
          </p:nvPr>
        </p:nvSpPr>
        <p:spPr>
          <a:xfrm>
            <a:off x="6479119" y="1484712"/>
            <a:ext cx="5061109" cy="648145"/>
          </a:xfrm>
          <a:prstGeom prst="rect">
            <a:avLst/>
          </a:prstGeom>
        </p:spPr>
        <p:txBody>
          <a:bodyPr anchor="b"/>
          <a:lstStyle>
            <a:lvl1pPr marL="0" indent="0">
              <a:buNone/>
              <a:defRPr b="1">
                <a:solidFill>
                  <a:schemeClr val="tx2"/>
                </a:solidFill>
              </a:defRPr>
            </a:lvl1pPr>
          </a:lstStyle>
          <a:p>
            <a:pPr lvl="0"/>
            <a:r>
              <a:rPr lang="en-US"/>
              <a:t>Edit Master text styles</a:t>
            </a:r>
          </a:p>
        </p:txBody>
      </p:sp>
      <p:sp>
        <p:nvSpPr>
          <p:cNvPr id="9" name="Tijdelijke aanduiding voor tekst 3"/>
          <p:cNvSpPr>
            <a:spLocks noGrp="1"/>
          </p:cNvSpPr>
          <p:nvPr>
            <p:ph type="body" sz="quarter" idx="12"/>
          </p:nvPr>
        </p:nvSpPr>
        <p:spPr>
          <a:xfrm>
            <a:off x="1007534" y="5589588"/>
            <a:ext cx="10532693" cy="576262"/>
          </a:xfrm>
          <a:prstGeom prst="rect">
            <a:avLst/>
          </a:prstGeom>
        </p:spPr>
        <p:txBody>
          <a:bodyPr anchor="b">
            <a:normAutofit/>
          </a:bodyPr>
          <a:lstStyle>
            <a:lvl1pPr marL="0" indent="0">
              <a:buNone/>
              <a:defRPr sz="1200"/>
            </a:lvl1pPr>
          </a:lstStyle>
          <a:p>
            <a:pPr lvl="0"/>
            <a:r>
              <a:rPr lang="en-US"/>
              <a:t>Edit Master text styles</a:t>
            </a:r>
          </a:p>
        </p:txBody>
      </p:sp>
      <p:sp>
        <p:nvSpPr>
          <p:cNvPr id="11" name="Tijdelijke aanduiding voor inhoud 2"/>
          <p:cNvSpPr>
            <a:spLocks noGrp="1"/>
          </p:cNvSpPr>
          <p:nvPr>
            <p:ph sz="quarter" idx="15"/>
          </p:nvPr>
        </p:nvSpPr>
        <p:spPr>
          <a:xfrm>
            <a:off x="1007534" y="2132856"/>
            <a:ext cx="5044017" cy="345673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4" name="Tijdelijke aanduiding voor inhoud 4"/>
          <p:cNvSpPr>
            <a:spLocks noGrp="1"/>
          </p:cNvSpPr>
          <p:nvPr>
            <p:ph sz="quarter" idx="16"/>
          </p:nvPr>
        </p:nvSpPr>
        <p:spPr>
          <a:xfrm>
            <a:off x="6479117" y="2132856"/>
            <a:ext cx="5044016" cy="345673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682410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1046139" y="467961"/>
            <a:ext cx="83142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US"/>
              <a:t>Click to edit Master title style</a:t>
            </a:r>
            <a:endParaRPr lang="en-US" dirty="0"/>
          </a:p>
        </p:txBody>
      </p:sp>
      <p:sp>
        <p:nvSpPr>
          <p:cNvPr id="9" name="Rectangle 6"/>
          <p:cNvSpPr>
            <a:spLocks noGrp="1" noChangeArrowheads="1"/>
          </p:cNvSpPr>
          <p:nvPr>
            <p:ph type="ftr" sz="quarter" idx="3"/>
          </p:nvPr>
        </p:nvSpPr>
        <p:spPr>
          <a:xfrm>
            <a:off x="1007435" y="6248400"/>
            <a:ext cx="7968885" cy="457200"/>
          </a:xfrm>
          <a:prstGeom prst="rect">
            <a:avLst/>
          </a:prstGeom>
        </p:spPr>
        <p:txBody>
          <a:bodyPr anchor="b"/>
          <a:lstStyle>
            <a:lvl1pPr>
              <a:defRPr sz="1600">
                <a:latin typeface="+mn-lt"/>
              </a:defRPr>
            </a:lvl1pPr>
          </a:lstStyle>
          <a:p>
            <a:endParaRPr lang="nl-NL"/>
          </a:p>
        </p:txBody>
      </p:sp>
    </p:spTree>
    <p:extLst>
      <p:ext uri="{BB962C8B-B14F-4D97-AF65-F5344CB8AC3E}">
        <p14:creationId xmlns:p14="http://schemas.microsoft.com/office/powerpoint/2010/main" val="2367945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with Sources">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1046139" y="467961"/>
            <a:ext cx="83142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US"/>
              <a:t>Click to edit Master title style</a:t>
            </a:r>
            <a:endParaRPr lang="en-US" dirty="0"/>
          </a:p>
        </p:txBody>
      </p:sp>
      <p:sp>
        <p:nvSpPr>
          <p:cNvPr id="9" name="Rectangle 6"/>
          <p:cNvSpPr>
            <a:spLocks noGrp="1" noChangeArrowheads="1"/>
          </p:cNvSpPr>
          <p:nvPr>
            <p:ph type="ftr" sz="quarter" idx="3"/>
          </p:nvPr>
        </p:nvSpPr>
        <p:spPr>
          <a:xfrm>
            <a:off x="1007435" y="6248400"/>
            <a:ext cx="7968885" cy="457200"/>
          </a:xfrm>
          <a:prstGeom prst="rect">
            <a:avLst/>
          </a:prstGeom>
        </p:spPr>
        <p:txBody>
          <a:bodyPr anchor="b"/>
          <a:lstStyle>
            <a:lvl1pPr>
              <a:defRPr sz="1600">
                <a:latin typeface="+mn-lt"/>
              </a:defRPr>
            </a:lvl1pPr>
          </a:lstStyle>
          <a:p>
            <a:endParaRPr lang="nl-NL"/>
          </a:p>
        </p:txBody>
      </p:sp>
      <p:sp>
        <p:nvSpPr>
          <p:cNvPr id="4" name="Tijdelijke aanduiding voor tekst 3"/>
          <p:cNvSpPr>
            <a:spLocks noGrp="1"/>
          </p:cNvSpPr>
          <p:nvPr>
            <p:ph type="body" sz="quarter" idx="12"/>
          </p:nvPr>
        </p:nvSpPr>
        <p:spPr>
          <a:xfrm>
            <a:off x="1007534" y="5589588"/>
            <a:ext cx="10532693" cy="576262"/>
          </a:xfrm>
          <a:prstGeom prst="rect">
            <a:avLst/>
          </a:prstGeom>
        </p:spPr>
        <p:txBody>
          <a:bodyPr anchor="b">
            <a:normAutofit/>
          </a:bodyPr>
          <a:lstStyle>
            <a:lvl1pPr marL="0" indent="0">
              <a:buNone/>
              <a:defRPr sz="1200"/>
            </a:lvl1pPr>
          </a:lstStyle>
          <a:p>
            <a:pPr lvl="0"/>
            <a:r>
              <a:rPr lang="en-US"/>
              <a:t>Edit Master text styles</a:t>
            </a:r>
          </a:p>
        </p:txBody>
      </p:sp>
    </p:spTree>
    <p:extLst>
      <p:ext uri="{BB962C8B-B14F-4D97-AF65-F5344CB8AC3E}">
        <p14:creationId xmlns:p14="http://schemas.microsoft.com/office/powerpoint/2010/main" val="3934492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8" name="Rectangle 6"/>
          <p:cNvSpPr>
            <a:spLocks noGrp="1" noChangeArrowheads="1"/>
          </p:cNvSpPr>
          <p:nvPr>
            <p:ph type="ftr" sz="quarter" idx="3"/>
          </p:nvPr>
        </p:nvSpPr>
        <p:spPr>
          <a:xfrm>
            <a:off x="1007435" y="6248400"/>
            <a:ext cx="7968885" cy="457200"/>
          </a:xfrm>
          <a:prstGeom prst="rect">
            <a:avLst/>
          </a:prstGeom>
        </p:spPr>
        <p:txBody>
          <a:bodyPr anchor="b"/>
          <a:lstStyle>
            <a:lvl1pPr>
              <a:defRPr sz="1600">
                <a:latin typeface="+mn-lt"/>
              </a:defRPr>
            </a:lvl1pPr>
          </a:lstStyle>
          <a:p>
            <a:endParaRPr lang="nl-NL"/>
          </a:p>
        </p:txBody>
      </p:sp>
      <p:sp>
        <p:nvSpPr>
          <p:cNvPr id="3" name="Rechthoek 2"/>
          <p:cNvSpPr/>
          <p:nvPr/>
        </p:nvSpPr>
        <p:spPr>
          <a:xfrm>
            <a:off x="6171" y="0"/>
            <a:ext cx="121835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926426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with Sources">
    <p:spTree>
      <p:nvGrpSpPr>
        <p:cNvPr id="1" name=""/>
        <p:cNvGrpSpPr/>
        <p:nvPr/>
      </p:nvGrpSpPr>
      <p:grpSpPr>
        <a:xfrm>
          <a:off x="0" y="0"/>
          <a:ext cx="0" cy="0"/>
          <a:chOff x="0" y="0"/>
          <a:chExt cx="0" cy="0"/>
        </a:xfrm>
      </p:grpSpPr>
      <p:sp>
        <p:nvSpPr>
          <p:cNvPr id="8" name="Rectangle 6"/>
          <p:cNvSpPr>
            <a:spLocks noGrp="1" noChangeArrowheads="1"/>
          </p:cNvSpPr>
          <p:nvPr>
            <p:ph type="ftr" sz="quarter" idx="3"/>
          </p:nvPr>
        </p:nvSpPr>
        <p:spPr>
          <a:xfrm>
            <a:off x="1007435" y="6248400"/>
            <a:ext cx="7968885" cy="457200"/>
          </a:xfrm>
          <a:prstGeom prst="rect">
            <a:avLst/>
          </a:prstGeom>
        </p:spPr>
        <p:txBody>
          <a:bodyPr anchor="b"/>
          <a:lstStyle>
            <a:lvl1pPr>
              <a:defRPr sz="1600">
                <a:latin typeface="+mn-lt"/>
              </a:defRPr>
            </a:lvl1pPr>
          </a:lstStyle>
          <a:p>
            <a:endParaRPr lang="nl-NL"/>
          </a:p>
        </p:txBody>
      </p:sp>
      <p:sp>
        <p:nvSpPr>
          <p:cNvPr id="3" name="Rechthoek 2"/>
          <p:cNvSpPr/>
          <p:nvPr/>
        </p:nvSpPr>
        <p:spPr>
          <a:xfrm>
            <a:off x="6171" y="0"/>
            <a:ext cx="121835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Tijdelijke aanduiding voor tekst 3"/>
          <p:cNvSpPr>
            <a:spLocks noGrp="1"/>
          </p:cNvSpPr>
          <p:nvPr>
            <p:ph type="body" sz="quarter" idx="12"/>
          </p:nvPr>
        </p:nvSpPr>
        <p:spPr>
          <a:xfrm>
            <a:off x="1007534" y="6237114"/>
            <a:ext cx="10532693" cy="576262"/>
          </a:xfrm>
          <a:prstGeom prst="rect">
            <a:avLst/>
          </a:prstGeom>
        </p:spPr>
        <p:txBody>
          <a:bodyPr anchor="b">
            <a:normAutofit/>
          </a:bodyPr>
          <a:lstStyle>
            <a:lvl1pPr marL="0" indent="0">
              <a:buNone/>
              <a:defRPr sz="1200"/>
            </a:lvl1pPr>
          </a:lstStyle>
          <a:p>
            <a:pPr lvl="0"/>
            <a:r>
              <a:rPr lang="en-US"/>
              <a:t>Edit Master text styles</a:t>
            </a:r>
          </a:p>
        </p:txBody>
      </p:sp>
    </p:spTree>
    <p:extLst>
      <p:ext uri="{BB962C8B-B14F-4D97-AF65-F5344CB8AC3E}">
        <p14:creationId xmlns:p14="http://schemas.microsoft.com/office/powerpoint/2010/main" val="636402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with Background">
    <p:spTree>
      <p:nvGrpSpPr>
        <p:cNvPr id="1" name=""/>
        <p:cNvGrpSpPr/>
        <p:nvPr/>
      </p:nvGrpSpPr>
      <p:grpSpPr>
        <a:xfrm>
          <a:off x="0" y="0"/>
          <a:ext cx="0" cy="0"/>
          <a:chOff x="0" y="0"/>
          <a:chExt cx="0" cy="0"/>
        </a:xfrm>
      </p:grpSpPr>
      <p:sp>
        <p:nvSpPr>
          <p:cNvPr id="4" name="Tijdelijke aanduiding voor afbeelding 3"/>
          <p:cNvSpPr>
            <a:spLocks noGrp="1"/>
          </p:cNvSpPr>
          <p:nvPr>
            <p:ph type="pic" sz="quarter" idx="12"/>
          </p:nvPr>
        </p:nvSpPr>
        <p:spPr>
          <a:xfrm>
            <a:off x="0" y="1292312"/>
            <a:ext cx="12192000" cy="5544000"/>
          </a:xfrm>
          <a:prstGeom prst="rect">
            <a:avLst/>
          </a:prstGeom>
        </p:spPr>
        <p:txBody>
          <a:bodyPr/>
          <a:lstStyle/>
          <a:p>
            <a:r>
              <a:rPr lang="en-US"/>
              <a:t>Click icon to add picture</a:t>
            </a:r>
            <a:endParaRPr lang="en-GB" dirty="0"/>
          </a:p>
        </p:txBody>
      </p:sp>
      <p:sp>
        <p:nvSpPr>
          <p:cNvPr id="20" name="Tijdelijke aanduiding voor inhoud 19"/>
          <p:cNvSpPr>
            <a:spLocks noGrp="1"/>
          </p:cNvSpPr>
          <p:nvPr>
            <p:ph sz="quarter" idx="11"/>
          </p:nvPr>
        </p:nvSpPr>
        <p:spPr>
          <a:xfrm>
            <a:off x="1007533" y="1557338"/>
            <a:ext cx="10526248" cy="2831544"/>
          </a:xfrm>
          <a:prstGeom prst="rect">
            <a:avLst/>
          </a:prstGeom>
          <a:solidFill>
            <a:schemeClr val="bg1">
              <a:alpha val="70000"/>
            </a:schemeClr>
          </a:solidFill>
        </p:spPr>
        <p:txBody>
          <a:bodyPr>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p>
        </p:txBody>
      </p:sp>
      <p:sp>
        <p:nvSpPr>
          <p:cNvPr id="16" name="Tijdelijke aanduiding voor voettekst 15"/>
          <p:cNvSpPr>
            <a:spLocks noGrp="1"/>
          </p:cNvSpPr>
          <p:nvPr>
            <p:ph type="ftr" sz="quarter" idx="10"/>
          </p:nvPr>
        </p:nvSpPr>
        <p:spPr>
          <a:xfrm>
            <a:off x="1007435" y="6367046"/>
            <a:ext cx="7968885" cy="338554"/>
          </a:xfrm>
          <a:solidFill>
            <a:schemeClr val="bg1">
              <a:alpha val="70000"/>
            </a:schemeClr>
          </a:solidFill>
        </p:spPr>
        <p:txBody>
          <a:bodyPr>
            <a:spAutoFit/>
          </a:bodyPr>
          <a:lstStyle/>
          <a:p>
            <a:endParaRPr lang="nl-NL"/>
          </a:p>
        </p:txBody>
      </p:sp>
    </p:spTree>
    <p:extLst>
      <p:ext uri="{BB962C8B-B14F-4D97-AF65-F5344CB8AC3E}">
        <p14:creationId xmlns:p14="http://schemas.microsoft.com/office/powerpoint/2010/main" val="1427200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el and Content with Sources with Background">
    <p:spTree>
      <p:nvGrpSpPr>
        <p:cNvPr id="1" name=""/>
        <p:cNvGrpSpPr/>
        <p:nvPr/>
      </p:nvGrpSpPr>
      <p:grpSpPr>
        <a:xfrm>
          <a:off x="0" y="0"/>
          <a:ext cx="0" cy="0"/>
          <a:chOff x="0" y="0"/>
          <a:chExt cx="0" cy="0"/>
        </a:xfrm>
      </p:grpSpPr>
      <p:sp>
        <p:nvSpPr>
          <p:cNvPr id="6" name="Tijdelijke aanduiding voor afbeelding 3"/>
          <p:cNvSpPr>
            <a:spLocks noGrp="1"/>
          </p:cNvSpPr>
          <p:nvPr>
            <p:ph type="pic" sz="quarter" idx="13"/>
          </p:nvPr>
        </p:nvSpPr>
        <p:spPr>
          <a:xfrm>
            <a:off x="0" y="1292312"/>
            <a:ext cx="12192000" cy="5544000"/>
          </a:xfrm>
          <a:prstGeom prst="rect">
            <a:avLst/>
          </a:prstGeom>
        </p:spPr>
        <p:txBody>
          <a:bodyPr/>
          <a:lstStyle/>
          <a:p>
            <a:r>
              <a:rPr lang="en-US"/>
              <a:t>Click icon to add picture</a:t>
            </a:r>
            <a:endParaRPr lang="en-GB" dirty="0"/>
          </a:p>
        </p:txBody>
      </p:sp>
      <p:sp>
        <p:nvSpPr>
          <p:cNvPr id="20" name="Tijdelijke aanduiding voor inhoud 19"/>
          <p:cNvSpPr>
            <a:spLocks noGrp="1"/>
          </p:cNvSpPr>
          <p:nvPr>
            <p:ph sz="quarter" idx="11"/>
          </p:nvPr>
        </p:nvSpPr>
        <p:spPr>
          <a:xfrm>
            <a:off x="1007533" y="1557338"/>
            <a:ext cx="10526248" cy="2831544"/>
          </a:xfrm>
          <a:prstGeom prst="rect">
            <a:avLst/>
          </a:prstGeom>
          <a:solidFill>
            <a:schemeClr val="bg1">
              <a:alpha val="70000"/>
            </a:schemeClr>
          </a:solidFill>
        </p:spPr>
        <p:txBody>
          <a:bodyPr>
            <a:sp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l-NL" noProof="0"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16" name="Tijdelijke aanduiding voor voettekst 15"/>
          <p:cNvSpPr>
            <a:spLocks noGrp="1"/>
          </p:cNvSpPr>
          <p:nvPr>
            <p:ph type="ftr" sz="quarter" idx="10"/>
          </p:nvPr>
        </p:nvSpPr>
        <p:spPr>
          <a:xfrm>
            <a:off x="1007435" y="6367046"/>
            <a:ext cx="7968885" cy="338554"/>
          </a:xfrm>
          <a:solidFill>
            <a:schemeClr val="bg1">
              <a:alpha val="70000"/>
            </a:schemeClr>
          </a:solidFill>
        </p:spPr>
        <p:txBody>
          <a:bodyPr>
            <a:spAutoFit/>
          </a:bodyPr>
          <a:lstStyle/>
          <a:p>
            <a:endParaRPr lang="nl-NL"/>
          </a:p>
        </p:txBody>
      </p:sp>
      <p:sp>
        <p:nvSpPr>
          <p:cNvPr id="4" name="Tijdelijke aanduiding voor tekst 3"/>
          <p:cNvSpPr>
            <a:spLocks noGrp="1"/>
          </p:cNvSpPr>
          <p:nvPr>
            <p:ph type="body" sz="quarter" idx="12"/>
          </p:nvPr>
        </p:nvSpPr>
        <p:spPr>
          <a:xfrm>
            <a:off x="1007534" y="5888852"/>
            <a:ext cx="10532693" cy="276999"/>
          </a:xfrm>
          <a:prstGeom prst="rect">
            <a:avLst/>
          </a:prstGeom>
          <a:solidFill>
            <a:schemeClr val="bg1">
              <a:alpha val="70000"/>
            </a:schemeClr>
          </a:solidFill>
        </p:spPr>
        <p:txBody>
          <a:bodyPr anchor="b">
            <a:spAutoFit/>
          </a:bodyPr>
          <a:lstStyle>
            <a:lvl1pPr marL="0" indent="0">
              <a:buNone/>
              <a:defRPr sz="1200"/>
            </a:lvl1pPr>
          </a:lstStyle>
          <a:p>
            <a:pPr lvl="0"/>
            <a:r>
              <a:rPr lang="en-US"/>
              <a:t>Edit Master text styles</a:t>
            </a:r>
          </a:p>
        </p:txBody>
      </p:sp>
    </p:spTree>
    <p:extLst>
      <p:ext uri="{BB962C8B-B14F-4D97-AF65-F5344CB8AC3E}">
        <p14:creationId xmlns:p14="http://schemas.microsoft.com/office/powerpoint/2010/main" val="894901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wo Content with Background">
    <p:spTree>
      <p:nvGrpSpPr>
        <p:cNvPr id="1" name=""/>
        <p:cNvGrpSpPr/>
        <p:nvPr/>
      </p:nvGrpSpPr>
      <p:grpSpPr>
        <a:xfrm>
          <a:off x="0" y="0"/>
          <a:ext cx="0" cy="0"/>
          <a:chOff x="0" y="0"/>
          <a:chExt cx="0" cy="0"/>
        </a:xfrm>
      </p:grpSpPr>
      <p:sp>
        <p:nvSpPr>
          <p:cNvPr id="7" name="Tijdelijke aanduiding voor afbeelding 3"/>
          <p:cNvSpPr>
            <a:spLocks noGrp="1"/>
          </p:cNvSpPr>
          <p:nvPr>
            <p:ph type="pic" sz="quarter" idx="15"/>
          </p:nvPr>
        </p:nvSpPr>
        <p:spPr>
          <a:xfrm>
            <a:off x="0" y="1292312"/>
            <a:ext cx="12192000" cy="5544000"/>
          </a:xfrm>
          <a:prstGeom prst="rect">
            <a:avLst/>
          </a:prstGeom>
        </p:spPr>
        <p:txBody>
          <a:bodyPr/>
          <a:lstStyle/>
          <a:p>
            <a:r>
              <a:rPr lang="en-US"/>
              <a:t>Click icon to add picture</a:t>
            </a:r>
            <a:endParaRPr lang="en-GB" dirty="0"/>
          </a:p>
        </p:txBody>
      </p:sp>
      <p:sp>
        <p:nvSpPr>
          <p:cNvPr id="8" name="Titel 1"/>
          <p:cNvSpPr>
            <a:spLocks noGrp="1"/>
          </p:cNvSpPr>
          <p:nvPr>
            <p:ph type="title"/>
          </p:nvPr>
        </p:nvSpPr>
        <p:spPr>
          <a:xfrm>
            <a:off x="1046139" y="467961"/>
            <a:ext cx="8314224" cy="584775"/>
          </a:xfrm>
        </p:spPr>
        <p:txBody>
          <a:bodyPr/>
          <a:lstStyle/>
          <a:p>
            <a:r>
              <a:rPr lang="en-US"/>
              <a:t>Click to edit Master title style</a:t>
            </a:r>
          </a:p>
        </p:txBody>
      </p:sp>
      <p:sp>
        <p:nvSpPr>
          <p:cNvPr id="10" name="Tijdelijke aanduiding voor voettekst 3"/>
          <p:cNvSpPr>
            <a:spLocks noGrp="1"/>
          </p:cNvSpPr>
          <p:nvPr>
            <p:ph type="ftr" sz="quarter" idx="11"/>
          </p:nvPr>
        </p:nvSpPr>
        <p:spPr>
          <a:xfrm>
            <a:off x="1007435" y="6367046"/>
            <a:ext cx="7968885" cy="338554"/>
          </a:xfrm>
          <a:solidFill>
            <a:schemeClr val="bg1">
              <a:alpha val="70000"/>
            </a:schemeClr>
          </a:solidFill>
        </p:spPr>
        <p:txBody>
          <a:bodyPr>
            <a:spAutoFit/>
          </a:bodyPr>
          <a:lstStyle/>
          <a:p>
            <a:endParaRPr lang="nl-NL"/>
          </a:p>
        </p:txBody>
      </p:sp>
      <p:sp>
        <p:nvSpPr>
          <p:cNvPr id="9" name="Tijdelijke aanduiding voor inhoud 2"/>
          <p:cNvSpPr>
            <a:spLocks noGrp="1"/>
          </p:cNvSpPr>
          <p:nvPr>
            <p:ph sz="quarter" idx="16"/>
          </p:nvPr>
        </p:nvSpPr>
        <p:spPr>
          <a:xfrm>
            <a:off x="1007534" y="1547814"/>
            <a:ext cx="5044017" cy="2831544"/>
          </a:xfrm>
          <a:solidFill>
            <a:schemeClr val="bg1">
              <a:alpha val="70000"/>
            </a:schemeClr>
          </a:solidFill>
        </p:spPr>
        <p:txBody>
          <a:bodyPr>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1" name="Tijdelijke aanduiding voor inhoud 4"/>
          <p:cNvSpPr>
            <a:spLocks noGrp="1"/>
          </p:cNvSpPr>
          <p:nvPr>
            <p:ph sz="quarter" idx="17"/>
          </p:nvPr>
        </p:nvSpPr>
        <p:spPr>
          <a:xfrm>
            <a:off x="6479117" y="1547814"/>
            <a:ext cx="5044016" cy="2831544"/>
          </a:xfrm>
          <a:solidFill>
            <a:schemeClr val="bg1">
              <a:alpha val="70000"/>
            </a:schemeClr>
          </a:solidFill>
        </p:spPr>
        <p:txBody>
          <a:bodyPr>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65036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wo Content with Background and Sources">
    <p:spTree>
      <p:nvGrpSpPr>
        <p:cNvPr id="1" name=""/>
        <p:cNvGrpSpPr/>
        <p:nvPr/>
      </p:nvGrpSpPr>
      <p:grpSpPr>
        <a:xfrm>
          <a:off x="0" y="0"/>
          <a:ext cx="0" cy="0"/>
          <a:chOff x="0" y="0"/>
          <a:chExt cx="0" cy="0"/>
        </a:xfrm>
      </p:grpSpPr>
      <p:sp>
        <p:nvSpPr>
          <p:cNvPr id="7" name="Tijdelijke aanduiding voor afbeelding 3"/>
          <p:cNvSpPr>
            <a:spLocks noGrp="1"/>
          </p:cNvSpPr>
          <p:nvPr>
            <p:ph type="pic" sz="quarter" idx="15"/>
          </p:nvPr>
        </p:nvSpPr>
        <p:spPr>
          <a:xfrm>
            <a:off x="0" y="1292312"/>
            <a:ext cx="12192000" cy="5544000"/>
          </a:xfrm>
          <a:prstGeom prst="rect">
            <a:avLst/>
          </a:prstGeom>
        </p:spPr>
        <p:txBody>
          <a:bodyPr/>
          <a:lstStyle/>
          <a:p>
            <a:r>
              <a:rPr lang="en-US"/>
              <a:t>Click icon to add picture</a:t>
            </a:r>
            <a:endParaRPr lang="en-GB" dirty="0"/>
          </a:p>
        </p:txBody>
      </p:sp>
      <p:sp>
        <p:nvSpPr>
          <p:cNvPr id="8" name="Titel 1"/>
          <p:cNvSpPr>
            <a:spLocks noGrp="1"/>
          </p:cNvSpPr>
          <p:nvPr>
            <p:ph type="title"/>
          </p:nvPr>
        </p:nvSpPr>
        <p:spPr>
          <a:xfrm>
            <a:off x="1046139" y="467961"/>
            <a:ext cx="8314224" cy="584775"/>
          </a:xfrm>
        </p:spPr>
        <p:txBody>
          <a:bodyPr/>
          <a:lstStyle/>
          <a:p>
            <a:r>
              <a:rPr lang="en-US"/>
              <a:t>Click to edit Master title style</a:t>
            </a:r>
          </a:p>
        </p:txBody>
      </p:sp>
      <p:sp>
        <p:nvSpPr>
          <p:cNvPr id="10" name="Tijdelijke aanduiding voor voettekst 3"/>
          <p:cNvSpPr>
            <a:spLocks noGrp="1"/>
          </p:cNvSpPr>
          <p:nvPr>
            <p:ph type="ftr" sz="quarter" idx="11"/>
          </p:nvPr>
        </p:nvSpPr>
        <p:spPr>
          <a:xfrm>
            <a:off x="1007435" y="6367046"/>
            <a:ext cx="7968885" cy="338554"/>
          </a:xfrm>
          <a:solidFill>
            <a:schemeClr val="bg1">
              <a:alpha val="70000"/>
            </a:schemeClr>
          </a:solidFill>
        </p:spPr>
        <p:txBody>
          <a:bodyPr>
            <a:spAutoFit/>
          </a:bodyPr>
          <a:lstStyle/>
          <a:p>
            <a:endParaRPr lang="nl-NL"/>
          </a:p>
        </p:txBody>
      </p:sp>
      <p:sp>
        <p:nvSpPr>
          <p:cNvPr id="9" name="Tijdelijke aanduiding voor tekst 3"/>
          <p:cNvSpPr>
            <a:spLocks noGrp="1"/>
          </p:cNvSpPr>
          <p:nvPr>
            <p:ph type="body" sz="quarter" idx="12"/>
          </p:nvPr>
        </p:nvSpPr>
        <p:spPr>
          <a:xfrm>
            <a:off x="1007534" y="5888852"/>
            <a:ext cx="10532693" cy="276999"/>
          </a:xfrm>
          <a:prstGeom prst="rect">
            <a:avLst/>
          </a:prstGeom>
          <a:solidFill>
            <a:schemeClr val="bg1">
              <a:alpha val="70000"/>
            </a:schemeClr>
          </a:solidFill>
        </p:spPr>
        <p:txBody>
          <a:bodyPr anchor="b">
            <a:spAutoFit/>
          </a:bodyPr>
          <a:lstStyle>
            <a:lvl1pPr marL="0" indent="0">
              <a:buNone/>
              <a:defRPr sz="1200"/>
            </a:lvl1pPr>
          </a:lstStyle>
          <a:p>
            <a:pPr lvl="0"/>
            <a:r>
              <a:rPr lang="en-US"/>
              <a:t>Edit Master text styles</a:t>
            </a:r>
          </a:p>
        </p:txBody>
      </p:sp>
      <p:sp>
        <p:nvSpPr>
          <p:cNvPr id="11" name="Tijdelijke aanduiding voor inhoud 2"/>
          <p:cNvSpPr>
            <a:spLocks noGrp="1"/>
          </p:cNvSpPr>
          <p:nvPr>
            <p:ph sz="quarter" idx="16"/>
          </p:nvPr>
        </p:nvSpPr>
        <p:spPr>
          <a:xfrm>
            <a:off x="1007534" y="1547814"/>
            <a:ext cx="5044017" cy="2831544"/>
          </a:xfrm>
          <a:solidFill>
            <a:schemeClr val="bg1">
              <a:alpha val="70000"/>
            </a:schemeClr>
          </a:solidFill>
        </p:spPr>
        <p:txBody>
          <a:bodyPr>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3" name="Tijdelijke aanduiding voor inhoud 4"/>
          <p:cNvSpPr>
            <a:spLocks noGrp="1"/>
          </p:cNvSpPr>
          <p:nvPr>
            <p:ph sz="quarter" idx="17"/>
          </p:nvPr>
        </p:nvSpPr>
        <p:spPr>
          <a:xfrm>
            <a:off x="6479117" y="1547814"/>
            <a:ext cx="5044016" cy="2831544"/>
          </a:xfrm>
          <a:solidFill>
            <a:schemeClr val="bg1">
              <a:alpha val="70000"/>
            </a:schemeClr>
          </a:solidFill>
        </p:spPr>
        <p:txBody>
          <a:bodyPr>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868589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with Backgroun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1046139" y="467961"/>
            <a:ext cx="83142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US"/>
              <a:t>Click to edit Master title style</a:t>
            </a:r>
            <a:endParaRPr lang="en-US" dirty="0"/>
          </a:p>
        </p:txBody>
      </p:sp>
      <p:sp>
        <p:nvSpPr>
          <p:cNvPr id="9" name="Rectangle 6"/>
          <p:cNvSpPr>
            <a:spLocks noGrp="1" noChangeArrowheads="1"/>
          </p:cNvSpPr>
          <p:nvPr>
            <p:ph type="ftr" sz="quarter" idx="3"/>
          </p:nvPr>
        </p:nvSpPr>
        <p:spPr>
          <a:xfrm>
            <a:off x="1007435" y="6367046"/>
            <a:ext cx="7968885" cy="338554"/>
          </a:xfrm>
          <a:prstGeom prst="rect">
            <a:avLst/>
          </a:prstGeom>
          <a:solidFill>
            <a:schemeClr val="bg1">
              <a:alpha val="70000"/>
            </a:schemeClr>
          </a:solidFill>
        </p:spPr>
        <p:txBody>
          <a:bodyPr anchor="b">
            <a:spAutoFit/>
          </a:bodyPr>
          <a:lstStyle>
            <a:lvl1pPr>
              <a:defRPr sz="1600">
                <a:latin typeface="+mn-lt"/>
              </a:defRPr>
            </a:lvl1pPr>
          </a:lstStyle>
          <a:p>
            <a:endParaRPr lang="nl-NL"/>
          </a:p>
        </p:txBody>
      </p:sp>
      <p:sp>
        <p:nvSpPr>
          <p:cNvPr id="4" name="Tijdelijke aanduiding voor afbeelding 3"/>
          <p:cNvSpPr>
            <a:spLocks noGrp="1"/>
          </p:cNvSpPr>
          <p:nvPr>
            <p:ph type="pic" sz="quarter" idx="12"/>
          </p:nvPr>
        </p:nvSpPr>
        <p:spPr>
          <a:xfrm>
            <a:off x="0" y="1314000"/>
            <a:ext cx="12192000" cy="5544000"/>
          </a:xfrm>
          <a:prstGeom prst="rect">
            <a:avLst/>
          </a:prstGeom>
        </p:spPr>
        <p:txBody>
          <a:bodyPr/>
          <a:lstStyle/>
          <a:p>
            <a:r>
              <a:rPr lang="en-US"/>
              <a:t>Click icon to add picture</a:t>
            </a:r>
            <a:endParaRPr lang="en-GB" dirty="0"/>
          </a:p>
        </p:txBody>
      </p:sp>
    </p:spTree>
    <p:extLst>
      <p:ext uri="{BB962C8B-B14F-4D97-AF65-F5344CB8AC3E}">
        <p14:creationId xmlns:p14="http://schemas.microsoft.com/office/powerpoint/2010/main" val="3644876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with Background and Sources">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1046139" y="467961"/>
            <a:ext cx="83142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US"/>
              <a:t>Click to edit Master title style</a:t>
            </a:r>
            <a:endParaRPr lang="en-US" dirty="0"/>
          </a:p>
        </p:txBody>
      </p:sp>
      <p:sp>
        <p:nvSpPr>
          <p:cNvPr id="9" name="Rectangle 6"/>
          <p:cNvSpPr>
            <a:spLocks noGrp="1" noChangeArrowheads="1"/>
          </p:cNvSpPr>
          <p:nvPr>
            <p:ph type="ftr" sz="quarter" idx="3"/>
          </p:nvPr>
        </p:nvSpPr>
        <p:spPr>
          <a:xfrm>
            <a:off x="1007435" y="6367046"/>
            <a:ext cx="7968885" cy="338554"/>
          </a:xfrm>
          <a:prstGeom prst="rect">
            <a:avLst/>
          </a:prstGeom>
          <a:solidFill>
            <a:schemeClr val="bg1">
              <a:alpha val="70000"/>
            </a:schemeClr>
          </a:solidFill>
        </p:spPr>
        <p:txBody>
          <a:bodyPr anchor="b">
            <a:spAutoFit/>
          </a:bodyPr>
          <a:lstStyle>
            <a:lvl1pPr>
              <a:defRPr sz="1600">
                <a:latin typeface="+mn-lt"/>
              </a:defRPr>
            </a:lvl1pPr>
          </a:lstStyle>
          <a:p>
            <a:endParaRPr lang="nl-NL"/>
          </a:p>
        </p:txBody>
      </p:sp>
      <p:sp>
        <p:nvSpPr>
          <p:cNvPr id="4" name="Tijdelijke aanduiding voor afbeelding 3"/>
          <p:cNvSpPr>
            <a:spLocks noGrp="1"/>
          </p:cNvSpPr>
          <p:nvPr>
            <p:ph type="pic" sz="quarter" idx="12"/>
          </p:nvPr>
        </p:nvSpPr>
        <p:spPr>
          <a:xfrm>
            <a:off x="0" y="1314000"/>
            <a:ext cx="12192000" cy="5544000"/>
          </a:xfrm>
          <a:prstGeom prst="rect">
            <a:avLst/>
          </a:prstGeom>
        </p:spPr>
        <p:txBody>
          <a:bodyPr/>
          <a:lstStyle/>
          <a:p>
            <a:r>
              <a:rPr lang="en-US"/>
              <a:t>Click icon to add picture</a:t>
            </a:r>
            <a:endParaRPr lang="en-GB" dirty="0"/>
          </a:p>
        </p:txBody>
      </p:sp>
      <p:sp>
        <p:nvSpPr>
          <p:cNvPr id="5" name="Tijdelijke aanduiding voor tekst 3"/>
          <p:cNvSpPr>
            <a:spLocks noGrp="1"/>
          </p:cNvSpPr>
          <p:nvPr>
            <p:ph type="body" sz="quarter" idx="13"/>
          </p:nvPr>
        </p:nvSpPr>
        <p:spPr>
          <a:xfrm>
            <a:off x="1007534" y="5888852"/>
            <a:ext cx="10532693" cy="276999"/>
          </a:xfrm>
          <a:prstGeom prst="rect">
            <a:avLst/>
          </a:prstGeom>
          <a:solidFill>
            <a:schemeClr val="bg1">
              <a:alpha val="70000"/>
            </a:schemeClr>
          </a:solidFill>
        </p:spPr>
        <p:txBody>
          <a:bodyPr anchor="b">
            <a:spAutoFit/>
          </a:bodyPr>
          <a:lstStyle>
            <a:lvl1pPr marL="0" indent="0">
              <a:buNone/>
              <a:defRPr sz="1200"/>
            </a:lvl1pPr>
          </a:lstStyle>
          <a:p>
            <a:pPr lvl="0"/>
            <a:r>
              <a:rPr lang="en-US"/>
              <a:t>Edit Master text styles</a:t>
            </a:r>
          </a:p>
        </p:txBody>
      </p:sp>
    </p:spTree>
    <p:extLst>
      <p:ext uri="{BB962C8B-B14F-4D97-AF65-F5344CB8AC3E}">
        <p14:creationId xmlns:p14="http://schemas.microsoft.com/office/powerpoint/2010/main" val="5207266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10" name="Titel 1"/>
          <p:cNvSpPr>
            <a:spLocks noGrp="1"/>
          </p:cNvSpPr>
          <p:nvPr>
            <p:ph type="title"/>
          </p:nvPr>
        </p:nvSpPr>
        <p:spPr>
          <a:xfrm>
            <a:off x="1046139" y="467961"/>
            <a:ext cx="8314224" cy="584775"/>
          </a:xfrm>
        </p:spPr>
        <p:txBody>
          <a:bodyPr/>
          <a:lstStyle/>
          <a:p>
            <a:r>
              <a:rPr lang="en-US"/>
              <a:t>Click to edit Master title style</a:t>
            </a:r>
            <a:endParaRPr lang="en-US" dirty="0"/>
          </a:p>
        </p:txBody>
      </p:sp>
      <p:sp>
        <p:nvSpPr>
          <p:cNvPr id="12" name="Tijdelijke aanduiding voor voettekst 3"/>
          <p:cNvSpPr>
            <a:spLocks noGrp="1"/>
          </p:cNvSpPr>
          <p:nvPr>
            <p:ph type="ftr" sz="quarter" idx="11"/>
          </p:nvPr>
        </p:nvSpPr>
        <p:spPr>
          <a:xfrm>
            <a:off x="1007435" y="6248400"/>
            <a:ext cx="7968885" cy="457200"/>
          </a:xfrm>
        </p:spPr>
        <p:txBody>
          <a:bodyPr/>
          <a:lstStyle/>
          <a:p>
            <a:endParaRPr lang="nl-NL"/>
          </a:p>
        </p:txBody>
      </p:sp>
      <p:sp>
        <p:nvSpPr>
          <p:cNvPr id="15" name="Rectangle 3"/>
          <p:cNvSpPr>
            <a:spLocks noGrp="1" noChangeArrowheads="1"/>
          </p:cNvSpPr>
          <p:nvPr>
            <p:ph idx="13" hasCustomPrompt="1"/>
          </p:nvPr>
        </p:nvSpPr>
        <p:spPr bwMode="auto">
          <a:xfrm>
            <a:off x="1036695" y="2132857"/>
            <a:ext cx="5044440" cy="404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457200" indent="-457200">
              <a:defRPr lang="en-US" sz="2800" dirty="0" smtClean="0">
                <a:solidFill>
                  <a:schemeClr val="tx1"/>
                </a:solidFill>
                <a:latin typeface="+mn-lt"/>
                <a:ea typeface="+mn-ea"/>
                <a:cs typeface="+mn-cs"/>
              </a:defRPr>
            </a:lvl1pPr>
            <a:lvl2pPr marL="876300" indent="-342900">
              <a:defRPr lang="en-US" sz="2400" dirty="0" smtClean="0">
                <a:solidFill>
                  <a:schemeClr val="tx1"/>
                </a:solidFill>
                <a:latin typeface="+mn-lt"/>
              </a:defRPr>
            </a:lvl2pPr>
            <a:lvl3pPr marL="1257300" indent="-342900">
              <a:defRPr lang="en-US" sz="2400" dirty="0" smtClean="0">
                <a:solidFill>
                  <a:schemeClr val="tx1"/>
                </a:solidFill>
                <a:latin typeface="+mn-lt"/>
              </a:defRPr>
            </a:lvl3pPr>
            <a:lvl4pPr marL="1676400" indent="-342900">
              <a:defRPr lang="en-US" sz="2400" dirty="0" smtClean="0">
                <a:solidFill>
                  <a:schemeClr val="tx1"/>
                </a:solidFill>
                <a:latin typeface="+mn-lt"/>
              </a:defRPr>
            </a:lvl4pPr>
            <a:lvl5pPr marL="2095500" indent="-342900">
              <a:defRPr lang="en-US" sz="2400" dirty="0" smtClean="0">
                <a:solidFill>
                  <a:schemeClr val="tx1"/>
                </a:solidFill>
                <a:latin typeface="+mn-lt"/>
              </a:defRPr>
            </a:lvl5pPr>
          </a:lstStyle>
          <a:p>
            <a:pPr marL="342900" lvl="0" indent="-342900" algn="l" defTabSz="914400" rtl="0" eaLnBrk="0" fontAlgn="base" latinLnBrk="0" hangingPunct="0">
              <a:spcBef>
                <a:spcPct val="20000"/>
              </a:spcBef>
              <a:spcAft>
                <a:spcPct val="0"/>
              </a:spcAft>
              <a:buClr>
                <a:schemeClr val="accent1"/>
              </a:buClr>
              <a:buSzPct val="100000"/>
              <a:buFont typeface="Wingdings" pitchFamily="2" charset="2"/>
              <a:buChar char="§"/>
            </a:pPr>
            <a:r>
              <a:rPr lang="en-US" dirty="0" err="1"/>
              <a:t>Klik</a:t>
            </a:r>
            <a:r>
              <a:rPr lang="en-US" dirty="0"/>
              <a:t> </a:t>
            </a:r>
            <a:r>
              <a:rPr lang="en-US" dirty="0" err="1"/>
              <a:t>om</a:t>
            </a:r>
            <a:r>
              <a:rPr lang="en-US" dirty="0"/>
              <a:t> de </a:t>
            </a:r>
            <a:r>
              <a:rPr lang="en-US" dirty="0" err="1"/>
              <a:t>opmaakprofielen</a:t>
            </a:r>
            <a:r>
              <a:rPr lang="en-US" dirty="0"/>
              <a:t> van de </a:t>
            </a:r>
            <a:r>
              <a:rPr lang="en-US" dirty="0" err="1"/>
              <a:t>modeltekst</a:t>
            </a:r>
            <a:r>
              <a:rPr lang="en-US" dirty="0"/>
              <a:t> te </a:t>
            </a:r>
            <a:r>
              <a:rPr lang="en-US" dirty="0" err="1"/>
              <a:t>bewerken</a:t>
            </a:r>
            <a:endParaRPr lang="en-US" dirty="0"/>
          </a:p>
          <a:p>
            <a:pPr marL="819150" lvl="1" indent="-285750" algn="l" defTabSz="914400" rtl="0" eaLnBrk="0" fontAlgn="base" latinLnBrk="0" hangingPunct="0">
              <a:spcBef>
                <a:spcPct val="20000"/>
              </a:spcBef>
              <a:spcAft>
                <a:spcPct val="0"/>
              </a:spcAft>
              <a:buClr>
                <a:schemeClr val="accent2"/>
              </a:buClr>
              <a:buSzPct val="100000"/>
              <a:buFont typeface="Wingdings" pitchFamily="2" charset="2"/>
              <a:buChar char="§"/>
            </a:pPr>
            <a:r>
              <a:rPr lang="en-US" dirty="0" err="1"/>
              <a:t>Tweede</a:t>
            </a:r>
            <a:r>
              <a:rPr lang="en-US" dirty="0"/>
              <a:t> </a:t>
            </a:r>
            <a:r>
              <a:rPr lang="en-US" dirty="0" err="1"/>
              <a:t>niveau</a:t>
            </a:r>
            <a:endParaRPr lang="en-US" dirty="0"/>
          </a:p>
          <a:p>
            <a:pPr marL="1143000" lvl="2" indent="-228600" algn="l" defTabSz="914400" rtl="0" eaLnBrk="0" fontAlgn="base" latinLnBrk="0" hangingPunct="0">
              <a:spcBef>
                <a:spcPct val="20000"/>
              </a:spcBef>
              <a:spcAft>
                <a:spcPct val="0"/>
              </a:spcAft>
              <a:buClr>
                <a:schemeClr val="accent2"/>
              </a:buClr>
              <a:buSzPct val="100000"/>
              <a:buFont typeface="Wingdings" pitchFamily="2" charset="2"/>
              <a:buChar char="§"/>
            </a:pPr>
            <a:r>
              <a:rPr lang="en-US" dirty="0" err="1"/>
              <a:t>Derde</a:t>
            </a:r>
            <a:r>
              <a:rPr lang="en-US" dirty="0"/>
              <a:t> </a:t>
            </a:r>
            <a:r>
              <a:rPr lang="en-US" dirty="0" err="1"/>
              <a:t>niveau</a:t>
            </a:r>
            <a:endParaRPr lang="en-US" dirty="0"/>
          </a:p>
          <a:p>
            <a:pPr marL="1562100" lvl="3" indent="-228600" algn="l" defTabSz="914400" rtl="0" eaLnBrk="0" fontAlgn="base" latinLnBrk="0" hangingPunct="0">
              <a:spcBef>
                <a:spcPct val="20000"/>
              </a:spcBef>
              <a:spcAft>
                <a:spcPct val="0"/>
              </a:spcAft>
              <a:buClr>
                <a:schemeClr val="accent2"/>
              </a:buClr>
              <a:buSzPct val="100000"/>
              <a:buFont typeface="Wingdings" pitchFamily="2" charset="2"/>
              <a:buChar char="§"/>
            </a:pPr>
            <a:r>
              <a:rPr lang="en-US" dirty="0" err="1"/>
              <a:t>Vierde</a:t>
            </a:r>
            <a:r>
              <a:rPr lang="en-US" dirty="0"/>
              <a:t> </a:t>
            </a:r>
            <a:r>
              <a:rPr lang="en-US" dirty="0" err="1"/>
              <a:t>niveau</a:t>
            </a:r>
            <a:endParaRPr lang="en-US" dirty="0"/>
          </a:p>
          <a:p>
            <a:pPr marL="1981200" lvl="4" indent="-228600" algn="l" defTabSz="914400" rtl="0" eaLnBrk="0" fontAlgn="base" latinLnBrk="0" hangingPunct="0">
              <a:spcBef>
                <a:spcPct val="20000"/>
              </a:spcBef>
              <a:spcAft>
                <a:spcPct val="0"/>
              </a:spcAft>
              <a:buClr>
                <a:schemeClr val="accent2"/>
              </a:buClr>
              <a:buSzPct val="100000"/>
              <a:buFont typeface="Wingdings" pitchFamily="2" charset="2"/>
              <a:buChar char="§"/>
            </a:pPr>
            <a:r>
              <a:rPr lang="en-US" dirty="0" err="1"/>
              <a:t>Vijfde</a:t>
            </a:r>
            <a:r>
              <a:rPr lang="en-US" dirty="0"/>
              <a:t> </a:t>
            </a:r>
            <a:r>
              <a:rPr lang="en-US" dirty="0" err="1"/>
              <a:t>niveau</a:t>
            </a:r>
            <a:endParaRPr lang="en-US" dirty="0"/>
          </a:p>
        </p:txBody>
      </p:sp>
      <p:sp>
        <p:nvSpPr>
          <p:cNvPr id="8" name="Rectangle 3"/>
          <p:cNvSpPr>
            <a:spLocks noGrp="1" noChangeArrowheads="1"/>
          </p:cNvSpPr>
          <p:nvPr>
            <p:ph idx="17" hasCustomPrompt="1"/>
          </p:nvPr>
        </p:nvSpPr>
        <p:spPr bwMode="auto">
          <a:xfrm>
            <a:off x="6480043" y="2132857"/>
            <a:ext cx="5044440" cy="4045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457200" indent="-457200">
              <a:defRPr lang="en-US" sz="2800" dirty="0" smtClean="0">
                <a:solidFill>
                  <a:schemeClr val="tx1"/>
                </a:solidFill>
                <a:latin typeface="+mn-lt"/>
                <a:ea typeface="+mn-ea"/>
                <a:cs typeface="+mn-cs"/>
              </a:defRPr>
            </a:lvl1pPr>
            <a:lvl2pPr marL="876300" indent="-342900">
              <a:defRPr lang="en-US" sz="2400" dirty="0" smtClean="0">
                <a:solidFill>
                  <a:schemeClr val="tx1"/>
                </a:solidFill>
                <a:latin typeface="+mn-lt"/>
              </a:defRPr>
            </a:lvl2pPr>
            <a:lvl3pPr marL="1257300" indent="-342900">
              <a:defRPr lang="en-US" sz="2400" dirty="0" smtClean="0">
                <a:solidFill>
                  <a:schemeClr val="tx1"/>
                </a:solidFill>
                <a:latin typeface="+mn-lt"/>
              </a:defRPr>
            </a:lvl3pPr>
            <a:lvl4pPr marL="1676400" indent="-342900">
              <a:defRPr lang="en-US" sz="2400" dirty="0" smtClean="0">
                <a:solidFill>
                  <a:schemeClr val="tx1"/>
                </a:solidFill>
                <a:latin typeface="+mn-lt"/>
              </a:defRPr>
            </a:lvl4pPr>
            <a:lvl5pPr marL="2095500" indent="-342900">
              <a:defRPr lang="en-US" sz="2400" dirty="0" smtClean="0">
                <a:solidFill>
                  <a:schemeClr val="tx1"/>
                </a:solidFill>
                <a:latin typeface="+mn-lt"/>
              </a:defRPr>
            </a:lvl5pPr>
          </a:lstStyle>
          <a:p>
            <a:pPr marL="342900" lvl="0" indent="-342900" algn="l" defTabSz="914400" rtl="0" eaLnBrk="0" fontAlgn="base" latinLnBrk="0" hangingPunct="0">
              <a:spcBef>
                <a:spcPct val="20000"/>
              </a:spcBef>
              <a:spcAft>
                <a:spcPct val="0"/>
              </a:spcAft>
              <a:buClr>
                <a:schemeClr val="accent1"/>
              </a:buClr>
              <a:buSzPct val="100000"/>
              <a:buFont typeface="Wingdings" pitchFamily="2" charset="2"/>
              <a:buChar char="§"/>
            </a:pPr>
            <a:r>
              <a:rPr lang="en-US" dirty="0" err="1"/>
              <a:t>Klik</a:t>
            </a:r>
            <a:r>
              <a:rPr lang="en-US" dirty="0"/>
              <a:t> </a:t>
            </a:r>
            <a:r>
              <a:rPr lang="en-US" dirty="0" err="1"/>
              <a:t>om</a:t>
            </a:r>
            <a:r>
              <a:rPr lang="en-US" dirty="0"/>
              <a:t> de </a:t>
            </a:r>
            <a:r>
              <a:rPr lang="en-US" dirty="0" err="1"/>
              <a:t>opmaakprofielen</a:t>
            </a:r>
            <a:r>
              <a:rPr lang="en-US" dirty="0"/>
              <a:t> van de </a:t>
            </a:r>
            <a:r>
              <a:rPr lang="en-US" dirty="0" err="1"/>
              <a:t>modeltekst</a:t>
            </a:r>
            <a:r>
              <a:rPr lang="en-US" dirty="0"/>
              <a:t> te </a:t>
            </a:r>
            <a:r>
              <a:rPr lang="en-US" dirty="0" err="1"/>
              <a:t>bewerken</a:t>
            </a:r>
            <a:endParaRPr lang="en-US" dirty="0"/>
          </a:p>
          <a:p>
            <a:pPr marL="819150" lvl="1" indent="-285750" algn="l" defTabSz="914400" rtl="0" eaLnBrk="0" fontAlgn="base" latinLnBrk="0" hangingPunct="0">
              <a:spcBef>
                <a:spcPct val="20000"/>
              </a:spcBef>
              <a:spcAft>
                <a:spcPct val="0"/>
              </a:spcAft>
              <a:buClr>
                <a:schemeClr val="accent2"/>
              </a:buClr>
              <a:buSzPct val="100000"/>
              <a:buFont typeface="Wingdings" pitchFamily="2" charset="2"/>
              <a:buChar char="§"/>
            </a:pPr>
            <a:r>
              <a:rPr lang="en-US" dirty="0" err="1"/>
              <a:t>Tweede</a:t>
            </a:r>
            <a:r>
              <a:rPr lang="en-US" dirty="0"/>
              <a:t> </a:t>
            </a:r>
            <a:r>
              <a:rPr lang="en-US" dirty="0" err="1"/>
              <a:t>niveau</a:t>
            </a:r>
            <a:endParaRPr lang="en-US" dirty="0"/>
          </a:p>
          <a:p>
            <a:pPr marL="1143000" lvl="2" indent="-228600" algn="l" defTabSz="914400" rtl="0" eaLnBrk="0" fontAlgn="base" latinLnBrk="0" hangingPunct="0">
              <a:spcBef>
                <a:spcPct val="20000"/>
              </a:spcBef>
              <a:spcAft>
                <a:spcPct val="0"/>
              </a:spcAft>
              <a:buClr>
                <a:schemeClr val="accent2"/>
              </a:buClr>
              <a:buSzPct val="100000"/>
              <a:buFont typeface="Wingdings" pitchFamily="2" charset="2"/>
              <a:buChar char="§"/>
            </a:pPr>
            <a:r>
              <a:rPr lang="en-US" dirty="0" err="1"/>
              <a:t>Derde</a:t>
            </a:r>
            <a:r>
              <a:rPr lang="en-US" dirty="0"/>
              <a:t> </a:t>
            </a:r>
            <a:r>
              <a:rPr lang="en-US" dirty="0" err="1"/>
              <a:t>niveau</a:t>
            </a:r>
            <a:endParaRPr lang="en-US" dirty="0"/>
          </a:p>
          <a:p>
            <a:pPr marL="1562100" lvl="3" indent="-228600" algn="l" defTabSz="914400" rtl="0" eaLnBrk="0" fontAlgn="base" latinLnBrk="0" hangingPunct="0">
              <a:spcBef>
                <a:spcPct val="20000"/>
              </a:spcBef>
              <a:spcAft>
                <a:spcPct val="0"/>
              </a:spcAft>
              <a:buClr>
                <a:schemeClr val="accent2"/>
              </a:buClr>
              <a:buSzPct val="100000"/>
              <a:buFont typeface="Wingdings" pitchFamily="2" charset="2"/>
              <a:buChar char="§"/>
            </a:pPr>
            <a:r>
              <a:rPr lang="en-US" dirty="0" err="1"/>
              <a:t>Vierde</a:t>
            </a:r>
            <a:r>
              <a:rPr lang="en-US" dirty="0"/>
              <a:t> </a:t>
            </a:r>
            <a:r>
              <a:rPr lang="en-US" dirty="0" err="1"/>
              <a:t>niveau</a:t>
            </a:r>
            <a:endParaRPr lang="en-US" dirty="0"/>
          </a:p>
          <a:p>
            <a:pPr marL="1981200" lvl="4" indent="-228600" algn="l" defTabSz="914400" rtl="0" eaLnBrk="0" fontAlgn="base" latinLnBrk="0" hangingPunct="0">
              <a:spcBef>
                <a:spcPct val="20000"/>
              </a:spcBef>
              <a:spcAft>
                <a:spcPct val="0"/>
              </a:spcAft>
              <a:buClr>
                <a:schemeClr val="accent2"/>
              </a:buClr>
              <a:buSzPct val="100000"/>
              <a:buFont typeface="Wingdings" pitchFamily="2" charset="2"/>
              <a:buChar char="§"/>
            </a:pPr>
            <a:r>
              <a:rPr lang="en-US" dirty="0" err="1"/>
              <a:t>Vijfde</a:t>
            </a:r>
            <a:r>
              <a:rPr lang="en-US" dirty="0"/>
              <a:t> </a:t>
            </a:r>
            <a:r>
              <a:rPr lang="en-US" dirty="0" err="1"/>
              <a:t>niveau</a:t>
            </a:r>
            <a:endParaRPr lang="en-US" dirty="0"/>
          </a:p>
        </p:txBody>
      </p:sp>
      <p:sp>
        <p:nvSpPr>
          <p:cNvPr id="3" name="Tijdelijke aanduiding voor tekst 2"/>
          <p:cNvSpPr>
            <a:spLocks noGrp="1"/>
          </p:cNvSpPr>
          <p:nvPr>
            <p:ph type="body" sz="quarter" idx="18"/>
          </p:nvPr>
        </p:nvSpPr>
        <p:spPr>
          <a:xfrm>
            <a:off x="1031693" y="1478612"/>
            <a:ext cx="5044800" cy="654245"/>
          </a:xfrm>
        </p:spPr>
        <p:txBody>
          <a:bodyPr anchor="b"/>
          <a:lstStyle>
            <a:lvl1pPr marL="0" indent="0">
              <a:buNone/>
              <a:defRPr b="1">
                <a:solidFill>
                  <a:schemeClr val="tx2"/>
                </a:solidFill>
              </a:defRPr>
            </a:lvl1pPr>
          </a:lstStyle>
          <a:p>
            <a:pPr lvl="0"/>
            <a:r>
              <a:rPr lang="en-US"/>
              <a:t>Edit Master text styles</a:t>
            </a:r>
          </a:p>
        </p:txBody>
      </p:sp>
      <p:sp>
        <p:nvSpPr>
          <p:cNvPr id="13" name="Tijdelijke aanduiding voor tekst 2"/>
          <p:cNvSpPr>
            <a:spLocks noGrp="1"/>
          </p:cNvSpPr>
          <p:nvPr>
            <p:ph type="body" sz="quarter" idx="19"/>
          </p:nvPr>
        </p:nvSpPr>
        <p:spPr>
          <a:xfrm>
            <a:off x="6475041" y="1484712"/>
            <a:ext cx="5044800" cy="648145"/>
          </a:xfrm>
        </p:spPr>
        <p:txBody>
          <a:bodyPr anchor="b"/>
          <a:lstStyle>
            <a:lvl1pPr marL="0" indent="0">
              <a:buNone/>
              <a:defRPr b="1">
                <a:solidFill>
                  <a:schemeClr val="tx2"/>
                </a:solidFill>
              </a:defRPr>
            </a:lvl1pPr>
          </a:lstStyle>
          <a:p>
            <a:pPr lvl="0"/>
            <a:r>
              <a:rPr lang="en-US"/>
              <a:t>Edit Master text styles</a:t>
            </a:r>
          </a:p>
        </p:txBody>
      </p:sp>
    </p:spTree>
    <p:extLst>
      <p:ext uri="{BB962C8B-B14F-4D97-AF65-F5344CB8AC3E}">
        <p14:creationId xmlns:p14="http://schemas.microsoft.com/office/powerpoint/2010/main" val="2324339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itel en object">
    <p:spTree>
      <p:nvGrpSpPr>
        <p:cNvPr id="1" name=""/>
        <p:cNvGrpSpPr/>
        <p:nvPr/>
      </p:nvGrpSpPr>
      <p:grpSpPr>
        <a:xfrm>
          <a:off x="0" y="0"/>
          <a:ext cx="0" cy="0"/>
          <a:chOff x="0" y="0"/>
          <a:chExt cx="0" cy="0"/>
        </a:xfrm>
      </p:grpSpPr>
      <p:sp>
        <p:nvSpPr>
          <p:cNvPr id="16" name="Tijdelijke aanduiding voor voettekst 15"/>
          <p:cNvSpPr>
            <a:spLocks noGrp="1"/>
          </p:cNvSpPr>
          <p:nvPr>
            <p:ph type="ftr" sz="quarter" idx="10"/>
          </p:nvPr>
        </p:nvSpPr>
        <p:spPr/>
        <p:txBody>
          <a:bodyPr/>
          <a:lstStyle/>
          <a:p>
            <a:endParaRPr lang="nl-NL"/>
          </a:p>
        </p:txBody>
      </p:sp>
      <p:sp>
        <p:nvSpPr>
          <p:cNvPr id="3" name="Titel 2"/>
          <p:cNvSpPr>
            <a:spLocks noGrp="1"/>
          </p:cNvSpPr>
          <p:nvPr>
            <p:ph type="title"/>
          </p:nvPr>
        </p:nvSpPr>
        <p:spPr/>
        <p:txBody>
          <a:bodyPr/>
          <a:lstStyle/>
          <a:p>
            <a:r>
              <a:rPr lang="en-US"/>
              <a:t>Click to edit Master title style</a:t>
            </a:r>
            <a:endParaRPr lang="nl-NL"/>
          </a:p>
        </p:txBody>
      </p:sp>
      <p:sp>
        <p:nvSpPr>
          <p:cNvPr id="6" name="Tijdelijke aanduiding voor inhoud 19"/>
          <p:cNvSpPr>
            <a:spLocks noGrp="1"/>
          </p:cNvSpPr>
          <p:nvPr>
            <p:ph sz="quarter" idx="11"/>
          </p:nvPr>
        </p:nvSpPr>
        <p:spPr>
          <a:xfrm>
            <a:off x="1007533" y="1557338"/>
            <a:ext cx="10526248" cy="4608512"/>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571756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p:cNvSpPr>
            <a:spLocks noGrp="1"/>
          </p:cNvSpPr>
          <p:nvPr>
            <p:ph type="dt" sz="half" idx="10"/>
          </p:nvPr>
        </p:nvSpPr>
        <p:spPr/>
        <p:txBody>
          <a:bodyPr/>
          <a:lstStyle/>
          <a:p>
            <a:fld id="{4BFB65BC-BFEE-4BE6-896F-A3BD0256D559}" type="datetimeFigureOut">
              <a:rPr lang="nl-NL" smtClean="0"/>
              <a:t>26-10-2026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38477479-FC6A-4861-A97B-B6042EB75520}" type="slidenum">
              <a:rPr lang="nl-NL" smtClean="0"/>
              <a:t>‹nr.›</a:t>
            </a:fld>
            <a:endParaRPr lang="nl-NL"/>
          </a:p>
        </p:txBody>
      </p:sp>
    </p:spTree>
    <p:extLst>
      <p:ext uri="{BB962C8B-B14F-4D97-AF65-F5344CB8AC3E}">
        <p14:creationId xmlns:p14="http://schemas.microsoft.com/office/powerpoint/2010/main" val="35651716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1_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A86A78F0-84DC-47AB-9729-191F22ED1DD3}" type="datetimeFigureOut">
              <a:rPr lang="nl-NL" smtClean="0"/>
              <a:t>26-10-2026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B4F5D918-6B6C-4888-BBBA-15B612F08CAD}" type="slidenum">
              <a:rPr lang="nl-NL" smtClean="0"/>
              <a:t>‹nr.›</a:t>
            </a:fld>
            <a:endParaRPr lang="nl-NL"/>
          </a:p>
        </p:txBody>
      </p:sp>
    </p:spTree>
    <p:extLst>
      <p:ext uri="{BB962C8B-B14F-4D97-AF65-F5344CB8AC3E}">
        <p14:creationId xmlns:p14="http://schemas.microsoft.com/office/powerpoint/2010/main" val="1564525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ep 6"/>
          <p:cNvGrpSpPr/>
          <p:nvPr/>
        </p:nvGrpSpPr>
        <p:grpSpPr>
          <a:xfrm>
            <a:off x="4222" y="0"/>
            <a:ext cx="12185505" cy="6858000"/>
            <a:chOff x="3166" y="0"/>
            <a:chExt cx="9139129" cy="6858000"/>
          </a:xfrm>
        </p:grpSpPr>
        <p:grpSp>
          <p:nvGrpSpPr>
            <p:cNvPr id="5" name="Groep 4"/>
            <p:cNvGrpSpPr/>
            <p:nvPr/>
          </p:nvGrpSpPr>
          <p:grpSpPr>
            <a:xfrm>
              <a:off x="3166" y="0"/>
              <a:ext cx="9139129" cy="6858000"/>
              <a:chOff x="3166" y="0"/>
              <a:chExt cx="9139129" cy="6858000"/>
            </a:xfrm>
          </p:grpSpPr>
          <p:sp>
            <p:nvSpPr>
              <p:cNvPr id="4" name="Rechthoek 3"/>
              <p:cNvSpPr/>
              <p:nvPr/>
            </p:nvSpPr>
            <p:spPr>
              <a:xfrm>
                <a:off x="3166" y="0"/>
                <a:ext cx="9137667" cy="134076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hthoek 8"/>
              <p:cNvSpPr/>
              <p:nvPr/>
            </p:nvSpPr>
            <p:spPr>
              <a:xfrm>
                <a:off x="4628" y="1352776"/>
                <a:ext cx="9137667" cy="5505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6" name="Afbeelding 5"/>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7809411" y="297213"/>
              <a:ext cx="951936" cy="838088"/>
            </a:xfrm>
            <a:prstGeom prst="rect">
              <a:avLst/>
            </a:prstGeom>
          </p:spPr>
        </p:pic>
      </p:grpSp>
      <p:sp>
        <p:nvSpPr>
          <p:cNvPr id="3" name="Tijdelijke aanduiding voor tekst 2"/>
          <p:cNvSpPr>
            <a:spLocks noGrp="1"/>
          </p:cNvSpPr>
          <p:nvPr>
            <p:ph type="body" idx="1"/>
          </p:nvPr>
        </p:nvSpPr>
        <p:spPr>
          <a:xfrm>
            <a:off x="1007435" y="1637981"/>
            <a:ext cx="10346365" cy="4538982"/>
          </a:xfrm>
          <a:prstGeom prst="rect">
            <a:avLst/>
          </a:prstGeom>
        </p:spPr>
        <p:txBody>
          <a:bodyPr vert="horz" lIns="91440" tIns="45720" rIns="91440" bIns="45720" rtlCol="0">
            <a:normAutofit/>
          </a:body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026" name="Rectangle 2"/>
          <p:cNvSpPr>
            <a:spLocks noGrp="1" noChangeArrowheads="1"/>
          </p:cNvSpPr>
          <p:nvPr>
            <p:ph type="title"/>
          </p:nvPr>
        </p:nvSpPr>
        <p:spPr bwMode="auto">
          <a:xfrm>
            <a:off x="1046139" y="467961"/>
            <a:ext cx="83142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US" dirty="0" err="1"/>
              <a:t>Klik</a:t>
            </a:r>
            <a:r>
              <a:rPr lang="en-US" dirty="0"/>
              <a:t> </a:t>
            </a:r>
            <a:r>
              <a:rPr lang="en-US" dirty="0" err="1"/>
              <a:t>om</a:t>
            </a:r>
            <a:r>
              <a:rPr lang="en-US" dirty="0"/>
              <a:t> het </a:t>
            </a:r>
            <a:r>
              <a:rPr lang="en-US" dirty="0" err="1"/>
              <a:t>opmaakprofiel</a:t>
            </a:r>
            <a:r>
              <a:rPr lang="en-US" dirty="0"/>
              <a:t> te </a:t>
            </a:r>
            <a:r>
              <a:rPr lang="en-US" dirty="0" err="1"/>
              <a:t>bewerken</a:t>
            </a:r>
            <a:endParaRPr lang="en-US" dirty="0"/>
          </a:p>
        </p:txBody>
      </p:sp>
      <p:sp>
        <p:nvSpPr>
          <p:cNvPr id="8" name="Rectangle 6"/>
          <p:cNvSpPr>
            <a:spLocks noGrp="1" noChangeArrowheads="1"/>
          </p:cNvSpPr>
          <p:nvPr>
            <p:ph type="ftr" sz="quarter" idx="3"/>
          </p:nvPr>
        </p:nvSpPr>
        <p:spPr>
          <a:xfrm>
            <a:off x="1007435" y="6248400"/>
            <a:ext cx="7968885" cy="457200"/>
          </a:xfrm>
          <a:prstGeom prst="rect">
            <a:avLst/>
          </a:prstGeom>
        </p:spPr>
        <p:txBody>
          <a:bodyPr anchor="b"/>
          <a:lstStyle>
            <a:lvl1pPr>
              <a:defRPr sz="1600">
                <a:latin typeface="+mn-lt"/>
              </a:defRPr>
            </a:lvl1pPr>
          </a:lstStyle>
          <a:p>
            <a:endParaRPr lang="nl-NL"/>
          </a:p>
        </p:txBody>
      </p:sp>
      <p:sp>
        <p:nvSpPr>
          <p:cNvPr id="2" name="Tekstvak 1"/>
          <p:cNvSpPr txBox="1"/>
          <p:nvPr/>
        </p:nvSpPr>
        <p:spPr>
          <a:xfrm>
            <a:off x="9030979" y="6237312"/>
            <a:ext cx="2496277" cy="576064"/>
          </a:xfrm>
          <a:prstGeom prst="rect">
            <a:avLst/>
          </a:prstGeom>
          <a:noFill/>
        </p:spPr>
        <p:txBody>
          <a:bodyPr wrap="square" rtlCol="0" anchor="b" anchorCtr="0">
            <a:no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7E879C-DE8C-4AEC-B2B1-9F2E721F1571}" type="slidenum">
              <a:rPr kumimoji="0" lang="en-US" sz="4400" b="1" i="0" u="none" strike="noStrike" kern="1200" cap="none" spc="0" normalizeH="0" baseline="0" noProof="0" smtClean="0">
                <a:ln>
                  <a:noFill/>
                </a:ln>
                <a:solidFill>
                  <a:schemeClr val="accent1"/>
                </a:solidFill>
                <a:effectLst/>
                <a:uLnTx/>
                <a:uFillTx/>
                <a:latin typeface="+mj-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‹nr.›</a:t>
            </a:fld>
            <a:r>
              <a:rPr kumimoji="0" lang="en-US" sz="4400" b="1" i="0" u="none" strike="noStrike" kern="1200" cap="none" spc="0" normalizeH="0" baseline="30000" noProof="0" dirty="0">
                <a:ln>
                  <a:noFill/>
                </a:ln>
                <a:solidFill>
                  <a:schemeClr val="accent2"/>
                </a:solidFill>
                <a:effectLst/>
                <a:uLnTx/>
                <a:uFillTx/>
                <a:latin typeface="+mj-lt"/>
                <a:ea typeface="+mn-ea"/>
                <a:cs typeface="+mn-cs"/>
              </a:rPr>
              <a:t>36</a:t>
            </a:r>
          </a:p>
        </p:txBody>
      </p:sp>
    </p:spTree>
    <p:extLst>
      <p:ext uri="{BB962C8B-B14F-4D97-AF65-F5344CB8AC3E}">
        <p14:creationId xmlns:p14="http://schemas.microsoft.com/office/powerpoint/2010/main" val="13373508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txStyles>
    <p:titleStyle>
      <a:lvl1pPr algn="l" rtl="0" eaLnBrk="1" fontAlgn="base" hangingPunct="1">
        <a:spcBef>
          <a:spcPct val="0"/>
        </a:spcBef>
        <a:spcAft>
          <a:spcPct val="0"/>
        </a:spcAft>
        <a:defRPr sz="3200" b="1">
          <a:solidFill>
            <a:schemeClr val="tx1"/>
          </a:solidFill>
          <a:latin typeface="+mj-lt"/>
          <a:ea typeface="+mj-ea"/>
          <a:cs typeface="+mj-cs"/>
        </a:defRPr>
      </a:lvl1pPr>
      <a:lvl2pPr algn="l" rtl="0" eaLnBrk="1" fontAlgn="base" hangingPunct="1">
        <a:spcBef>
          <a:spcPct val="0"/>
        </a:spcBef>
        <a:spcAft>
          <a:spcPct val="0"/>
        </a:spcAft>
        <a:defRPr sz="3200" b="1">
          <a:solidFill>
            <a:srgbClr val="000000"/>
          </a:solidFill>
          <a:latin typeface="Arial" charset="0"/>
        </a:defRPr>
      </a:lvl2pPr>
      <a:lvl3pPr algn="l" rtl="0" eaLnBrk="1" fontAlgn="base" hangingPunct="1">
        <a:spcBef>
          <a:spcPct val="0"/>
        </a:spcBef>
        <a:spcAft>
          <a:spcPct val="0"/>
        </a:spcAft>
        <a:defRPr sz="3200" b="1">
          <a:solidFill>
            <a:srgbClr val="000000"/>
          </a:solidFill>
          <a:latin typeface="Arial" charset="0"/>
        </a:defRPr>
      </a:lvl3pPr>
      <a:lvl4pPr algn="l" rtl="0" eaLnBrk="1" fontAlgn="base" hangingPunct="1">
        <a:spcBef>
          <a:spcPct val="0"/>
        </a:spcBef>
        <a:spcAft>
          <a:spcPct val="0"/>
        </a:spcAft>
        <a:defRPr sz="3200" b="1">
          <a:solidFill>
            <a:srgbClr val="000000"/>
          </a:solidFill>
          <a:latin typeface="Arial" charset="0"/>
        </a:defRPr>
      </a:lvl4pPr>
      <a:lvl5pPr algn="l" rtl="0" eaLnBrk="1" fontAlgn="base" hangingPunct="1">
        <a:spcBef>
          <a:spcPct val="0"/>
        </a:spcBef>
        <a:spcAft>
          <a:spcPct val="0"/>
        </a:spcAft>
        <a:defRPr sz="3200" b="1">
          <a:solidFill>
            <a:srgbClr val="000000"/>
          </a:solidFill>
          <a:latin typeface="Arial" charset="0"/>
        </a:defRPr>
      </a:lvl5pPr>
      <a:lvl6pPr marL="457200" algn="l" rtl="0" eaLnBrk="1" fontAlgn="base" hangingPunct="1">
        <a:spcBef>
          <a:spcPct val="0"/>
        </a:spcBef>
        <a:spcAft>
          <a:spcPct val="0"/>
        </a:spcAft>
        <a:defRPr sz="3200" b="1">
          <a:solidFill>
            <a:srgbClr val="000000"/>
          </a:solidFill>
          <a:latin typeface="Arial" charset="0"/>
        </a:defRPr>
      </a:lvl6pPr>
      <a:lvl7pPr marL="914400" algn="l" rtl="0" eaLnBrk="1" fontAlgn="base" hangingPunct="1">
        <a:spcBef>
          <a:spcPct val="0"/>
        </a:spcBef>
        <a:spcAft>
          <a:spcPct val="0"/>
        </a:spcAft>
        <a:defRPr sz="3200" b="1">
          <a:solidFill>
            <a:srgbClr val="000000"/>
          </a:solidFill>
          <a:latin typeface="Arial" charset="0"/>
        </a:defRPr>
      </a:lvl7pPr>
      <a:lvl8pPr marL="1371600" algn="l" rtl="0" eaLnBrk="1" fontAlgn="base" hangingPunct="1">
        <a:spcBef>
          <a:spcPct val="0"/>
        </a:spcBef>
        <a:spcAft>
          <a:spcPct val="0"/>
        </a:spcAft>
        <a:defRPr sz="3200" b="1">
          <a:solidFill>
            <a:srgbClr val="000000"/>
          </a:solidFill>
          <a:latin typeface="Arial" charset="0"/>
        </a:defRPr>
      </a:lvl8pPr>
      <a:lvl9pPr marL="1828800" algn="l" rtl="0" eaLnBrk="1" fontAlgn="base" hangingPunct="1">
        <a:spcBef>
          <a:spcPct val="0"/>
        </a:spcBef>
        <a:spcAft>
          <a:spcPct val="0"/>
        </a:spcAft>
        <a:defRPr sz="3200" b="1">
          <a:solidFill>
            <a:srgbClr val="000000"/>
          </a:solidFill>
          <a:latin typeface="Arial" charset="0"/>
        </a:defRPr>
      </a:lvl9pPr>
    </p:titleStyle>
    <p:bodyStyle>
      <a:lvl1pPr marL="0" indent="0" algn="l" rtl="0" eaLnBrk="1" fontAlgn="base" hangingPunct="1">
        <a:spcBef>
          <a:spcPts val="900"/>
        </a:spcBef>
        <a:spcAft>
          <a:spcPct val="0"/>
        </a:spcAft>
        <a:buClr>
          <a:schemeClr val="accent1"/>
        </a:buClr>
        <a:buSzPct val="100000"/>
        <a:buFont typeface="Wingdings" pitchFamily="2" charset="2"/>
        <a:buNone/>
        <a:defRPr lang="en-US" sz="3200" dirty="0" smtClean="0">
          <a:solidFill>
            <a:schemeClr val="tx1"/>
          </a:solidFill>
          <a:latin typeface="+mn-lt"/>
          <a:ea typeface="+mn-ea"/>
          <a:cs typeface="+mn-cs"/>
        </a:defRPr>
      </a:lvl1pPr>
      <a:lvl2pPr marL="457200" indent="-457200" algn="l" rtl="0" eaLnBrk="1" fontAlgn="base" hangingPunct="1">
        <a:spcBef>
          <a:spcPts val="900"/>
        </a:spcBef>
        <a:spcAft>
          <a:spcPct val="0"/>
        </a:spcAft>
        <a:buClr>
          <a:schemeClr val="accent1"/>
        </a:buClr>
        <a:buSzPct val="100000"/>
        <a:buFont typeface="Wingdings" panose="05000000000000000000" pitchFamily="2" charset="2"/>
        <a:buChar char="§"/>
        <a:defRPr lang="en-US" sz="3200" dirty="0" smtClean="0">
          <a:solidFill>
            <a:schemeClr val="tx1"/>
          </a:solidFill>
          <a:latin typeface="+mn-lt"/>
        </a:defRPr>
      </a:lvl2pPr>
      <a:lvl3pPr marL="819150" indent="-285750" algn="l" rtl="0" eaLnBrk="1" fontAlgn="base" hangingPunct="1">
        <a:spcBef>
          <a:spcPts val="900"/>
        </a:spcBef>
        <a:spcAft>
          <a:spcPct val="0"/>
        </a:spcAft>
        <a:buClr>
          <a:schemeClr val="accent2"/>
        </a:buClr>
        <a:buSzPct val="100000"/>
        <a:buFont typeface="Wingdings" pitchFamily="2" charset="2"/>
        <a:buChar char="§"/>
        <a:defRPr lang="en-US" sz="2800" dirty="0" smtClean="0">
          <a:solidFill>
            <a:schemeClr val="tx1"/>
          </a:solidFill>
          <a:latin typeface="+mn-lt"/>
        </a:defRPr>
      </a:lvl3pPr>
      <a:lvl4pPr marL="1143000" indent="-228600" algn="l" rtl="0" eaLnBrk="1" fontAlgn="base" hangingPunct="1">
        <a:spcBef>
          <a:spcPts val="900"/>
        </a:spcBef>
        <a:spcAft>
          <a:spcPct val="0"/>
        </a:spcAft>
        <a:buClr>
          <a:schemeClr val="accent2"/>
        </a:buClr>
        <a:buSzPct val="100000"/>
        <a:buFont typeface="Wingdings" pitchFamily="2" charset="2"/>
        <a:buChar char="§"/>
        <a:defRPr lang="en-US" sz="2800" dirty="0" smtClean="0">
          <a:solidFill>
            <a:schemeClr val="tx1"/>
          </a:solidFill>
          <a:latin typeface="+mn-lt"/>
        </a:defRPr>
      </a:lvl4pPr>
      <a:lvl5pPr marL="1562100" indent="-228600" algn="l" rtl="0" eaLnBrk="1" fontAlgn="base" hangingPunct="1">
        <a:spcBef>
          <a:spcPts val="900"/>
        </a:spcBef>
        <a:spcAft>
          <a:spcPct val="0"/>
        </a:spcAft>
        <a:buClr>
          <a:schemeClr val="accent2"/>
        </a:buClr>
        <a:buSzPct val="100000"/>
        <a:buFont typeface="Wingdings" pitchFamily="2" charset="2"/>
        <a:buChar char="§"/>
        <a:defRPr sz="2800">
          <a:solidFill>
            <a:schemeClr val="tx1"/>
          </a:solidFill>
          <a:latin typeface="+mn-lt"/>
        </a:defRPr>
      </a:lvl5pPr>
      <a:lvl6pPr marL="24384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6pPr>
      <a:lvl7pPr marL="28956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7pPr>
      <a:lvl8pPr marL="33528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8pPr>
      <a:lvl9pPr marL="38100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0.png"/><Relationship Id="rId7" Type="http://schemas.openxmlformats.org/officeDocument/2006/relationships/image" Target="../media/image50.png"/><Relationship Id="rId12"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4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54_51D3CCCD.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1007434" y="3075057"/>
            <a:ext cx="10168565" cy="707886"/>
          </a:xfrm>
        </p:spPr>
        <p:txBody>
          <a:bodyPr/>
          <a:lstStyle/>
          <a:p>
            <a:r>
              <a:rPr lang="nl-NL" dirty="0"/>
              <a:t>TCTI-V2CSM1-16</a:t>
            </a:r>
          </a:p>
        </p:txBody>
      </p:sp>
      <p:sp>
        <p:nvSpPr>
          <p:cNvPr id="3" name="Subtitle 2"/>
          <p:cNvSpPr>
            <a:spLocks noGrp="1"/>
          </p:cNvSpPr>
          <p:nvPr>
            <p:ph type="subTitle" sz="quarter" idx="1"/>
          </p:nvPr>
        </p:nvSpPr>
        <p:spPr>
          <a:xfrm>
            <a:off x="1007435" y="4120979"/>
            <a:ext cx="10168565" cy="1815882"/>
          </a:xfrm>
        </p:spPr>
        <p:txBody>
          <a:bodyPr/>
          <a:lstStyle/>
          <a:p>
            <a:r>
              <a:rPr lang="nl-NL" dirty="0">
                <a:solidFill>
                  <a:srgbClr val="00B050"/>
                </a:solidFill>
              </a:rPr>
              <a:t>Toestandsdiagrammen</a:t>
            </a:r>
            <a:br>
              <a:rPr lang="nl-NL" dirty="0"/>
            </a:br>
            <a:br>
              <a:rPr lang="nl-NL" dirty="0"/>
            </a:br>
            <a:r>
              <a:rPr lang="nl-NL" dirty="0">
                <a:solidFill>
                  <a:srgbClr val="FF9900"/>
                </a:solidFill>
              </a:rPr>
              <a:t>State </a:t>
            </a:r>
            <a:r>
              <a:rPr lang="nl-NL" dirty="0" err="1">
                <a:solidFill>
                  <a:srgbClr val="FF9900"/>
                </a:solidFill>
              </a:rPr>
              <a:t>Transition</a:t>
            </a:r>
            <a:r>
              <a:rPr lang="nl-NL" dirty="0">
                <a:solidFill>
                  <a:srgbClr val="FF9900"/>
                </a:solidFill>
              </a:rPr>
              <a:t> </a:t>
            </a:r>
            <a:r>
              <a:rPr lang="nl-NL" dirty="0" err="1">
                <a:solidFill>
                  <a:srgbClr val="FF9900"/>
                </a:solidFill>
              </a:rPr>
              <a:t>Diagrams</a:t>
            </a:r>
            <a:br>
              <a:rPr lang="nl-NL" dirty="0"/>
            </a:br>
            <a:br>
              <a:rPr lang="nl-NL" dirty="0"/>
            </a:br>
            <a:r>
              <a:rPr lang="nl-NL" dirty="0" err="1">
                <a:solidFill>
                  <a:srgbClr val="00B0F0"/>
                </a:solidFill>
              </a:rPr>
              <a:t>STDs (FreeRTOS)</a:t>
            </a:r>
            <a:endParaRPr lang="nl-NL" dirty="0">
              <a:solidFill>
                <a:srgbClr val="00B0F0"/>
              </a:solidFill>
            </a:endParaRPr>
          </a:p>
        </p:txBody>
      </p:sp>
    </p:spTree>
    <p:extLst>
      <p:ext uri="{BB962C8B-B14F-4D97-AF65-F5344CB8AC3E}">
        <p14:creationId xmlns:p14="http://schemas.microsoft.com/office/powerpoint/2010/main" val="2027904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Klassendiagram</a:t>
            </a:r>
          </a:p>
        </p:txBody>
      </p:sp>
      <p:sp>
        <p:nvSpPr>
          <p:cNvPr id="3" name="Tijdelijke aanduiding voor inhoud 2"/>
          <p:cNvSpPr>
            <a:spLocks noGrp="1"/>
          </p:cNvSpPr>
          <p:nvPr>
            <p:ph idx="1"/>
          </p:nvPr>
        </p:nvSpPr>
        <p:spPr/>
        <p:txBody>
          <a:bodyPr/>
          <a:lstStyle/>
          <a:p>
            <a:r>
              <a:rPr lang="nl-NL" dirty="0"/>
              <a:t>Statisch model.</a:t>
            </a:r>
          </a:p>
          <a:p>
            <a:r>
              <a:rPr lang="nl-NL" dirty="0"/>
              <a:t>Beschrijft wat voor berichten een object binnen kan krijgen.</a:t>
            </a:r>
          </a:p>
          <a:p>
            <a:r>
              <a:rPr lang="nl-NL" dirty="0"/>
              <a:t>Beschrijft welke berichten een object kan versturen. </a:t>
            </a:r>
          </a:p>
          <a:p>
            <a:endParaRPr lang="nl-NL" dirty="0"/>
          </a:p>
          <a:p>
            <a:r>
              <a:rPr lang="nl-NL" dirty="0"/>
              <a:t>Niet wordt beschreven hoe een object op een binnenkomend bericht reageert. </a:t>
            </a:r>
          </a:p>
        </p:txBody>
      </p:sp>
    </p:spTree>
    <p:extLst>
      <p:ext uri="{BB962C8B-B14F-4D97-AF65-F5344CB8AC3E}">
        <p14:creationId xmlns:p14="http://schemas.microsoft.com/office/powerpoint/2010/main" val="360222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Toestandsdiagram</a:t>
            </a:r>
          </a:p>
        </p:txBody>
      </p:sp>
      <p:sp>
        <p:nvSpPr>
          <p:cNvPr id="3" name="Tijdelijke aanduiding voor inhoud 2"/>
          <p:cNvSpPr>
            <a:spLocks noGrp="1"/>
          </p:cNvSpPr>
          <p:nvPr>
            <p:ph idx="1"/>
          </p:nvPr>
        </p:nvSpPr>
        <p:spPr/>
        <p:txBody>
          <a:bodyPr/>
          <a:lstStyle/>
          <a:p>
            <a:r>
              <a:rPr lang="nl-NL" dirty="0"/>
              <a:t>Dynamisch model.</a:t>
            </a:r>
          </a:p>
          <a:p>
            <a:r>
              <a:rPr lang="nl-NL" dirty="0"/>
              <a:t>Beschrijft hoe een object op een binnenkomend bericht reageert. </a:t>
            </a:r>
          </a:p>
          <a:p>
            <a:endParaRPr lang="nl-NL" dirty="0"/>
          </a:p>
          <a:p>
            <a:r>
              <a:rPr lang="nl-NL" dirty="0"/>
              <a:t>Een object kan in verschillende toestanden verkeren. Hoe het object reageert hangt af van de </a:t>
            </a:r>
            <a:r>
              <a:rPr lang="nl-NL" b="1" dirty="0"/>
              <a:t>toestand</a:t>
            </a:r>
            <a:r>
              <a:rPr lang="nl-NL" dirty="0"/>
              <a:t> waarin het object zich bevindt. </a:t>
            </a:r>
          </a:p>
        </p:txBody>
      </p:sp>
    </p:spTree>
    <p:extLst>
      <p:ext uri="{BB962C8B-B14F-4D97-AF65-F5344CB8AC3E}">
        <p14:creationId xmlns:p14="http://schemas.microsoft.com/office/powerpoint/2010/main" val="3542009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Toestandsdiagram</a:t>
            </a:r>
          </a:p>
        </p:txBody>
      </p:sp>
      <p:sp>
        <p:nvSpPr>
          <p:cNvPr id="3" name="Content Placeholder 2"/>
          <p:cNvSpPr>
            <a:spLocks noGrp="1"/>
          </p:cNvSpPr>
          <p:nvPr>
            <p:ph sz="quarter" idx="11"/>
          </p:nvPr>
        </p:nvSpPr>
        <p:spPr/>
        <p:txBody>
          <a:bodyPr>
            <a:normAutofit fontScale="70000" lnSpcReduction="20000"/>
          </a:bodyPr>
          <a:lstStyle/>
          <a:p>
            <a:pPr marL="457200" indent="-457200">
              <a:buFont typeface="Arial" panose="020B0604020202020204" pitchFamily="34" charset="0"/>
              <a:buChar char="•"/>
            </a:pPr>
            <a:r>
              <a:rPr lang="nl-NL" b="1" dirty="0"/>
              <a:t>Doel</a:t>
            </a:r>
            <a:r>
              <a:rPr lang="nl-NL" dirty="0"/>
              <a:t>: werking van een object te beschrijven.</a:t>
            </a:r>
          </a:p>
          <a:p>
            <a:pPr marL="457200" indent="-457200">
              <a:buFont typeface="Arial" panose="020B0604020202020204" pitchFamily="34" charset="0"/>
              <a:buChar char="•"/>
            </a:pPr>
            <a:r>
              <a:rPr lang="nl-NL" b="1" dirty="0"/>
              <a:t>Events</a:t>
            </a:r>
            <a:r>
              <a:rPr lang="nl-NL" dirty="0"/>
              <a:t>: “berichten”</a:t>
            </a:r>
            <a:br>
              <a:rPr lang="nl-NL" dirty="0"/>
            </a:br>
            <a:r>
              <a:rPr lang="nl-NL" dirty="0">
                <a:solidFill>
                  <a:srgbClr val="00B050"/>
                </a:solidFill>
              </a:rPr>
              <a:t>er op wachten</a:t>
            </a:r>
            <a:r>
              <a:rPr lang="nl-NL" dirty="0"/>
              <a:t> – op binnenkomende </a:t>
            </a:r>
            <a:r>
              <a:rPr lang="nl-NL" dirty="0" err="1"/>
              <a:t>functiecalls</a:t>
            </a:r>
            <a:br>
              <a:rPr lang="nl-NL" dirty="0"/>
            </a:br>
            <a:r>
              <a:rPr lang="nl-NL" dirty="0">
                <a:solidFill>
                  <a:schemeClr val="tx2">
                    <a:lumMod val="40000"/>
                    <a:lumOff val="60000"/>
                  </a:schemeClr>
                </a:solidFill>
              </a:rPr>
              <a:t>(eigenlijk wachten op </a:t>
            </a:r>
            <a:r>
              <a:rPr lang="nl-NL" dirty="0" err="1">
                <a:solidFill>
                  <a:schemeClr val="tx2">
                    <a:lumMod val="40000"/>
                    <a:lumOff val="60000"/>
                  </a:schemeClr>
                </a:solidFill>
              </a:rPr>
              <a:t>waitables</a:t>
            </a:r>
            <a:r>
              <a:rPr lang="nl-NL" dirty="0">
                <a:solidFill>
                  <a:schemeClr val="tx2">
                    <a:lumMod val="40000"/>
                    <a:lumOff val="60000"/>
                  </a:schemeClr>
                </a:solidFill>
              </a:rPr>
              <a:t> die (</a:t>
            </a:r>
            <a:r>
              <a:rPr lang="nl-NL" dirty="0" err="1">
                <a:solidFill>
                  <a:schemeClr val="tx2">
                    <a:lumMod val="40000"/>
                    <a:lumOff val="60000"/>
                  </a:schemeClr>
                </a:solidFill>
              </a:rPr>
              <a:t>eventbit</a:t>
            </a:r>
            <a:r>
              <a:rPr lang="nl-NL" dirty="0">
                <a:solidFill>
                  <a:schemeClr val="tx2">
                    <a:lumMod val="40000"/>
                    <a:lumOff val="60000"/>
                  </a:schemeClr>
                </a:solidFill>
              </a:rPr>
              <a:t>, timer, </a:t>
            </a:r>
            <a:r>
              <a:rPr lang="nl-NL" dirty="0" err="1">
                <a:solidFill>
                  <a:schemeClr val="tx2">
                    <a:lumMod val="40000"/>
                    <a:lumOff val="60000"/>
                  </a:schemeClr>
                </a:solidFill>
              </a:rPr>
              <a:t>queue</a:t>
            </a:r>
            <a:r>
              <a:rPr lang="nl-NL" dirty="0">
                <a:solidFill>
                  <a:schemeClr val="tx2">
                    <a:lumMod val="40000"/>
                    <a:lumOff val="60000"/>
                  </a:schemeClr>
                </a:solidFill>
              </a:rPr>
              <a:t>) die geactiveerd zijn door binnenkomende functieaanroepen - dat maken we in een volgende les expliciet)</a:t>
            </a:r>
            <a:br>
              <a:rPr lang="nl-NL" dirty="0">
                <a:solidFill>
                  <a:schemeClr val="tx2">
                    <a:lumMod val="40000"/>
                    <a:lumOff val="60000"/>
                  </a:schemeClr>
                </a:solidFill>
              </a:rPr>
            </a:br>
            <a:br>
              <a:rPr lang="nl-NL" dirty="0"/>
            </a:br>
            <a:r>
              <a:rPr lang="nl-NL" dirty="0">
                <a:solidFill>
                  <a:srgbClr val="0070C0"/>
                </a:solidFill>
              </a:rPr>
              <a:t>versturen</a:t>
            </a:r>
            <a:r>
              <a:rPr lang="nl-NL" dirty="0"/>
              <a:t> – via een functie-call</a:t>
            </a:r>
            <a:br>
              <a:rPr lang="nl-NL" dirty="0"/>
            </a:br>
            <a:r>
              <a:rPr lang="nl-NL" dirty="0">
                <a:solidFill>
                  <a:schemeClr val="tx2">
                    <a:lumMod val="40000"/>
                    <a:lumOff val="60000"/>
                  </a:schemeClr>
                </a:solidFill>
              </a:rPr>
              <a:t>(die </a:t>
            </a:r>
            <a:r>
              <a:rPr lang="nl-NL" dirty="0" err="1">
                <a:solidFill>
                  <a:schemeClr val="tx2">
                    <a:lumMod val="40000"/>
                    <a:lumOff val="60000"/>
                  </a:schemeClr>
                </a:solidFill>
              </a:rPr>
              <a:t>waitables</a:t>
            </a:r>
            <a:r>
              <a:rPr lang="nl-NL" dirty="0">
                <a:solidFill>
                  <a:schemeClr val="tx2">
                    <a:lumMod val="40000"/>
                    <a:lumOff val="60000"/>
                  </a:schemeClr>
                </a:solidFill>
              </a:rPr>
              <a:t> activeren)</a:t>
            </a:r>
            <a:br>
              <a:rPr lang="nl-NL" dirty="0">
                <a:solidFill>
                  <a:schemeClr val="tx2">
                    <a:lumMod val="40000"/>
                    <a:lumOff val="60000"/>
                  </a:schemeClr>
                </a:solidFill>
              </a:rPr>
            </a:br>
            <a:endParaRPr lang="nl-NL" dirty="0">
              <a:solidFill>
                <a:schemeClr val="tx2">
                  <a:lumMod val="40000"/>
                  <a:lumOff val="60000"/>
                </a:schemeClr>
              </a:solidFill>
            </a:endParaRPr>
          </a:p>
          <a:p>
            <a:pPr marL="457200" indent="-457200">
              <a:buFont typeface="Arial" panose="020B0604020202020204" pitchFamily="34" charset="0"/>
              <a:buChar char="•"/>
            </a:pPr>
            <a:r>
              <a:rPr lang="nl-NL" b="1" dirty="0"/>
              <a:t>Actions</a:t>
            </a:r>
            <a:r>
              <a:rPr lang="nl-NL" dirty="0"/>
              <a:t>: statements in computertaal.</a:t>
            </a:r>
          </a:p>
          <a:p>
            <a:pPr marL="914400" lvl="1">
              <a:buFont typeface="Arial" panose="020B0604020202020204" pitchFamily="34" charset="0"/>
              <a:buChar char="•"/>
            </a:pPr>
            <a:r>
              <a:rPr lang="nl-NL" dirty="0"/>
              <a:t>In het bijzonder: functieaanroepen bij ander object.</a:t>
            </a:r>
            <a:br>
              <a:rPr lang="nl-NL" dirty="0"/>
            </a:br>
            <a:r>
              <a:rPr lang="nl-NL" dirty="0"/>
              <a:t>(als die een </a:t>
            </a:r>
            <a:r>
              <a:rPr lang="nl-NL" dirty="0" err="1"/>
              <a:t>waitable</a:t>
            </a:r>
            <a:r>
              <a:rPr lang="nl-NL" dirty="0"/>
              <a:t> activeren, is dat het versturen van een bericht)</a:t>
            </a:r>
          </a:p>
        </p:txBody>
      </p:sp>
    </p:spTree>
    <p:extLst>
      <p:ext uri="{BB962C8B-B14F-4D97-AF65-F5344CB8AC3E}">
        <p14:creationId xmlns:p14="http://schemas.microsoft.com/office/powerpoint/2010/main" val="2474481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15176" y="672525"/>
            <a:ext cx="8314224" cy="584775"/>
          </a:xfrm>
        </p:spPr>
        <p:txBody>
          <a:bodyPr/>
          <a:lstStyle/>
          <a:p>
            <a:r>
              <a:rPr lang="nl-NL" dirty="0"/>
              <a:t>Communicatie tussen klassen</a:t>
            </a:r>
          </a:p>
        </p:txBody>
      </p:sp>
      <p:sp>
        <p:nvSpPr>
          <p:cNvPr id="5" name="Tijdelijke aanduiding voor inhoud 4">
            <a:extLst>
              <a:ext uri="{FF2B5EF4-FFF2-40B4-BE49-F238E27FC236}">
                <a16:creationId xmlns:a16="http://schemas.microsoft.com/office/drawing/2014/main" id="{3EA199AE-0865-44E8-B7D5-126F29575D2A}"/>
              </a:ext>
            </a:extLst>
          </p:cNvPr>
          <p:cNvSpPr>
            <a:spLocks noGrp="1"/>
          </p:cNvSpPr>
          <p:nvPr>
            <p:ph idx="1"/>
          </p:nvPr>
        </p:nvSpPr>
        <p:spPr>
          <a:xfrm>
            <a:off x="922817" y="2026508"/>
            <a:ext cx="10346365" cy="4329628"/>
          </a:xfrm>
        </p:spPr>
        <p:txBody>
          <a:bodyPr>
            <a:normAutofit/>
          </a:bodyPr>
          <a:lstStyle/>
          <a:p>
            <a:r>
              <a:rPr lang="en-GB" dirty="0">
                <a:solidFill>
                  <a:srgbClr val="0070C0"/>
                </a:solidFill>
              </a:rPr>
              <a:t>Klassen </a:t>
            </a:r>
            <a:r>
              <a:rPr lang="en-GB" dirty="0" err="1">
                <a:solidFill>
                  <a:srgbClr val="0070C0"/>
                </a:solidFill>
              </a:rPr>
              <a:t>communiceren</a:t>
            </a:r>
            <a:r>
              <a:rPr lang="en-GB" dirty="0">
                <a:solidFill>
                  <a:srgbClr val="0070C0"/>
                </a:solidFill>
              </a:rPr>
              <a:t> </a:t>
            </a:r>
            <a:r>
              <a:rPr lang="en-GB" dirty="0"/>
              <a:t>met </a:t>
            </a:r>
            <a:r>
              <a:rPr lang="en-GB" dirty="0" err="1"/>
              <a:t>elkaar</a:t>
            </a:r>
            <a:r>
              <a:rPr lang="en-GB" dirty="0"/>
              <a:t> door het </a:t>
            </a:r>
            <a:r>
              <a:rPr lang="en-GB" dirty="0" err="1"/>
              <a:t>aanroepen</a:t>
            </a:r>
            <a:r>
              <a:rPr lang="en-GB" dirty="0"/>
              <a:t> van </a:t>
            </a:r>
            <a:r>
              <a:rPr lang="en-GB" dirty="0" err="1"/>
              <a:t>elkaars</a:t>
            </a:r>
            <a:r>
              <a:rPr lang="en-GB" dirty="0"/>
              <a:t> </a:t>
            </a:r>
            <a:r>
              <a:rPr lang="en-GB" dirty="0" err="1">
                <a:solidFill>
                  <a:srgbClr val="0070C0"/>
                </a:solidFill>
              </a:rPr>
              <a:t>publieke</a:t>
            </a:r>
            <a:r>
              <a:rPr lang="en-GB" dirty="0">
                <a:solidFill>
                  <a:srgbClr val="0070C0"/>
                </a:solidFill>
              </a:rPr>
              <a:t> </a:t>
            </a:r>
            <a:r>
              <a:rPr lang="en-GB" dirty="0" err="1">
                <a:solidFill>
                  <a:srgbClr val="0070C0"/>
                </a:solidFill>
              </a:rPr>
              <a:t>functies</a:t>
            </a:r>
            <a:br>
              <a:rPr lang="en-GB" dirty="0"/>
            </a:br>
            <a:endParaRPr lang="en-GB" dirty="0"/>
          </a:p>
          <a:p>
            <a:pPr lvl="1" indent="0">
              <a:buNone/>
            </a:pPr>
            <a:endParaRPr lang="en-GB" dirty="0"/>
          </a:p>
        </p:txBody>
      </p:sp>
    </p:spTree>
    <p:extLst>
      <p:ext uri="{BB962C8B-B14F-4D97-AF65-F5344CB8AC3E}">
        <p14:creationId xmlns:p14="http://schemas.microsoft.com/office/powerpoint/2010/main" val="2250736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05111" y="96263"/>
            <a:ext cx="4218608" cy="1015846"/>
          </a:xfrm>
        </p:spPr>
        <p:txBody>
          <a:bodyPr/>
          <a:lstStyle/>
          <a:p>
            <a:r>
              <a:rPr lang="nl-NL" dirty="0"/>
              <a:t>Communicatie tussen klassen</a:t>
            </a:r>
          </a:p>
        </p:txBody>
      </p:sp>
      <p:pic>
        <p:nvPicPr>
          <p:cNvPr id="6" name="Afbeelding 5">
            <a:extLst>
              <a:ext uri="{FF2B5EF4-FFF2-40B4-BE49-F238E27FC236}">
                <a16:creationId xmlns:a16="http://schemas.microsoft.com/office/drawing/2014/main" id="{3FDBB57A-78D0-4491-A343-E6E3FAD16A77}"/>
              </a:ext>
            </a:extLst>
          </p:cNvPr>
          <p:cNvPicPr>
            <a:picLocks noChangeAspect="1"/>
          </p:cNvPicPr>
          <p:nvPr/>
        </p:nvPicPr>
        <p:blipFill>
          <a:blip r:embed="rId3"/>
          <a:stretch>
            <a:fillRect/>
          </a:stretch>
        </p:blipFill>
        <p:spPr>
          <a:xfrm>
            <a:off x="4300702" y="0"/>
            <a:ext cx="7653236" cy="6858000"/>
          </a:xfrm>
          <a:prstGeom prst="rect">
            <a:avLst/>
          </a:prstGeom>
        </p:spPr>
      </p:pic>
      <p:sp>
        <p:nvSpPr>
          <p:cNvPr id="7" name="Tijdelijke aanduiding voor inhoud 4">
            <a:extLst>
              <a:ext uri="{FF2B5EF4-FFF2-40B4-BE49-F238E27FC236}">
                <a16:creationId xmlns:a16="http://schemas.microsoft.com/office/drawing/2014/main" id="{32E46398-E366-4601-9393-06CC284E2544}"/>
              </a:ext>
            </a:extLst>
          </p:cNvPr>
          <p:cNvSpPr>
            <a:spLocks noGrp="1"/>
          </p:cNvSpPr>
          <p:nvPr>
            <p:ph idx="1"/>
          </p:nvPr>
        </p:nvSpPr>
        <p:spPr>
          <a:xfrm>
            <a:off x="205111" y="5258333"/>
            <a:ext cx="4428673" cy="1392193"/>
          </a:xfrm>
        </p:spPr>
        <p:txBody>
          <a:bodyPr>
            <a:normAutofit/>
          </a:bodyPr>
          <a:lstStyle/>
          <a:p>
            <a:r>
              <a:rPr lang="en-GB" sz="2400" dirty="0" err="1"/>
              <a:t>Vb</a:t>
            </a:r>
            <a:r>
              <a:rPr lang="en-GB" sz="2400" dirty="0"/>
              <a:t>: in STD van </a:t>
            </a:r>
            <a:r>
              <a:rPr lang="en-GB" sz="2400" dirty="0" err="1">
                <a:solidFill>
                  <a:srgbClr val="00B050"/>
                </a:solidFill>
              </a:rPr>
              <a:t>Noodrem</a:t>
            </a:r>
            <a:r>
              <a:rPr lang="en-GB" sz="2400" dirty="0"/>
              <a:t>:</a:t>
            </a:r>
          </a:p>
          <a:p>
            <a:r>
              <a:rPr lang="en-GB" sz="2400" dirty="0" err="1"/>
              <a:t>arNoodremListeners</a:t>
            </a:r>
            <a:r>
              <a:rPr lang="en-GB" sz="2400" dirty="0"/>
              <a:t>[</a:t>
            </a:r>
            <a:r>
              <a:rPr lang="en-GB" sz="2400" dirty="0" err="1"/>
              <a:t>i</a:t>
            </a:r>
            <a:r>
              <a:rPr lang="en-GB" sz="2400" dirty="0"/>
              <a:t>] -&gt; </a:t>
            </a:r>
            <a:r>
              <a:rPr lang="en-GB" sz="2400" dirty="0" err="1"/>
              <a:t>meldNoodrem</a:t>
            </a:r>
            <a:r>
              <a:rPr lang="en-GB" sz="2400" dirty="0"/>
              <a:t>(</a:t>
            </a:r>
            <a:r>
              <a:rPr lang="en-GB" sz="2400" dirty="0" err="1"/>
              <a:t>noodremID</a:t>
            </a:r>
            <a:r>
              <a:rPr lang="en-GB" sz="2400" dirty="0"/>
              <a:t>)</a:t>
            </a:r>
          </a:p>
        </p:txBody>
      </p:sp>
      <p:sp>
        <p:nvSpPr>
          <p:cNvPr id="8" name="Tijdelijke aanduiding voor inhoud 4">
            <a:extLst>
              <a:ext uri="{FF2B5EF4-FFF2-40B4-BE49-F238E27FC236}">
                <a16:creationId xmlns:a16="http://schemas.microsoft.com/office/drawing/2014/main" id="{B9C884CD-B052-48A7-AA12-5E0310BD78A5}"/>
              </a:ext>
            </a:extLst>
          </p:cNvPr>
          <p:cNvSpPr txBox="1">
            <a:spLocks/>
          </p:cNvSpPr>
          <p:nvPr/>
        </p:nvSpPr>
        <p:spPr>
          <a:xfrm>
            <a:off x="205111" y="1458098"/>
            <a:ext cx="3842629" cy="2347784"/>
          </a:xfrm>
          <a:prstGeom prst="rect">
            <a:avLst/>
          </a:prstGeom>
        </p:spPr>
        <p:txBody>
          <a:bodyPr vert="horz" lIns="91440" tIns="45720" rIns="91440" bIns="45720" rtlCol="0">
            <a:normAutofit fontScale="92500" lnSpcReduction="20000"/>
          </a:bodyPr>
          <a:lstStyle>
            <a:lvl1pPr marL="0" indent="0" algn="l" rtl="0" eaLnBrk="1" fontAlgn="base" hangingPunct="1">
              <a:spcBef>
                <a:spcPts val="900"/>
              </a:spcBef>
              <a:spcAft>
                <a:spcPct val="0"/>
              </a:spcAft>
              <a:buClr>
                <a:schemeClr val="accent1"/>
              </a:buClr>
              <a:buSzPct val="100000"/>
              <a:buFont typeface="Wingdings" pitchFamily="2" charset="2"/>
              <a:buNone/>
              <a:defRPr lang="en-US" sz="3200" dirty="0" smtClean="0">
                <a:solidFill>
                  <a:schemeClr val="tx1"/>
                </a:solidFill>
                <a:latin typeface="+mn-lt"/>
                <a:ea typeface="+mn-ea"/>
                <a:cs typeface="+mn-cs"/>
              </a:defRPr>
            </a:lvl1pPr>
            <a:lvl2pPr marL="457200" indent="-457200" algn="l" rtl="0" eaLnBrk="1" fontAlgn="base" hangingPunct="1">
              <a:spcBef>
                <a:spcPts val="900"/>
              </a:spcBef>
              <a:spcAft>
                <a:spcPct val="0"/>
              </a:spcAft>
              <a:buClr>
                <a:schemeClr val="accent1"/>
              </a:buClr>
              <a:buSzPct val="100000"/>
              <a:buFont typeface="Wingdings" panose="05000000000000000000" pitchFamily="2" charset="2"/>
              <a:buChar char="§"/>
              <a:defRPr lang="en-US" sz="3200" dirty="0" smtClean="0">
                <a:solidFill>
                  <a:schemeClr val="tx1"/>
                </a:solidFill>
                <a:latin typeface="+mn-lt"/>
              </a:defRPr>
            </a:lvl2pPr>
            <a:lvl3pPr marL="819150" indent="-285750" algn="l" rtl="0" eaLnBrk="1" fontAlgn="base" hangingPunct="1">
              <a:spcBef>
                <a:spcPts val="900"/>
              </a:spcBef>
              <a:spcAft>
                <a:spcPct val="0"/>
              </a:spcAft>
              <a:buClr>
                <a:schemeClr val="accent2"/>
              </a:buClr>
              <a:buSzPct val="100000"/>
              <a:buFont typeface="Wingdings" pitchFamily="2" charset="2"/>
              <a:buChar char="§"/>
              <a:defRPr lang="en-US" sz="2800" dirty="0" smtClean="0">
                <a:solidFill>
                  <a:schemeClr val="tx1"/>
                </a:solidFill>
                <a:latin typeface="+mn-lt"/>
              </a:defRPr>
            </a:lvl3pPr>
            <a:lvl4pPr marL="1143000" indent="-228600" algn="l" rtl="0" eaLnBrk="1" fontAlgn="base" hangingPunct="1">
              <a:spcBef>
                <a:spcPts val="900"/>
              </a:spcBef>
              <a:spcAft>
                <a:spcPct val="0"/>
              </a:spcAft>
              <a:buClr>
                <a:schemeClr val="accent2"/>
              </a:buClr>
              <a:buSzPct val="100000"/>
              <a:buFont typeface="Wingdings" pitchFamily="2" charset="2"/>
              <a:buChar char="§"/>
              <a:defRPr lang="en-US" sz="2800" dirty="0" smtClean="0">
                <a:solidFill>
                  <a:schemeClr val="tx1"/>
                </a:solidFill>
                <a:latin typeface="+mn-lt"/>
              </a:defRPr>
            </a:lvl4pPr>
            <a:lvl5pPr marL="1562100" indent="-228600" algn="l" rtl="0" eaLnBrk="1" fontAlgn="base" hangingPunct="1">
              <a:spcBef>
                <a:spcPts val="900"/>
              </a:spcBef>
              <a:spcAft>
                <a:spcPct val="0"/>
              </a:spcAft>
              <a:buClr>
                <a:schemeClr val="accent2"/>
              </a:buClr>
              <a:buSzPct val="100000"/>
              <a:buFont typeface="Wingdings" pitchFamily="2" charset="2"/>
              <a:buChar char="§"/>
              <a:defRPr sz="2800">
                <a:solidFill>
                  <a:schemeClr val="tx1"/>
                </a:solidFill>
                <a:latin typeface="+mn-lt"/>
              </a:defRPr>
            </a:lvl5pPr>
            <a:lvl6pPr marL="24384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6pPr>
            <a:lvl7pPr marL="28956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7pPr>
            <a:lvl8pPr marL="33528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8pPr>
            <a:lvl9pPr marL="38100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9pPr>
          </a:lstStyle>
          <a:p>
            <a:r>
              <a:rPr lang="en-GB" kern="0" dirty="0">
                <a:solidFill>
                  <a:srgbClr val="0070C0"/>
                </a:solidFill>
              </a:rPr>
              <a:t>Klassen </a:t>
            </a:r>
            <a:r>
              <a:rPr lang="en-GB" kern="0" dirty="0" err="1">
                <a:solidFill>
                  <a:srgbClr val="0070C0"/>
                </a:solidFill>
              </a:rPr>
              <a:t>communiceren</a:t>
            </a:r>
            <a:r>
              <a:rPr lang="en-GB" kern="0" dirty="0">
                <a:solidFill>
                  <a:srgbClr val="0070C0"/>
                </a:solidFill>
              </a:rPr>
              <a:t> </a:t>
            </a:r>
            <a:r>
              <a:rPr lang="en-GB" kern="0" dirty="0"/>
              <a:t>met </a:t>
            </a:r>
            <a:r>
              <a:rPr lang="en-GB" kern="0" dirty="0" err="1"/>
              <a:t>elkaar</a:t>
            </a:r>
            <a:r>
              <a:rPr lang="en-GB" kern="0" dirty="0"/>
              <a:t> door het </a:t>
            </a:r>
            <a:r>
              <a:rPr lang="en-GB" kern="0" dirty="0" err="1"/>
              <a:t>aanroepen</a:t>
            </a:r>
            <a:r>
              <a:rPr lang="en-GB" kern="0" dirty="0"/>
              <a:t> van </a:t>
            </a:r>
            <a:r>
              <a:rPr lang="en-GB" kern="0" dirty="0" err="1"/>
              <a:t>elkaars</a:t>
            </a:r>
            <a:r>
              <a:rPr lang="en-GB" kern="0" dirty="0"/>
              <a:t> </a:t>
            </a:r>
            <a:r>
              <a:rPr lang="en-GB" kern="0" dirty="0" err="1">
                <a:solidFill>
                  <a:srgbClr val="0070C0"/>
                </a:solidFill>
              </a:rPr>
              <a:t>publieke</a:t>
            </a:r>
            <a:r>
              <a:rPr lang="en-GB" kern="0" dirty="0">
                <a:solidFill>
                  <a:srgbClr val="0070C0"/>
                </a:solidFill>
              </a:rPr>
              <a:t> </a:t>
            </a:r>
            <a:r>
              <a:rPr lang="en-GB" kern="0" dirty="0" err="1">
                <a:solidFill>
                  <a:srgbClr val="0070C0"/>
                </a:solidFill>
              </a:rPr>
              <a:t>functies</a:t>
            </a:r>
            <a:endParaRPr lang="en-GB" kern="0" dirty="0"/>
          </a:p>
        </p:txBody>
      </p:sp>
      <p:sp>
        <p:nvSpPr>
          <p:cNvPr id="9" name="Tijdelijke aanduiding voor inhoud 4">
            <a:extLst>
              <a:ext uri="{FF2B5EF4-FFF2-40B4-BE49-F238E27FC236}">
                <a16:creationId xmlns:a16="http://schemas.microsoft.com/office/drawing/2014/main" id="{AA853393-379B-4C23-B882-2945BFECFCBA}"/>
              </a:ext>
            </a:extLst>
          </p:cNvPr>
          <p:cNvSpPr txBox="1">
            <a:spLocks/>
          </p:cNvSpPr>
          <p:nvPr/>
        </p:nvSpPr>
        <p:spPr>
          <a:xfrm>
            <a:off x="238062" y="4146224"/>
            <a:ext cx="4428673" cy="855207"/>
          </a:xfrm>
          <a:prstGeom prst="rect">
            <a:avLst/>
          </a:prstGeom>
        </p:spPr>
        <p:txBody>
          <a:bodyPr vert="horz" lIns="91440" tIns="45720" rIns="91440" bIns="45720" rtlCol="0">
            <a:normAutofit/>
          </a:bodyPr>
          <a:lstStyle>
            <a:lvl1pPr marL="0" indent="0" algn="l" rtl="0" eaLnBrk="1" fontAlgn="base" hangingPunct="1">
              <a:spcBef>
                <a:spcPts val="900"/>
              </a:spcBef>
              <a:spcAft>
                <a:spcPct val="0"/>
              </a:spcAft>
              <a:buClr>
                <a:schemeClr val="accent1"/>
              </a:buClr>
              <a:buSzPct val="100000"/>
              <a:buFont typeface="Wingdings" pitchFamily="2" charset="2"/>
              <a:buNone/>
              <a:defRPr lang="en-US" sz="3200" dirty="0" smtClean="0">
                <a:solidFill>
                  <a:schemeClr val="tx1"/>
                </a:solidFill>
                <a:latin typeface="+mn-lt"/>
                <a:ea typeface="+mn-ea"/>
                <a:cs typeface="+mn-cs"/>
              </a:defRPr>
            </a:lvl1pPr>
            <a:lvl2pPr marL="457200" indent="-457200" algn="l" rtl="0" eaLnBrk="1" fontAlgn="base" hangingPunct="1">
              <a:spcBef>
                <a:spcPts val="900"/>
              </a:spcBef>
              <a:spcAft>
                <a:spcPct val="0"/>
              </a:spcAft>
              <a:buClr>
                <a:schemeClr val="accent1"/>
              </a:buClr>
              <a:buSzPct val="100000"/>
              <a:buFont typeface="Wingdings" panose="05000000000000000000" pitchFamily="2" charset="2"/>
              <a:buChar char="§"/>
              <a:defRPr lang="en-US" sz="3200" dirty="0" smtClean="0">
                <a:solidFill>
                  <a:schemeClr val="tx1"/>
                </a:solidFill>
                <a:latin typeface="+mn-lt"/>
              </a:defRPr>
            </a:lvl2pPr>
            <a:lvl3pPr marL="819150" indent="-285750" algn="l" rtl="0" eaLnBrk="1" fontAlgn="base" hangingPunct="1">
              <a:spcBef>
                <a:spcPts val="900"/>
              </a:spcBef>
              <a:spcAft>
                <a:spcPct val="0"/>
              </a:spcAft>
              <a:buClr>
                <a:schemeClr val="accent2"/>
              </a:buClr>
              <a:buSzPct val="100000"/>
              <a:buFont typeface="Wingdings" pitchFamily="2" charset="2"/>
              <a:buChar char="§"/>
              <a:defRPr lang="en-US" sz="2800" dirty="0" smtClean="0">
                <a:solidFill>
                  <a:schemeClr val="tx1"/>
                </a:solidFill>
                <a:latin typeface="+mn-lt"/>
              </a:defRPr>
            </a:lvl3pPr>
            <a:lvl4pPr marL="1143000" indent="-228600" algn="l" rtl="0" eaLnBrk="1" fontAlgn="base" hangingPunct="1">
              <a:spcBef>
                <a:spcPts val="900"/>
              </a:spcBef>
              <a:spcAft>
                <a:spcPct val="0"/>
              </a:spcAft>
              <a:buClr>
                <a:schemeClr val="accent2"/>
              </a:buClr>
              <a:buSzPct val="100000"/>
              <a:buFont typeface="Wingdings" pitchFamily="2" charset="2"/>
              <a:buChar char="§"/>
              <a:defRPr lang="en-US" sz="2800" dirty="0" smtClean="0">
                <a:solidFill>
                  <a:schemeClr val="tx1"/>
                </a:solidFill>
                <a:latin typeface="+mn-lt"/>
              </a:defRPr>
            </a:lvl4pPr>
            <a:lvl5pPr marL="1562100" indent="-228600" algn="l" rtl="0" eaLnBrk="1" fontAlgn="base" hangingPunct="1">
              <a:spcBef>
                <a:spcPts val="900"/>
              </a:spcBef>
              <a:spcAft>
                <a:spcPct val="0"/>
              </a:spcAft>
              <a:buClr>
                <a:schemeClr val="accent2"/>
              </a:buClr>
              <a:buSzPct val="100000"/>
              <a:buFont typeface="Wingdings" pitchFamily="2" charset="2"/>
              <a:buChar char="§"/>
              <a:defRPr sz="2800">
                <a:solidFill>
                  <a:schemeClr val="tx1"/>
                </a:solidFill>
                <a:latin typeface="+mn-lt"/>
              </a:defRPr>
            </a:lvl5pPr>
            <a:lvl6pPr marL="24384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6pPr>
            <a:lvl7pPr marL="28956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7pPr>
            <a:lvl8pPr marL="33528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8pPr>
            <a:lvl9pPr marL="38100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9pPr>
          </a:lstStyle>
          <a:p>
            <a:r>
              <a:rPr lang="en-GB" sz="2400" kern="0" dirty="0"/>
              <a:t>Die </a:t>
            </a:r>
            <a:r>
              <a:rPr lang="en-GB" sz="2400" kern="0" dirty="0" err="1"/>
              <a:t>aanroepen</a:t>
            </a:r>
            <a:r>
              <a:rPr lang="en-GB" sz="2400" kern="0" dirty="0"/>
              <a:t> </a:t>
            </a:r>
            <a:r>
              <a:rPr lang="en-GB" sz="2400" kern="0" dirty="0" err="1"/>
              <a:t>zijn</a:t>
            </a:r>
            <a:r>
              <a:rPr lang="en-GB" sz="2400" kern="0" dirty="0"/>
              <a:t> </a:t>
            </a:r>
            <a:r>
              <a:rPr lang="en-GB" sz="2400" kern="0" dirty="0" err="1"/>
              <a:t>altijd</a:t>
            </a:r>
            <a:r>
              <a:rPr lang="en-GB" sz="2400" kern="0" dirty="0"/>
              <a:t> </a:t>
            </a:r>
            <a:r>
              <a:rPr lang="en-GB" sz="2400" kern="0" dirty="0" err="1">
                <a:solidFill>
                  <a:srgbClr val="0070C0"/>
                </a:solidFill>
              </a:rPr>
              <a:t>acties</a:t>
            </a:r>
            <a:r>
              <a:rPr lang="en-GB" sz="2400" kern="0" dirty="0"/>
              <a:t> in het STD</a:t>
            </a:r>
          </a:p>
        </p:txBody>
      </p:sp>
    </p:spTree>
    <p:extLst>
      <p:ext uri="{BB962C8B-B14F-4D97-AF65-F5344CB8AC3E}">
        <p14:creationId xmlns:p14="http://schemas.microsoft.com/office/powerpoint/2010/main" val="200756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93563" y="145644"/>
            <a:ext cx="4218608" cy="2554545"/>
          </a:xfrm>
        </p:spPr>
        <p:txBody>
          <a:bodyPr/>
          <a:lstStyle/>
          <a:p>
            <a:r>
              <a:rPr lang="nl-NL" dirty="0"/>
              <a:t>Communicatie tussen klassen,</a:t>
            </a:r>
            <a:br>
              <a:rPr lang="nl-NL" dirty="0"/>
            </a:br>
            <a:r>
              <a:rPr lang="nl-NL" dirty="0">
                <a:solidFill>
                  <a:srgbClr val="00B0F0"/>
                </a:solidFill>
              </a:rPr>
              <a:t>verzenden</a:t>
            </a:r>
            <a:r>
              <a:rPr lang="nl-NL" dirty="0"/>
              <a:t> van </a:t>
            </a:r>
            <a:r>
              <a:rPr lang="nl-NL" dirty="0">
                <a:solidFill>
                  <a:srgbClr val="00B0F0"/>
                </a:solidFill>
              </a:rPr>
              <a:t>berichten / mededelen</a:t>
            </a:r>
          </a:p>
        </p:txBody>
      </p:sp>
      <p:pic>
        <p:nvPicPr>
          <p:cNvPr id="6" name="Afbeelding 5">
            <a:extLst>
              <a:ext uri="{FF2B5EF4-FFF2-40B4-BE49-F238E27FC236}">
                <a16:creationId xmlns:a16="http://schemas.microsoft.com/office/drawing/2014/main" id="{3FDBB57A-78D0-4491-A343-E6E3FAD16A77}"/>
              </a:ext>
            </a:extLst>
          </p:cNvPr>
          <p:cNvPicPr>
            <a:picLocks noChangeAspect="1"/>
          </p:cNvPicPr>
          <p:nvPr/>
        </p:nvPicPr>
        <p:blipFill>
          <a:blip r:embed="rId3"/>
          <a:stretch>
            <a:fillRect/>
          </a:stretch>
        </p:blipFill>
        <p:spPr>
          <a:xfrm>
            <a:off x="4300702" y="0"/>
            <a:ext cx="7653236" cy="6858000"/>
          </a:xfrm>
          <a:prstGeom prst="rect">
            <a:avLst/>
          </a:prstGeom>
        </p:spPr>
      </p:pic>
      <p:sp>
        <p:nvSpPr>
          <p:cNvPr id="7" name="Tijdelijke aanduiding voor inhoud 4">
            <a:extLst>
              <a:ext uri="{FF2B5EF4-FFF2-40B4-BE49-F238E27FC236}">
                <a16:creationId xmlns:a16="http://schemas.microsoft.com/office/drawing/2014/main" id="{32E46398-E366-4601-9393-06CC284E2544}"/>
              </a:ext>
            </a:extLst>
          </p:cNvPr>
          <p:cNvSpPr>
            <a:spLocks noGrp="1"/>
          </p:cNvSpPr>
          <p:nvPr>
            <p:ph idx="1"/>
          </p:nvPr>
        </p:nvSpPr>
        <p:spPr>
          <a:xfrm>
            <a:off x="-11469" y="2845832"/>
            <a:ext cx="4428673" cy="1392193"/>
          </a:xfrm>
        </p:spPr>
        <p:txBody>
          <a:bodyPr>
            <a:normAutofit/>
          </a:bodyPr>
          <a:lstStyle/>
          <a:p>
            <a:r>
              <a:rPr lang="en-GB" sz="2400" dirty="0" err="1"/>
              <a:t>Vb</a:t>
            </a:r>
            <a:r>
              <a:rPr lang="en-GB" sz="2400" dirty="0"/>
              <a:t>: in </a:t>
            </a:r>
            <a:r>
              <a:rPr lang="en-GB" sz="2400" dirty="0" err="1">
                <a:solidFill>
                  <a:srgbClr val="00B050"/>
                </a:solidFill>
              </a:rPr>
              <a:t>BlackBoxTracking</a:t>
            </a:r>
            <a:r>
              <a:rPr lang="en-GB" sz="2400" dirty="0"/>
              <a:t>:</a:t>
            </a:r>
          </a:p>
          <a:p>
            <a:r>
              <a:rPr lang="en-GB" sz="2400" dirty="0" err="1">
                <a:solidFill>
                  <a:srgbClr val="C00000"/>
                </a:solidFill>
              </a:rPr>
              <a:t>filesystem.</a:t>
            </a:r>
            <a:r>
              <a:rPr lang="en-GB" sz="2400" dirty="0" err="1">
                <a:solidFill>
                  <a:srgbClr val="7030A0"/>
                </a:solidFill>
              </a:rPr>
              <a:t>appendLog</a:t>
            </a:r>
            <a:r>
              <a:rPr lang="en-GB" sz="2400" dirty="0">
                <a:solidFill>
                  <a:srgbClr val="7030A0"/>
                </a:solidFill>
              </a:rPr>
              <a:t>     (“</a:t>
            </a:r>
            <a:r>
              <a:rPr lang="en-GB" sz="2400" dirty="0" err="1">
                <a:solidFill>
                  <a:srgbClr val="7030A0"/>
                </a:solidFill>
              </a:rPr>
              <a:t>noodrem</a:t>
            </a:r>
            <a:r>
              <a:rPr lang="en-GB" sz="2400" dirty="0">
                <a:solidFill>
                  <a:srgbClr val="7030A0"/>
                </a:solidFill>
              </a:rPr>
              <a:t> </a:t>
            </a:r>
            <a:r>
              <a:rPr lang="en-GB" sz="2400" dirty="0" err="1">
                <a:solidFill>
                  <a:srgbClr val="7030A0"/>
                </a:solidFill>
              </a:rPr>
              <a:t>getrokken</a:t>
            </a:r>
            <a:r>
              <a:rPr lang="en-GB" sz="2400" dirty="0">
                <a:solidFill>
                  <a:srgbClr val="7030A0"/>
                </a:solidFill>
              </a:rPr>
              <a:t>”)</a:t>
            </a:r>
          </a:p>
        </p:txBody>
      </p:sp>
      <p:sp>
        <p:nvSpPr>
          <p:cNvPr id="10" name="Tijdelijke aanduiding voor inhoud 4">
            <a:extLst>
              <a:ext uri="{FF2B5EF4-FFF2-40B4-BE49-F238E27FC236}">
                <a16:creationId xmlns:a16="http://schemas.microsoft.com/office/drawing/2014/main" id="{0E546F31-C804-488C-B5C9-06D80128C4A5}"/>
              </a:ext>
            </a:extLst>
          </p:cNvPr>
          <p:cNvSpPr txBox="1">
            <a:spLocks/>
          </p:cNvSpPr>
          <p:nvPr/>
        </p:nvSpPr>
        <p:spPr>
          <a:xfrm>
            <a:off x="0" y="4602272"/>
            <a:ext cx="4867338" cy="1392193"/>
          </a:xfrm>
          <a:prstGeom prst="rect">
            <a:avLst/>
          </a:prstGeom>
        </p:spPr>
        <p:txBody>
          <a:bodyPr vert="horz" lIns="91440" tIns="45720" rIns="91440" bIns="45720" rtlCol="0">
            <a:normAutofit/>
          </a:bodyPr>
          <a:lstStyle>
            <a:lvl1pPr marL="0" indent="0" algn="l" rtl="0" eaLnBrk="1" fontAlgn="base" hangingPunct="1">
              <a:spcBef>
                <a:spcPts val="900"/>
              </a:spcBef>
              <a:spcAft>
                <a:spcPct val="0"/>
              </a:spcAft>
              <a:buClr>
                <a:schemeClr val="accent1"/>
              </a:buClr>
              <a:buSzPct val="100000"/>
              <a:buFont typeface="Wingdings" pitchFamily="2" charset="2"/>
              <a:buNone/>
              <a:defRPr lang="en-US" sz="3200" dirty="0" smtClean="0">
                <a:solidFill>
                  <a:schemeClr val="tx1"/>
                </a:solidFill>
                <a:latin typeface="+mn-lt"/>
                <a:ea typeface="+mn-ea"/>
                <a:cs typeface="+mn-cs"/>
              </a:defRPr>
            </a:lvl1pPr>
            <a:lvl2pPr marL="457200" indent="-457200" algn="l" rtl="0" eaLnBrk="1" fontAlgn="base" hangingPunct="1">
              <a:spcBef>
                <a:spcPts val="900"/>
              </a:spcBef>
              <a:spcAft>
                <a:spcPct val="0"/>
              </a:spcAft>
              <a:buClr>
                <a:schemeClr val="accent1"/>
              </a:buClr>
              <a:buSzPct val="100000"/>
              <a:buFont typeface="Wingdings" panose="05000000000000000000" pitchFamily="2" charset="2"/>
              <a:buChar char="§"/>
              <a:defRPr lang="en-US" sz="3200" dirty="0" smtClean="0">
                <a:solidFill>
                  <a:schemeClr val="tx1"/>
                </a:solidFill>
                <a:latin typeface="+mn-lt"/>
              </a:defRPr>
            </a:lvl2pPr>
            <a:lvl3pPr marL="819150" indent="-285750" algn="l" rtl="0" eaLnBrk="1" fontAlgn="base" hangingPunct="1">
              <a:spcBef>
                <a:spcPts val="900"/>
              </a:spcBef>
              <a:spcAft>
                <a:spcPct val="0"/>
              </a:spcAft>
              <a:buClr>
                <a:schemeClr val="accent2"/>
              </a:buClr>
              <a:buSzPct val="100000"/>
              <a:buFont typeface="Wingdings" pitchFamily="2" charset="2"/>
              <a:buChar char="§"/>
              <a:defRPr lang="en-US" sz="2800" dirty="0" smtClean="0">
                <a:solidFill>
                  <a:schemeClr val="tx1"/>
                </a:solidFill>
                <a:latin typeface="+mn-lt"/>
              </a:defRPr>
            </a:lvl3pPr>
            <a:lvl4pPr marL="1143000" indent="-228600" algn="l" rtl="0" eaLnBrk="1" fontAlgn="base" hangingPunct="1">
              <a:spcBef>
                <a:spcPts val="900"/>
              </a:spcBef>
              <a:spcAft>
                <a:spcPct val="0"/>
              </a:spcAft>
              <a:buClr>
                <a:schemeClr val="accent2"/>
              </a:buClr>
              <a:buSzPct val="100000"/>
              <a:buFont typeface="Wingdings" pitchFamily="2" charset="2"/>
              <a:buChar char="§"/>
              <a:defRPr lang="en-US" sz="2800" dirty="0" smtClean="0">
                <a:solidFill>
                  <a:schemeClr val="tx1"/>
                </a:solidFill>
                <a:latin typeface="+mn-lt"/>
              </a:defRPr>
            </a:lvl4pPr>
            <a:lvl5pPr marL="1562100" indent="-228600" algn="l" rtl="0" eaLnBrk="1" fontAlgn="base" hangingPunct="1">
              <a:spcBef>
                <a:spcPts val="900"/>
              </a:spcBef>
              <a:spcAft>
                <a:spcPct val="0"/>
              </a:spcAft>
              <a:buClr>
                <a:schemeClr val="accent2"/>
              </a:buClr>
              <a:buSzPct val="100000"/>
              <a:buFont typeface="Wingdings" pitchFamily="2" charset="2"/>
              <a:buChar char="§"/>
              <a:defRPr sz="2800">
                <a:solidFill>
                  <a:schemeClr val="tx1"/>
                </a:solidFill>
                <a:latin typeface="+mn-lt"/>
              </a:defRPr>
            </a:lvl5pPr>
            <a:lvl6pPr marL="24384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6pPr>
            <a:lvl7pPr marL="28956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7pPr>
            <a:lvl8pPr marL="33528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8pPr>
            <a:lvl9pPr marL="38100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9pPr>
          </a:lstStyle>
          <a:p>
            <a:r>
              <a:rPr lang="en-GB" sz="2400" kern="0" dirty="0" err="1"/>
              <a:t>Vb</a:t>
            </a:r>
            <a:r>
              <a:rPr lang="en-GB" sz="2400" kern="0" dirty="0"/>
              <a:t>: in </a:t>
            </a:r>
            <a:r>
              <a:rPr lang="en-GB" sz="2400" kern="0" dirty="0" err="1">
                <a:solidFill>
                  <a:srgbClr val="00B050"/>
                </a:solidFill>
              </a:rPr>
              <a:t>NoodstopMaken</a:t>
            </a:r>
            <a:r>
              <a:rPr lang="en-GB" sz="2400" kern="0" dirty="0"/>
              <a:t>:</a:t>
            </a:r>
          </a:p>
          <a:p>
            <a:r>
              <a:rPr lang="en-GB" sz="2400" kern="0" dirty="0" err="1">
                <a:solidFill>
                  <a:srgbClr val="C00000"/>
                </a:solidFill>
              </a:rPr>
              <a:t>displayFrontEnd</a:t>
            </a:r>
            <a:r>
              <a:rPr lang="en-GB" sz="2400" kern="0" dirty="0">
                <a:solidFill>
                  <a:srgbClr val="C00000"/>
                </a:solidFill>
              </a:rPr>
              <a:t>.</a:t>
            </a:r>
            <a:br>
              <a:rPr lang="en-GB" sz="2400" kern="0" dirty="0">
                <a:solidFill>
                  <a:srgbClr val="7030A0"/>
                </a:solidFill>
              </a:rPr>
            </a:br>
            <a:r>
              <a:rPr lang="en-GB" sz="2400" kern="0" dirty="0">
                <a:solidFill>
                  <a:srgbClr val="7030A0"/>
                </a:solidFill>
              </a:rPr>
              <a:t>      </a:t>
            </a:r>
            <a:r>
              <a:rPr lang="en-GB" sz="2400" kern="0" dirty="0" err="1">
                <a:solidFill>
                  <a:srgbClr val="7030A0"/>
                </a:solidFill>
              </a:rPr>
              <a:t>ShowNoodstopDoorObstakel</a:t>
            </a:r>
            <a:r>
              <a:rPr lang="en-GB" sz="2400" kern="0" dirty="0">
                <a:solidFill>
                  <a:srgbClr val="7030A0"/>
                </a:solidFill>
              </a:rPr>
              <a:t>()</a:t>
            </a:r>
          </a:p>
        </p:txBody>
      </p:sp>
    </p:spTree>
    <p:extLst>
      <p:ext uri="{BB962C8B-B14F-4D97-AF65-F5344CB8AC3E}">
        <p14:creationId xmlns:p14="http://schemas.microsoft.com/office/powerpoint/2010/main" val="3250413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04343" y="12669"/>
            <a:ext cx="3390706" cy="2554545"/>
          </a:xfrm>
        </p:spPr>
        <p:txBody>
          <a:bodyPr/>
          <a:lstStyle/>
          <a:p>
            <a:r>
              <a:rPr lang="nl-NL" dirty="0"/>
              <a:t>Communicatie tussen klassen,</a:t>
            </a:r>
            <a:br>
              <a:rPr lang="nl-NL" dirty="0"/>
            </a:br>
            <a:r>
              <a:rPr lang="nl-NL" dirty="0"/>
              <a:t>het </a:t>
            </a:r>
            <a:r>
              <a:rPr lang="nl-NL" dirty="0">
                <a:solidFill>
                  <a:srgbClr val="00B0F0"/>
                </a:solidFill>
              </a:rPr>
              <a:t>snel uitlezen </a:t>
            </a:r>
            <a:r>
              <a:rPr lang="nl-NL" dirty="0"/>
              <a:t>van andere objecten</a:t>
            </a:r>
          </a:p>
        </p:txBody>
      </p:sp>
      <p:sp>
        <p:nvSpPr>
          <p:cNvPr id="7" name="Tijdelijke aanduiding voor inhoud 4">
            <a:extLst>
              <a:ext uri="{FF2B5EF4-FFF2-40B4-BE49-F238E27FC236}">
                <a16:creationId xmlns:a16="http://schemas.microsoft.com/office/drawing/2014/main" id="{32E46398-E366-4601-9393-06CC284E2544}"/>
              </a:ext>
            </a:extLst>
          </p:cNvPr>
          <p:cNvSpPr>
            <a:spLocks noGrp="1"/>
          </p:cNvSpPr>
          <p:nvPr>
            <p:ph idx="1"/>
          </p:nvPr>
        </p:nvSpPr>
        <p:spPr>
          <a:xfrm>
            <a:off x="104344" y="2898594"/>
            <a:ext cx="3528542" cy="1392193"/>
          </a:xfrm>
        </p:spPr>
        <p:txBody>
          <a:bodyPr>
            <a:normAutofit fontScale="92500" lnSpcReduction="20000"/>
          </a:bodyPr>
          <a:lstStyle/>
          <a:p>
            <a:r>
              <a:rPr lang="en-GB" sz="2400" dirty="0" err="1"/>
              <a:t>Vb</a:t>
            </a:r>
            <a:r>
              <a:rPr lang="en-GB" sz="2400" dirty="0"/>
              <a:t>: in </a:t>
            </a:r>
            <a:r>
              <a:rPr lang="en-GB" sz="2400" dirty="0" err="1">
                <a:solidFill>
                  <a:srgbClr val="00B050"/>
                </a:solidFill>
              </a:rPr>
              <a:t>VerkoopControl</a:t>
            </a:r>
            <a:r>
              <a:rPr lang="en-GB" sz="2400" dirty="0"/>
              <a:t>:</a:t>
            </a:r>
          </a:p>
          <a:p>
            <a:r>
              <a:rPr lang="en-GB" sz="2400" dirty="0"/>
              <a:t>[</a:t>
            </a:r>
            <a:r>
              <a:rPr lang="en-GB" sz="2400" dirty="0" err="1">
                <a:solidFill>
                  <a:schemeClr val="accent3">
                    <a:lumMod val="50000"/>
                  </a:schemeClr>
                </a:solidFill>
              </a:rPr>
              <a:t>articlePrices.</a:t>
            </a:r>
            <a:r>
              <a:rPr lang="en-GB" sz="2400" dirty="0" err="1">
                <a:solidFill>
                  <a:srgbClr val="7030A0"/>
                </a:solidFill>
              </a:rPr>
              <a:t>isSoldOut</a:t>
            </a:r>
            <a:r>
              <a:rPr lang="en-GB" sz="2400" dirty="0">
                <a:solidFill>
                  <a:srgbClr val="7030A0"/>
                </a:solidFill>
              </a:rPr>
              <a:t>()</a:t>
            </a:r>
            <a:r>
              <a:rPr lang="en-GB" sz="2400" dirty="0"/>
              <a:t>]</a:t>
            </a:r>
            <a:br>
              <a:rPr lang="en-GB" sz="2400" dirty="0"/>
            </a:br>
            <a:r>
              <a:rPr lang="en-GB" sz="2400" dirty="0"/>
              <a:t>(in </a:t>
            </a:r>
            <a:r>
              <a:rPr lang="en-GB" sz="2400" dirty="0" err="1"/>
              <a:t>dit</a:t>
            </a:r>
            <a:r>
              <a:rPr lang="en-GB" sz="2400" dirty="0"/>
              <a:t> </a:t>
            </a:r>
            <a:r>
              <a:rPr lang="en-GB" sz="2400" dirty="0" err="1"/>
              <a:t>geval</a:t>
            </a:r>
            <a:r>
              <a:rPr lang="en-GB" sz="2400" dirty="0"/>
              <a:t> in </a:t>
            </a:r>
            <a:r>
              <a:rPr lang="en-GB" sz="2400" dirty="0" err="1"/>
              <a:t>een</a:t>
            </a:r>
            <a:r>
              <a:rPr lang="en-GB" sz="2400" dirty="0"/>
              <a:t> guard </a:t>
            </a:r>
            <a:r>
              <a:rPr lang="en-GB" sz="2400" dirty="0" err="1"/>
              <a:t>dus</a:t>
            </a:r>
            <a:r>
              <a:rPr lang="en-GB" sz="2400" dirty="0"/>
              <a:t>)</a:t>
            </a:r>
          </a:p>
        </p:txBody>
      </p:sp>
      <p:sp>
        <p:nvSpPr>
          <p:cNvPr id="10" name="Tijdelijke aanduiding voor inhoud 4">
            <a:extLst>
              <a:ext uri="{FF2B5EF4-FFF2-40B4-BE49-F238E27FC236}">
                <a16:creationId xmlns:a16="http://schemas.microsoft.com/office/drawing/2014/main" id="{0E546F31-C804-488C-B5C9-06D80128C4A5}"/>
              </a:ext>
            </a:extLst>
          </p:cNvPr>
          <p:cNvSpPr txBox="1">
            <a:spLocks/>
          </p:cNvSpPr>
          <p:nvPr/>
        </p:nvSpPr>
        <p:spPr>
          <a:xfrm>
            <a:off x="104343" y="5465807"/>
            <a:ext cx="5770605" cy="1392193"/>
          </a:xfrm>
          <a:prstGeom prst="rect">
            <a:avLst/>
          </a:prstGeom>
        </p:spPr>
        <p:txBody>
          <a:bodyPr vert="horz" lIns="91440" tIns="45720" rIns="91440" bIns="45720" rtlCol="0">
            <a:normAutofit lnSpcReduction="10000"/>
          </a:bodyPr>
          <a:lstStyle>
            <a:lvl1pPr marL="0" indent="0" algn="l" rtl="0" eaLnBrk="1" fontAlgn="base" hangingPunct="1">
              <a:spcBef>
                <a:spcPts val="900"/>
              </a:spcBef>
              <a:spcAft>
                <a:spcPct val="0"/>
              </a:spcAft>
              <a:buClr>
                <a:schemeClr val="accent1"/>
              </a:buClr>
              <a:buSzPct val="100000"/>
              <a:buFont typeface="Wingdings" pitchFamily="2" charset="2"/>
              <a:buNone/>
              <a:defRPr lang="en-US" sz="3200" dirty="0" smtClean="0">
                <a:solidFill>
                  <a:schemeClr val="tx1"/>
                </a:solidFill>
                <a:latin typeface="+mn-lt"/>
                <a:ea typeface="+mn-ea"/>
                <a:cs typeface="+mn-cs"/>
              </a:defRPr>
            </a:lvl1pPr>
            <a:lvl2pPr marL="457200" indent="-457200" algn="l" rtl="0" eaLnBrk="1" fontAlgn="base" hangingPunct="1">
              <a:spcBef>
                <a:spcPts val="900"/>
              </a:spcBef>
              <a:spcAft>
                <a:spcPct val="0"/>
              </a:spcAft>
              <a:buClr>
                <a:schemeClr val="accent1"/>
              </a:buClr>
              <a:buSzPct val="100000"/>
              <a:buFont typeface="Wingdings" panose="05000000000000000000" pitchFamily="2" charset="2"/>
              <a:buChar char="§"/>
              <a:defRPr lang="en-US" sz="3200" dirty="0" smtClean="0">
                <a:solidFill>
                  <a:schemeClr val="tx1"/>
                </a:solidFill>
                <a:latin typeface="+mn-lt"/>
              </a:defRPr>
            </a:lvl2pPr>
            <a:lvl3pPr marL="819150" indent="-285750" algn="l" rtl="0" eaLnBrk="1" fontAlgn="base" hangingPunct="1">
              <a:spcBef>
                <a:spcPts val="900"/>
              </a:spcBef>
              <a:spcAft>
                <a:spcPct val="0"/>
              </a:spcAft>
              <a:buClr>
                <a:schemeClr val="accent2"/>
              </a:buClr>
              <a:buSzPct val="100000"/>
              <a:buFont typeface="Wingdings" pitchFamily="2" charset="2"/>
              <a:buChar char="§"/>
              <a:defRPr lang="en-US" sz="2800" dirty="0" smtClean="0">
                <a:solidFill>
                  <a:schemeClr val="tx1"/>
                </a:solidFill>
                <a:latin typeface="+mn-lt"/>
              </a:defRPr>
            </a:lvl3pPr>
            <a:lvl4pPr marL="1143000" indent="-228600" algn="l" rtl="0" eaLnBrk="1" fontAlgn="base" hangingPunct="1">
              <a:spcBef>
                <a:spcPts val="900"/>
              </a:spcBef>
              <a:spcAft>
                <a:spcPct val="0"/>
              </a:spcAft>
              <a:buClr>
                <a:schemeClr val="accent2"/>
              </a:buClr>
              <a:buSzPct val="100000"/>
              <a:buFont typeface="Wingdings" pitchFamily="2" charset="2"/>
              <a:buChar char="§"/>
              <a:defRPr lang="en-US" sz="2800" dirty="0" smtClean="0">
                <a:solidFill>
                  <a:schemeClr val="tx1"/>
                </a:solidFill>
                <a:latin typeface="+mn-lt"/>
              </a:defRPr>
            </a:lvl4pPr>
            <a:lvl5pPr marL="1562100" indent="-228600" algn="l" rtl="0" eaLnBrk="1" fontAlgn="base" hangingPunct="1">
              <a:spcBef>
                <a:spcPts val="900"/>
              </a:spcBef>
              <a:spcAft>
                <a:spcPct val="0"/>
              </a:spcAft>
              <a:buClr>
                <a:schemeClr val="accent2"/>
              </a:buClr>
              <a:buSzPct val="100000"/>
              <a:buFont typeface="Wingdings" pitchFamily="2" charset="2"/>
              <a:buChar char="§"/>
              <a:defRPr sz="2800">
                <a:solidFill>
                  <a:schemeClr val="tx1"/>
                </a:solidFill>
                <a:latin typeface="+mn-lt"/>
              </a:defRPr>
            </a:lvl5pPr>
            <a:lvl6pPr marL="24384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6pPr>
            <a:lvl7pPr marL="28956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7pPr>
            <a:lvl8pPr marL="33528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8pPr>
            <a:lvl9pPr marL="3810000" indent="-228600" algn="l" rtl="0" eaLnBrk="1" fontAlgn="base" hangingPunct="1">
              <a:spcBef>
                <a:spcPct val="20000"/>
              </a:spcBef>
              <a:spcAft>
                <a:spcPct val="0"/>
              </a:spcAft>
              <a:buClr>
                <a:schemeClr val="accent1"/>
              </a:buClr>
              <a:buSzPct val="60000"/>
              <a:buFont typeface="Zapf Dingbats" charset="2"/>
              <a:buChar char="n"/>
              <a:defRPr sz="2000">
                <a:solidFill>
                  <a:srgbClr val="000000"/>
                </a:solidFill>
                <a:latin typeface="+mn-lt"/>
              </a:defRPr>
            </a:lvl9pPr>
          </a:lstStyle>
          <a:p>
            <a:r>
              <a:rPr lang="en-GB" sz="2400" kern="0" dirty="0"/>
              <a:t>Ander </a:t>
            </a:r>
            <a:r>
              <a:rPr lang="en-GB" sz="2400" kern="0" dirty="0" err="1"/>
              <a:t>voorbeeld</a:t>
            </a:r>
            <a:r>
              <a:rPr lang="en-GB" sz="2400" kern="0" dirty="0"/>
              <a:t> in </a:t>
            </a:r>
            <a:r>
              <a:rPr lang="en-GB" sz="2400" kern="0" dirty="0" err="1">
                <a:solidFill>
                  <a:srgbClr val="00B050"/>
                </a:solidFill>
              </a:rPr>
              <a:t>VerkoopControl</a:t>
            </a:r>
            <a:r>
              <a:rPr lang="en-GB" sz="2400" kern="0" dirty="0"/>
              <a:t>:</a:t>
            </a:r>
          </a:p>
          <a:p>
            <a:r>
              <a:rPr lang="en-GB" sz="2400" kern="0" dirty="0"/>
              <a:t>price = </a:t>
            </a:r>
            <a:r>
              <a:rPr lang="en-GB" sz="2400" kern="0" dirty="0" err="1">
                <a:solidFill>
                  <a:schemeClr val="accent3">
                    <a:lumMod val="50000"/>
                  </a:schemeClr>
                </a:solidFill>
              </a:rPr>
              <a:t>articlePrices.</a:t>
            </a:r>
            <a:r>
              <a:rPr lang="en-GB" sz="2400" kern="0" dirty="0" err="1">
                <a:solidFill>
                  <a:srgbClr val="7030A0"/>
                </a:solidFill>
              </a:rPr>
              <a:t>getPrice</a:t>
            </a:r>
            <a:r>
              <a:rPr lang="en-GB" sz="2400" kern="0" dirty="0">
                <a:solidFill>
                  <a:srgbClr val="7030A0"/>
                </a:solidFill>
              </a:rPr>
              <a:t>(</a:t>
            </a:r>
            <a:r>
              <a:rPr lang="en-GB" sz="2400" kern="0" dirty="0" err="1">
                <a:solidFill>
                  <a:srgbClr val="7030A0"/>
                </a:solidFill>
              </a:rPr>
              <a:t>artNr</a:t>
            </a:r>
            <a:r>
              <a:rPr lang="en-GB" sz="2400" kern="0" dirty="0">
                <a:solidFill>
                  <a:srgbClr val="7030A0"/>
                </a:solidFill>
              </a:rPr>
              <a:t>)</a:t>
            </a:r>
          </a:p>
          <a:p>
            <a:r>
              <a:rPr lang="en-GB" sz="2400" kern="0" dirty="0"/>
              <a:t>(in </a:t>
            </a:r>
            <a:r>
              <a:rPr lang="en-GB" sz="2400" kern="0" dirty="0" err="1"/>
              <a:t>dit</a:t>
            </a:r>
            <a:r>
              <a:rPr lang="en-GB" sz="2400" kern="0" dirty="0"/>
              <a:t> </a:t>
            </a:r>
            <a:r>
              <a:rPr lang="en-GB" sz="2400" kern="0" dirty="0" err="1"/>
              <a:t>geval</a:t>
            </a:r>
            <a:r>
              <a:rPr lang="en-GB" sz="2400" kern="0" dirty="0"/>
              <a:t> </a:t>
            </a:r>
            <a:r>
              <a:rPr lang="en-GB" sz="2400" kern="0" dirty="0" err="1"/>
              <a:t>als</a:t>
            </a:r>
            <a:r>
              <a:rPr lang="en-GB" sz="2400" kern="0" dirty="0"/>
              <a:t> </a:t>
            </a:r>
            <a:r>
              <a:rPr lang="en-GB" sz="2400" kern="0" dirty="0" err="1"/>
              <a:t>een</a:t>
            </a:r>
            <a:r>
              <a:rPr lang="en-GB" sz="2400" kern="0" dirty="0"/>
              <a:t> </a:t>
            </a:r>
            <a:r>
              <a:rPr lang="en-GB" sz="2400" kern="0" dirty="0" err="1">
                <a:solidFill>
                  <a:srgbClr val="00B0F0"/>
                </a:solidFill>
              </a:rPr>
              <a:t>actie</a:t>
            </a:r>
            <a:r>
              <a:rPr lang="en-GB" sz="2400" kern="0" dirty="0"/>
              <a:t> </a:t>
            </a:r>
            <a:r>
              <a:rPr lang="en-GB" sz="2400" kern="0" dirty="0" err="1"/>
              <a:t>dus</a:t>
            </a:r>
            <a:r>
              <a:rPr lang="en-GB" sz="2400" kern="0" dirty="0"/>
              <a:t>)</a:t>
            </a:r>
          </a:p>
        </p:txBody>
      </p:sp>
      <p:pic>
        <p:nvPicPr>
          <p:cNvPr id="4" name="Afbeelding 3">
            <a:extLst>
              <a:ext uri="{FF2B5EF4-FFF2-40B4-BE49-F238E27FC236}">
                <a16:creationId xmlns:a16="http://schemas.microsoft.com/office/drawing/2014/main" id="{5E88EE67-FE9A-4875-9808-A2FCF37DA119}"/>
              </a:ext>
            </a:extLst>
          </p:cNvPr>
          <p:cNvPicPr>
            <a:picLocks noChangeAspect="1"/>
          </p:cNvPicPr>
          <p:nvPr/>
        </p:nvPicPr>
        <p:blipFill>
          <a:blip r:embed="rId3"/>
          <a:stretch>
            <a:fillRect/>
          </a:stretch>
        </p:blipFill>
        <p:spPr>
          <a:xfrm>
            <a:off x="3394281" y="223546"/>
            <a:ext cx="8797719" cy="5128054"/>
          </a:xfrm>
          <a:prstGeom prst="rect">
            <a:avLst/>
          </a:prstGeom>
        </p:spPr>
      </p:pic>
    </p:spTree>
    <p:extLst>
      <p:ext uri="{BB962C8B-B14F-4D97-AF65-F5344CB8AC3E}">
        <p14:creationId xmlns:p14="http://schemas.microsoft.com/office/powerpoint/2010/main" val="324071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15176" y="180082"/>
            <a:ext cx="8314224" cy="1077218"/>
          </a:xfrm>
        </p:spPr>
        <p:txBody>
          <a:bodyPr/>
          <a:lstStyle/>
          <a:p>
            <a:r>
              <a:rPr lang="nl-NL" dirty="0"/>
              <a:t>Synchronisatiemechanismen</a:t>
            </a:r>
            <a:br>
              <a:rPr lang="nl-NL" dirty="0"/>
            </a:br>
            <a:r>
              <a:rPr lang="nl-NL" dirty="0"/>
              <a:t>in het STD</a:t>
            </a:r>
          </a:p>
        </p:txBody>
      </p:sp>
      <p:sp>
        <p:nvSpPr>
          <p:cNvPr id="5" name="Tijdelijke aanduiding voor inhoud 4">
            <a:extLst>
              <a:ext uri="{FF2B5EF4-FFF2-40B4-BE49-F238E27FC236}">
                <a16:creationId xmlns:a16="http://schemas.microsoft.com/office/drawing/2014/main" id="{3EA199AE-0865-44E8-B7D5-126F29575D2A}"/>
              </a:ext>
            </a:extLst>
          </p:cNvPr>
          <p:cNvSpPr>
            <a:spLocks noGrp="1"/>
          </p:cNvSpPr>
          <p:nvPr>
            <p:ph idx="1"/>
          </p:nvPr>
        </p:nvSpPr>
        <p:spPr>
          <a:xfrm>
            <a:off x="922817" y="1767016"/>
            <a:ext cx="10346365" cy="4329628"/>
          </a:xfrm>
        </p:spPr>
        <p:txBody>
          <a:bodyPr>
            <a:normAutofit fontScale="92500" lnSpcReduction="20000"/>
          </a:bodyPr>
          <a:lstStyle/>
          <a:p>
            <a:r>
              <a:rPr lang="en-GB" dirty="0" err="1">
                <a:solidFill>
                  <a:srgbClr val="0070C0"/>
                </a:solidFill>
              </a:rPr>
              <a:t>Wachten</a:t>
            </a:r>
            <a:r>
              <a:rPr lang="en-GB" dirty="0">
                <a:solidFill>
                  <a:srgbClr val="0070C0"/>
                </a:solidFill>
              </a:rPr>
              <a:t> op </a:t>
            </a:r>
            <a:r>
              <a:rPr lang="en-GB" dirty="0" err="1">
                <a:solidFill>
                  <a:srgbClr val="0070C0"/>
                </a:solidFill>
              </a:rPr>
              <a:t>een</a:t>
            </a:r>
            <a:r>
              <a:rPr lang="en-GB" dirty="0">
                <a:solidFill>
                  <a:srgbClr val="0070C0"/>
                </a:solidFill>
              </a:rPr>
              <a:t> event</a:t>
            </a:r>
            <a:r>
              <a:rPr lang="en-GB" dirty="0"/>
              <a:t> is </a:t>
            </a:r>
            <a:r>
              <a:rPr lang="en-GB" dirty="0" err="1"/>
              <a:t>wachten</a:t>
            </a:r>
            <a:r>
              <a:rPr lang="en-GB" dirty="0"/>
              <a:t> op </a:t>
            </a:r>
            <a:r>
              <a:rPr lang="en-GB" dirty="0" err="1"/>
              <a:t>een</a:t>
            </a:r>
            <a:r>
              <a:rPr lang="en-GB" dirty="0"/>
              <a:t> </a:t>
            </a:r>
            <a:r>
              <a:rPr lang="en-GB" dirty="0" err="1">
                <a:solidFill>
                  <a:srgbClr val="0070C0"/>
                </a:solidFill>
              </a:rPr>
              <a:t>waitable</a:t>
            </a:r>
            <a:r>
              <a:rPr lang="en-GB" dirty="0"/>
              <a:t>:</a:t>
            </a:r>
            <a:br>
              <a:rPr lang="en-GB" dirty="0"/>
            </a:br>
            <a:endParaRPr lang="en-GB" dirty="0"/>
          </a:p>
          <a:p>
            <a:pPr marL="914400" lvl="1">
              <a:buFont typeface="Arial" panose="020B0604020202020204" pitchFamily="34" charset="0"/>
              <a:buChar char="•"/>
            </a:pPr>
            <a:r>
              <a:rPr lang="en-GB" dirty="0"/>
              <a:t>Op </a:t>
            </a:r>
            <a:r>
              <a:rPr lang="en-GB" dirty="0" err="1"/>
              <a:t>een</a:t>
            </a:r>
            <a:r>
              <a:rPr lang="en-GB" dirty="0"/>
              <a:t> eventbit  (“Let op!”):</a:t>
            </a:r>
            <a:br>
              <a:rPr lang="en-GB" dirty="0"/>
            </a:br>
            <a:r>
              <a:rPr lang="en-GB" dirty="0" err="1">
                <a:solidFill>
                  <a:srgbClr val="00B050"/>
                </a:solidFill>
              </a:rPr>
              <a:t>eventBitButtonPressed</a:t>
            </a:r>
            <a:endParaRPr lang="en-GB" dirty="0">
              <a:solidFill>
                <a:srgbClr val="00B050"/>
              </a:solidFill>
            </a:endParaRPr>
          </a:p>
          <a:p>
            <a:pPr marL="914400" lvl="1">
              <a:buFont typeface="Arial" panose="020B0604020202020204" pitchFamily="34" charset="0"/>
              <a:buChar char="•"/>
            </a:pPr>
            <a:r>
              <a:rPr lang="en-GB" dirty="0"/>
              <a:t>Op </a:t>
            </a:r>
            <a:r>
              <a:rPr lang="en-GB" dirty="0" err="1"/>
              <a:t>een</a:t>
            </a:r>
            <a:r>
              <a:rPr lang="en-GB" dirty="0"/>
              <a:t> queue  (</a:t>
            </a:r>
            <a:r>
              <a:rPr lang="en-GB" dirty="0" err="1"/>
              <a:t>een</a:t>
            </a:r>
            <a:r>
              <a:rPr lang="en-GB" dirty="0"/>
              <a:t> FIFO-buffer):</a:t>
            </a:r>
            <a:br>
              <a:rPr lang="en-GB" dirty="0"/>
            </a:br>
            <a:r>
              <a:rPr lang="en-GB" dirty="0" err="1">
                <a:solidFill>
                  <a:srgbClr val="00B050"/>
                </a:solidFill>
              </a:rPr>
              <a:t>sampleQueue</a:t>
            </a:r>
            <a:r>
              <a:rPr lang="en-GB" dirty="0">
                <a:solidFill>
                  <a:srgbClr val="00B050"/>
                </a:solidFill>
              </a:rPr>
              <a:t> / </a:t>
            </a:r>
            <a:r>
              <a:rPr lang="en-GB" dirty="0" err="1">
                <a:solidFill>
                  <a:srgbClr val="00B050"/>
                </a:solidFill>
              </a:rPr>
              <a:t>xQueueReceive</a:t>
            </a:r>
            <a:r>
              <a:rPr lang="en-GB" dirty="0">
                <a:solidFill>
                  <a:srgbClr val="00B050"/>
                </a:solidFill>
              </a:rPr>
              <a:t>(sampleQueue, &amp;newTemperature, portMAX_DELAY)</a:t>
            </a:r>
          </a:p>
          <a:p>
            <a:pPr marL="914400" lvl="1">
              <a:buFont typeface="Arial" panose="020B0604020202020204" pitchFamily="34" charset="0"/>
              <a:buChar char="•"/>
            </a:pPr>
            <a:r>
              <a:rPr lang="en-GB" dirty="0"/>
              <a:t>Op </a:t>
            </a:r>
            <a:r>
              <a:rPr lang="en-GB" dirty="0" err="1"/>
              <a:t>een</a:t>
            </a:r>
            <a:r>
              <a:rPr lang="en-GB" dirty="0"/>
              <a:t> timer (via zijn eventbit):</a:t>
            </a:r>
            <a:br>
              <a:rPr lang="en-GB" dirty="0"/>
            </a:br>
            <a:r>
              <a:rPr lang="en-GB" dirty="0" err="1">
                <a:solidFill>
                  <a:srgbClr val="00B050"/>
                </a:solidFill>
              </a:rPr>
              <a:t>eventBitLogTimer</a:t>
            </a:r>
            <a:br>
              <a:rPr lang="en-GB" dirty="0"/>
            </a:br>
            <a:r>
              <a:rPr lang="en-GB" dirty="0"/>
              <a:t>of: </a:t>
            </a:r>
            <a:r>
              <a:rPr lang="en-GB" dirty="0">
                <a:solidFill>
                  <a:srgbClr val="00B050"/>
                </a:solidFill>
              </a:rPr>
              <a:t>after(5s)</a:t>
            </a:r>
          </a:p>
          <a:p>
            <a:pPr lvl="1" indent="0">
              <a:buNone/>
            </a:pPr>
            <a:endParaRPr lang="en-GB" dirty="0"/>
          </a:p>
          <a:p>
            <a:pPr marL="914400" lvl="1">
              <a:buFont typeface="Arial" panose="020B0604020202020204" pitchFamily="34" charset="0"/>
              <a:buChar char="•"/>
            </a:pPr>
            <a:endParaRPr lang="en-GB" dirty="0"/>
          </a:p>
        </p:txBody>
      </p:sp>
    </p:spTree>
    <p:extLst>
      <p:ext uri="{BB962C8B-B14F-4D97-AF65-F5344CB8AC3E}">
        <p14:creationId xmlns:p14="http://schemas.microsoft.com/office/powerpoint/2010/main" val="613788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90462" y="402504"/>
            <a:ext cx="8314224" cy="1077218"/>
          </a:xfrm>
        </p:spPr>
        <p:txBody>
          <a:bodyPr/>
          <a:lstStyle/>
          <a:p>
            <a:r>
              <a:rPr lang="nl-NL" dirty="0"/>
              <a:t>Synchronisatiemechanismen</a:t>
            </a:r>
            <a:br>
              <a:rPr lang="nl-NL" dirty="0"/>
            </a:br>
            <a:r>
              <a:rPr lang="nl-NL" dirty="0"/>
              <a:t>in het STD</a:t>
            </a:r>
          </a:p>
        </p:txBody>
      </p:sp>
      <p:sp>
        <p:nvSpPr>
          <p:cNvPr id="5" name="Tijdelijke aanduiding voor inhoud 4">
            <a:extLst>
              <a:ext uri="{FF2B5EF4-FFF2-40B4-BE49-F238E27FC236}">
                <a16:creationId xmlns:a16="http://schemas.microsoft.com/office/drawing/2014/main" id="{3EA199AE-0865-44E8-B7D5-126F29575D2A}"/>
              </a:ext>
            </a:extLst>
          </p:cNvPr>
          <p:cNvSpPr>
            <a:spLocks noGrp="1"/>
          </p:cNvSpPr>
          <p:nvPr>
            <p:ph idx="1"/>
          </p:nvPr>
        </p:nvSpPr>
        <p:spPr>
          <a:xfrm>
            <a:off x="922817" y="1767016"/>
            <a:ext cx="10346365" cy="4329628"/>
          </a:xfrm>
        </p:spPr>
        <p:txBody>
          <a:bodyPr>
            <a:normAutofit lnSpcReduction="10000"/>
          </a:bodyPr>
          <a:lstStyle/>
          <a:p>
            <a:pPr marL="457200" indent="-457200">
              <a:buFont typeface="Arial" panose="020B0604020202020204" pitchFamily="34" charset="0"/>
              <a:buChar char="•"/>
            </a:pPr>
            <a:r>
              <a:rPr lang="en-GB" dirty="0"/>
              <a:t>Maar wait a minute – er </a:t>
            </a:r>
            <a:r>
              <a:rPr lang="en-GB" dirty="0" err="1"/>
              <a:t>komen</a:t>
            </a:r>
            <a:r>
              <a:rPr lang="en-GB" dirty="0"/>
              <a:t> </a:t>
            </a:r>
            <a:r>
              <a:rPr lang="en-GB" dirty="0" err="1"/>
              <a:t>toch</a:t>
            </a:r>
            <a:r>
              <a:rPr lang="en-GB" dirty="0"/>
              <a:t> </a:t>
            </a:r>
            <a:r>
              <a:rPr lang="en-GB" dirty="0" err="1">
                <a:solidFill>
                  <a:schemeClr val="accent4">
                    <a:lumMod val="50000"/>
                  </a:schemeClr>
                </a:solidFill>
              </a:rPr>
              <a:t>functieaanroepen</a:t>
            </a:r>
            <a:r>
              <a:rPr lang="en-GB" dirty="0"/>
              <a:t> </a:t>
            </a:r>
            <a:r>
              <a:rPr lang="en-GB" dirty="0" err="1"/>
              <a:t>binnen</a:t>
            </a:r>
            <a:r>
              <a:rPr lang="en-GB" dirty="0"/>
              <a:t>, </a:t>
            </a:r>
            <a:r>
              <a:rPr lang="en-GB" dirty="0" err="1"/>
              <a:t>en</a:t>
            </a:r>
            <a:r>
              <a:rPr lang="en-GB" dirty="0"/>
              <a:t> </a:t>
            </a:r>
            <a:r>
              <a:rPr lang="en-GB" dirty="0" err="1"/>
              <a:t>geen</a:t>
            </a:r>
            <a:r>
              <a:rPr lang="en-GB" dirty="0"/>
              <a:t> events?</a:t>
            </a:r>
          </a:p>
          <a:p>
            <a:pPr marL="457200" indent="-457200">
              <a:buFont typeface="Arial" panose="020B0604020202020204" pitchFamily="34" charset="0"/>
              <a:buChar char="•"/>
            </a:pPr>
            <a:r>
              <a:rPr lang="en-GB" dirty="0" err="1"/>
              <a:t>En</a:t>
            </a:r>
            <a:r>
              <a:rPr lang="en-GB" dirty="0"/>
              <a:t> je wilt </a:t>
            </a:r>
            <a:r>
              <a:rPr lang="en-GB" dirty="0" err="1"/>
              <a:t>toch</a:t>
            </a:r>
            <a:r>
              <a:rPr lang="en-GB" dirty="0"/>
              <a:t> </a:t>
            </a:r>
            <a:r>
              <a:rPr lang="en-GB" dirty="0" err="1">
                <a:solidFill>
                  <a:schemeClr val="accent4">
                    <a:lumMod val="50000"/>
                  </a:schemeClr>
                </a:solidFill>
              </a:rPr>
              <a:t>asynchrone</a:t>
            </a:r>
            <a:r>
              <a:rPr lang="en-GB" dirty="0">
                <a:solidFill>
                  <a:schemeClr val="accent4">
                    <a:lumMod val="50000"/>
                  </a:schemeClr>
                </a:solidFill>
              </a:rPr>
              <a:t> </a:t>
            </a:r>
            <a:r>
              <a:rPr lang="en-GB" dirty="0" err="1">
                <a:solidFill>
                  <a:schemeClr val="accent4">
                    <a:lumMod val="50000"/>
                  </a:schemeClr>
                </a:solidFill>
              </a:rPr>
              <a:t>communicatie</a:t>
            </a:r>
            <a:r>
              <a:rPr lang="en-GB" dirty="0"/>
              <a:t> – </a:t>
            </a:r>
            <a:r>
              <a:rPr lang="en-GB" dirty="0" err="1"/>
              <a:t>dat</a:t>
            </a:r>
            <a:r>
              <a:rPr lang="en-GB" dirty="0"/>
              <a:t> de </a:t>
            </a:r>
            <a:r>
              <a:rPr lang="en-GB" dirty="0" err="1"/>
              <a:t>ene</a:t>
            </a:r>
            <a:r>
              <a:rPr lang="en-GB" dirty="0"/>
              <a:t> </a:t>
            </a:r>
            <a:r>
              <a:rPr lang="en-GB" dirty="0" err="1"/>
              <a:t>taak</a:t>
            </a:r>
            <a:r>
              <a:rPr lang="en-GB" dirty="0"/>
              <a:t> </a:t>
            </a:r>
            <a:r>
              <a:rPr lang="en-GB" dirty="0" err="1"/>
              <a:t>na</a:t>
            </a:r>
            <a:r>
              <a:rPr lang="en-GB" dirty="0"/>
              <a:t> het </a:t>
            </a:r>
            <a:r>
              <a:rPr lang="en-GB" dirty="0" err="1"/>
              <a:t>afgeven</a:t>
            </a:r>
            <a:r>
              <a:rPr lang="en-GB" dirty="0"/>
              <a:t> van </a:t>
            </a:r>
            <a:r>
              <a:rPr lang="en-GB" dirty="0" err="1"/>
              <a:t>een</a:t>
            </a:r>
            <a:r>
              <a:rPr lang="en-GB" dirty="0"/>
              <a:t> </a:t>
            </a:r>
            <a:r>
              <a:rPr lang="en-GB" dirty="0" err="1"/>
              <a:t>bericht</a:t>
            </a:r>
            <a:r>
              <a:rPr lang="en-GB" dirty="0"/>
              <a:t> </a:t>
            </a:r>
            <a:r>
              <a:rPr lang="en-GB" dirty="0" err="1"/>
              <a:t>kan</a:t>
            </a:r>
            <a:r>
              <a:rPr lang="en-GB" dirty="0"/>
              <a:t> </a:t>
            </a:r>
            <a:r>
              <a:rPr lang="en-GB" dirty="0" err="1"/>
              <a:t>doorgaan</a:t>
            </a:r>
            <a:r>
              <a:rPr lang="en-GB" dirty="0"/>
              <a:t> </a:t>
            </a:r>
            <a:r>
              <a:rPr lang="en-GB" dirty="0" err="1">
                <a:solidFill>
                  <a:srgbClr val="C00000"/>
                </a:solidFill>
              </a:rPr>
              <a:t>zonder</a:t>
            </a:r>
            <a:r>
              <a:rPr lang="en-GB" dirty="0">
                <a:solidFill>
                  <a:srgbClr val="C00000"/>
                </a:solidFill>
              </a:rPr>
              <a:t> op de </a:t>
            </a:r>
            <a:r>
              <a:rPr lang="en-GB" dirty="0" err="1">
                <a:solidFill>
                  <a:srgbClr val="C00000"/>
                </a:solidFill>
              </a:rPr>
              <a:t>afhandeling</a:t>
            </a:r>
            <a:r>
              <a:rPr lang="en-GB" dirty="0">
                <a:solidFill>
                  <a:srgbClr val="C00000"/>
                </a:solidFill>
              </a:rPr>
              <a:t> </a:t>
            </a:r>
            <a:r>
              <a:rPr lang="en-GB" dirty="0"/>
              <a:t>door de </a:t>
            </a:r>
            <a:r>
              <a:rPr lang="en-GB" dirty="0" err="1"/>
              <a:t>andere</a:t>
            </a:r>
            <a:r>
              <a:rPr lang="en-GB" dirty="0"/>
              <a:t> </a:t>
            </a:r>
            <a:r>
              <a:rPr lang="en-GB" dirty="0" err="1"/>
              <a:t>taak</a:t>
            </a:r>
            <a:r>
              <a:rPr lang="en-GB" dirty="0"/>
              <a:t> </a:t>
            </a:r>
            <a:r>
              <a:rPr lang="en-GB" dirty="0" err="1">
                <a:solidFill>
                  <a:srgbClr val="C00000"/>
                </a:solidFill>
              </a:rPr>
              <a:t>te</a:t>
            </a:r>
            <a:r>
              <a:rPr lang="en-GB" dirty="0">
                <a:solidFill>
                  <a:srgbClr val="C00000"/>
                </a:solidFill>
              </a:rPr>
              <a:t> </a:t>
            </a:r>
            <a:r>
              <a:rPr lang="en-GB" dirty="0" err="1">
                <a:solidFill>
                  <a:srgbClr val="C00000"/>
                </a:solidFill>
              </a:rPr>
              <a:t>hoeven</a:t>
            </a:r>
            <a:r>
              <a:rPr lang="en-GB" dirty="0">
                <a:solidFill>
                  <a:srgbClr val="C00000"/>
                </a:solidFill>
              </a:rPr>
              <a:t> </a:t>
            </a:r>
            <a:r>
              <a:rPr lang="en-GB" dirty="0" err="1">
                <a:solidFill>
                  <a:srgbClr val="C00000"/>
                </a:solidFill>
              </a:rPr>
              <a:t>wachten</a:t>
            </a:r>
            <a:r>
              <a:rPr lang="en-GB" dirty="0"/>
              <a:t>?</a:t>
            </a:r>
          </a:p>
          <a:p>
            <a:pPr marL="457200" indent="-457200">
              <a:buFont typeface="Arial" panose="020B0604020202020204" pitchFamily="34" charset="0"/>
              <a:buChar char="•"/>
            </a:pPr>
            <a:r>
              <a:rPr lang="en-GB" dirty="0" err="1">
                <a:solidFill>
                  <a:srgbClr val="00B050"/>
                </a:solidFill>
              </a:rPr>
              <a:t>Oplossing</a:t>
            </a:r>
            <a:r>
              <a:rPr lang="en-GB" dirty="0"/>
              <a:t>: Handel </a:t>
            </a:r>
            <a:r>
              <a:rPr lang="en-GB" dirty="0" err="1">
                <a:solidFill>
                  <a:schemeClr val="accent4">
                    <a:lumMod val="50000"/>
                  </a:schemeClr>
                </a:solidFill>
              </a:rPr>
              <a:t>binnenkomende</a:t>
            </a:r>
            <a:r>
              <a:rPr lang="en-GB" dirty="0">
                <a:solidFill>
                  <a:schemeClr val="accent4">
                    <a:lumMod val="50000"/>
                  </a:schemeClr>
                </a:solidFill>
              </a:rPr>
              <a:t> </a:t>
            </a:r>
            <a:r>
              <a:rPr lang="en-GB" dirty="0" err="1">
                <a:solidFill>
                  <a:schemeClr val="accent4">
                    <a:lumMod val="50000"/>
                  </a:schemeClr>
                </a:solidFill>
              </a:rPr>
              <a:t>functiecalls</a:t>
            </a:r>
            <a:r>
              <a:rPr lang="en-GB" dirty="0">
                <a:solidFill>
                  <a:schemeClr val="accent4">
                    <a:lumMod val="50000"/>
                  </a:schemeClr>
                </a:solidFill>
              </a:rPr>
              <a:t> </a:t>
            </a:r>
            <a:r>
              <a:rPr lang="en-GB" dirty="0" err="1"/>
              <a:t>af</a:t>
            </a:r>
            <a:r>
              <a:rPr lang="en-GB" dirty="0"/>
              <a:t> </a:t>
            </a:r>
            <a:r>
              <a:rPr lang="en-GB" dirty="0">
                <a:solidFill>
                  <a:srgbClr val="7030A0"/>
                </a:solidFill>
              </a:rPr>
              <a:t>in de </a:t>
            </a:r>
            <a:r>
              <a:rPr lang="en-GB" dirty="0" err="1">
                <a:solidFill>
                  <a:srgbClr val="7030A0"/>
                </a:solidFill>
              </a:rPr>
              <a:t>taak</a:t>
            </a:r>
            <a:r>
              <a:rPr lang="en-GB" dirty="0">
                <a:solidFill>
                  <a:srgbClr val="7030A0"/>
                </a:solidFill>
              </a:rPr>
              <a:t> van de </a:t>
            </a:r>
            <a:r>
              <a:rPr lang="en-GB" dirty="0" err="1">
                <a:solidFill>
                  <a:srgbClr val="7030A0"/>
                </a:solidFill>
              </a:rPr>
              <a:t>aanroeper</a:t>
            </a:r>
            <a:r>
              <a:rPr lang="en-GB" dirty="0"/>
              <a:t>. </a:t>
            </a:r>
            <a:r>
              <a:rPr lang="en-GB" dirty="0" err="1"/>
              <a:t>Communiceer</a:t>
            </a:r>
            <a:r>
              <a:rPr lang="en-GB" dirty="0"/>
              <a:t> met de eigen </a:t>
            </a:r>
            <a:r>
              <a:rPr lang="en-GB" dirty="0" err="1"/>
              <a:t>taak</a:t>
            </a:r>
            <a:r>
              <a:rPr lang="en-GB" dirty="0"/>
              <a:t> via de </a:t>
            </a:r>
            <a:r>
              <a:rPr lang="en-GB" dirty="0" err="1">
                <a:solidFill>
                  <a:srgbClr val="7030A0"/>
                </a:solidFill>
              </a:rPr>
              <a:t>synchronisatiemechanismen</a:t>
            </a:r>
            <a:r>
              <a:rPr lang="en-GB" dirty="0"/>
              <a:t>.</a:t>
            </a:r>
          </a:p>
          <a:p>
            <a:endParaRPr lang="en-GB" dirty="0"/>
          </a:p>
          <a:p>
            <a:endParaRPr lang="en-GB" dirty="0"/>
          </a:p>
          <a:p>
            <a:endParaRPr lang="en-GB" dirty="0"/>
          </a:p>
          <a:p>
            <a:pPr marL="914400" lvl="1">
              <a:buFont typeface="Arial" panose="020B0604020202020204" pitchFamily="34" charset="0"/>
              <a:buChar char="•"/>
            </a:pPr>
            <a:endParaRPr lang="en-GB" dirty="0"/>
          </a:p>
        </p:txBody>
      </p:sp>
    </p:spTree>
    <p:extLst>
      <p:ext uri="{BB962C8B-B14F-4D97-AF65-F5344CB8AC3E}">
        <p14:creationId xmlns:p14="http://schemas.microsoft.com/office/powerpoint/2010/main" val="49548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16321" y="176581"/>
            <a:ext cx="8314224" cy="584775"/>
          </a:xfrm>
        </p:spPr>
        <p:txBody>
          <a:bodyPr/>
          <a:lstStyle/>
          <a:p>
            <a:r>
              <a:rPr lang="nl-NL" dirty="0"/>
              <a:t>Interface</a:t>
            </a:r>
          </a:p>
        </p:txBody>
      </p:sp>
      <p:sp>
        <p:nvSpPr>
          <p:cNvPr id="5" name="Tijdelijke aanduiding voor inhoud 4">
            <a:extLst>
              <a:ext uri="{FF2B5EF4-FFF2-40B4-BE49-F238E27FC236}">
                <a16:creationId xmlns:a16="http://schemas.microsoft.com/office/drawing/2014/main" id="{3EA199AE-0865-44E8-B7D5-126F29575D2A}"/>
              </a:ext>
            </a:extLst>
          </p:cNvPr>
          <p:cNvSpPr>
            <a:spLocks noGrp="1"/>
          </p:cNvSpPr>
          <p:nvPr>
            <p:ph idx="1"/>
          </p:nvPr>
        </p:nvSpPr>
        <p:spPr>
          <a:xfrm>
            <a:off x="316321" y="939113"/>
            <a:ext cx="11583236" cy="5634681"/>
          </a:xfrm>
        </p:spPr>
        <p:txBody>
          <a:bodyPr>
            <a:normAutofit fontScale="70000" lnSpcReduction="20000"/>
          </a:bodyPr>
          <a:lstStyle/>
          <a:p>
            <a:r>
              <a:rPr lang="en-GB" dirty="0"/>
              <a:t>Hoe:</a:t>
            </a:r>
          </a:p>
          <a:p>
            <a:pPr marL="457200" indent="-457200">
              <a:buFont typeface="Arial" panose="020B0604020202020204" pitchFamily="34" charset="0"/>
              <a:buChar char="•"/>
            </a:pPr>
            <a:r>
              <a:rPr lang="en-GB" dirty="0"/>
              <a:t>De </a:t>
            </a:r>
            <a:r>
              <a:rPr lang="en-GB" dirty="0" err="1">
                <a:solidFill>
                  <a:srgbClr val="0070C0"/>
                </a:solidFill>
              </a:rPr>
              <a:t>publieke</a:t>
            </a:r>
            <a:r>
              <a:rPr lang="en-GB" dirty="0">
                <a:solidFill>
                  <a:srgbClr val="0070C0"/>
                </a:solidFill>
              </a:rPr>
              <a:t> </a:t>
            </a:r>
            <a:r>
              <a:rPr lang="en-GB" dirty="0" err="1">
                <a:solidFill>
                  <a:srgbClr val="0070C0"/>
                </a:solidFill>
              </a:rPr>
              <a:t>functies</a:t>
            </a:r>
            <a:r>
              <a:rPr lang="en-GB" dirty="0">
                <a:solidFill>
                  <a:srgbClr val="0070C0"/>
                </a:solidFill>
              </a:rPr>
              <a:t> </a:t>
            </a:r>
            <a:r>
              <a:rPr lang="en-GB" dirty="0"/>
              <a:t>van de </a:t>
            </a:r>
            <a:r>
              <a:rPr lang="en-GB" dirty="0" err="1"/>
              <a:t>klasse</a:t>
            </a:r>
            <a:r>
              <a:rPr lang="en-GB" dirty="0"/>
              <a:t> </a:t>
            </a:r>
            <a:r>
              <a:rPr lang="en-GB" dirty="0" err="1"/>
              <a:t>zetten</a:t>
            </a:r>
            <a:r>
              <a:rPr lang="en-GB" dirty="0"/>
              <a:t> we in </a:t>
            </a:r>
            <a:r>
              <a:rPr lang="en-GB" dirty="0" err="1"/>
              <a:t>een</a:t>
            </a:r>
            <a:r>
              <a:rPr lang="en-GB" dirty="0"/>
              <a:t> apart </a:t>
            </a:r>
            <a:r>
              <a:rPr lang="en-GB" dirty="0" err="1">
                <a:solidFill>
                  <a:srgbClr val="0070C0"/>
                </a:solidFill>
              </a:rPr>
              <a:t>compartiment</a:t>
            </a:r>
            <a:r>
              <a:rPr lang="en-GB" dirty="0">
                <a:solidFill>
                  <a:srgbClr val="0070C0"/>
                </a:solidFill>
              </a:rPr>
              <a:t> van de STD</a:t>
            </a:r>
            <a:br>
              <a:rPr lang="en-GB" dirty="0">
                <a:solidFill>
                  <a:srgbClr val="0070C0"/>
                </a:solidFill>
              </a:rPr>
            </a:br>
            <a:endParaRPr lang="en-GB" dirty="0">
              <a:solidFill>
                <a:srgbClr val="0070C0"/>
              </a:solidFill>
            </a:endParaRPr>
          </a:p>
          <a:p>
            <a:pPr marL="914400" lvl="1">
              <a:buFont typeface="Arial" panose="020B0604020202020204" pitchFamily="34" charset="0"/>
              <a:buChar char="•"/>
            </a:pPr>
            <a:r>
              <a:rPr lang="nl-NL" b="1" dirty="0">
                <a:solidFill>
                  <a:srgbClr val="00B050"/>
                </a:solidFill>
              </a:rPr>
              <a:t>1. Functies die “even snel” een waarde opvragen</a:t>
            </a:r>
            <a:r>
              <a:rPr lang="nl-NL" dirty="0"/>
              <a:t>:</a:t>
            </a:r>
            <a:br>
              <a:rPr lang="nl-NL" dirty="0"/>
            </a:br>
            <a:r>
              <a:rPr lang="nl-NL" dirty="0"/>
              <a:t>Die functies implementeer je door een </a:t>
            </a:r>
            <a:r>
              <a:rPr lang="nl-NL" dirty="0">
                <a:solidFill>
                  <a:srgbClr val="7030A0"/>
                </a:solidFill>
              </a:rPr>
              <a:t>queue met één plek (een pool) </a:t>
            </a:r>
            <a:r>
              <a:rPr lang="nl-NL" dirty="0"/>
              <a:t>uit te lezen. Voorbeeld:</a:t>
            </a:r>
            <a:br>
              <a:rPr lang="nl-NL" dirty="0"/>
            </a:br>
            <a:br>
              <a:rPr lang="nl-NL" dirty="0"/>
            </a:br>
            <a:r>
              <a:rPr lang="en-US" dirty="0"/>
              <a:t>float </a:t>
            </a:r>
            <a:r>
              <a:rPr lang="en-US" dirty="0" err="1"/>
              <a:t>getTemperature</a:t>
            </a:r>
            <a:r>
              <a:rPr lang="en-US" dirty="0"/>
              <a:t>() {float t; xQueuePeek(</a:t>
            </a:r>
            <a:r>
              <a:rPr lang="en-US" dirty="0" err="1"/>
              <a:t>temperatureQueue</a:t>
            </a:r>
            <a:r>
              <a:rPr lang="en-US" dirty="0"/>
              <a:t>, &amp;t, 0); return t;} </a:t>
            </a:r>
            <a:br>
              <a:rPr lang="en-US" dirty="0"/>
            </a:br>
            <a:br>
              <a:rPr lang="en-US" dirty="0"/>
            </a:br>
            <a:r>
              <a:rPr lang="en-US" dirty="0" err="1"/>
              <a:t>Notatie</a:t>
            </a:r>
            <a:r>
              <a:rPr lang="en-US" dirty="0"/>
              <a:t> in de STD interface (in “EAB-</a:t>
            </a:r>
            <a:r>
              <a:rPr lang="en-US" dirty="0" err="1"/>
              <a:t>stijl</a:t>
            </a:r>
            <a:r>
              <a:rPr lang="en-US" dirty="0"/>
              <a:t>”):</a:t>
            </a:r>
          </a:p>
          <a:p>
            <a:r>
              <a:rPr lang="nl-NL" dirty="0">
                <a:solidFill>
                  <a:schemeClr val="accent1">
                    <a:lumMod val="75000"/>
                  </a:schemeClr>
                </a:solidFill>
              </a:rPr>
              <a:t>	</a:t>
            </a:r>
            <a:r>
              <a:rPr lang="nl-NL" dirty="0" err="1">
                <a:solidFill>
                  <a:schemeClr val="accent1">
                    <a:lumMod val="75000"/>
                  </a:schemeClr>
                </a:solidFill>
              </a:rPr>
              <a:t>getTemperature</a:t>
            </a:r>
            <a:r>
              <a:rPr lang="nl-NL" dirty="0">
                <a:solidFill>
                  <a:schemeClr val="accent1">
                    <a:lumMod val="75000"/>
                  </a:schemeClr>
                </a:solidFill>
              </a:rPr>
              <a:t> / float t; xQueuePeek(</a:t>
            </a:r>
            <a:r>
              <a:rPr lang="nl-NL" dirty="0" err="1">
                <a:solidFill>
                  <a:schemeClr val="accent1">
                    <a:lumMod val="75000"/>
                  </a:schemeClr>
                </a:solidFill>
              </a:rPr>
              <a:t>temperatureQueue</a:t>
            </a:r>
            <a:r>
              <a:rPr lang="nl-NL" dirty="0">
                <a:solidFill>
                  <a:schemeClr val="accent1">
                    <a:lumMod val="75000"/>
                  </a:schemeClr>
                </a:solidFill>
              </a:rPr>
              <a:t>, &amp;t, 0); return t </a:t>
            </a:r>
            <a:br>
              <a:rPr lang="nl-NL" dirty="0">
                <a:solidFill>
                  <a:schemeClr val="accent1">
                    <a:lumMod val="75000"/>
                  </a:schemeClr>
                </a:solidFill>
              </a:rPr>
            </a:br>
            <a:br>
              <a:rPr lang="nl-NL" dirty="0">
                <a:solidFill>
                  <a:schemeClr val="accent1">
                    <a:lumMod val="75000"/>
                  </a:schemeClr>
                </a:solidFill>
              </a:rPr>
            </a:br>
            <a:r>
              <a:rPr lang="nl-NL" dirty="0"/>
              <a:t>	Zo’n object moet dan dus een </a:t>
            </a:r>
            <a:r>
              <a:rPr lang="nl-NL" dirty="0" err="1"/>
              <a:t>temperatureQueue</a:t>
            </a:r>
            <a:r>
              <a:rPr lang="nl-NL" dirty="0"/>
              <a:t> (een queue met één plek) hebben,</a:t>
            </a:r>
            <a:br>
              <a:rPr lang="nl-NL" dirty="0"/>
            </a:br>
            <a:r>
              <a:rPr lang="nl-NL" dirty="0"/>
              <a:t>	welke je als volgt kunt aanmaken:</a:t>
            </a:r>
            <a:br>
              <a:rPr lang="nl-NL" dirty="0"/>
            </a:br>
            <a:r>
              <a:rPr lang="nl-NL" dirty="0"/>
              <a:t>	</a:t>
            </a:r>
            <a:r>
              <a:rPr lang="nl-NL" dirty="0" err="1"/>
              <a:t>temperatureQueue = xQueueCreate(1, sizeof(float))</a:t>
            </a:r>
            <a:r>
              <a:rPr lang="nl-NL" dirty="0"/>
              <a:t>;</a:t>
            </a:r>
            <a:br>
              <a:rPr lang="nl-NL" dirty="0"/>
            </a:br>
            <a:r>
              <a:rPr lang="nl-NL" dirty="0"/>
              <a:t>	(geschreven met xQueueOverwrite(temperatureQueue, &amp;temperature); het aanmaken vind je verder niet terug in de STD, ook niet in de interface)</a:t>
            </a:r>
          </a:p>
          <a:p>
            <a:pPr marL="914400" lvl="1">
              <a:buFont typeface="Arial" panose="020B0604020202020204" pitchFamily="34" charset="0"/>
              <a:buChar char="•"/>
            </a:pPr>
            <a:endParaRPr lang="nl-NL" dirty="0"/>
          </a:p>
          <a:p>
            <a:endParaRPr lang="nl-NL" dirty="0"/>
          </a:p>
          <a:p>
            <a:pPr marL="914400" lvl="1">
              <a:buFont typeface="Arial" panose="020B0604020202020204" pitchFamily="34" charset="0"/>
              <a:buChar char="•"/>
            </a:pPr>
            <a:endParaRPr lang="nl-NL" dirty="0"/>
          </a:p>
          <a:p>
            <a:endParaRPr lang="nl-NL" dirty="0"/>
          </a:p>
          <a:p>
            <a:endParaRPr lang="en-GB" dirty="0"/>
          </a:p>
          <a:p>
            <a:endParaRPr lang="en-GB" dirty="0"/>
          </a:p>
          <a:p>
            <a:pPr marL="914400" lvl="1">
              <a:buFont typeface="Arial" panose="020B0604020202020204" pitchFamily="34" charset="0"/>
              <a:buChar char="•"/>
            </a:pPr>
            <a:endParaRPr lang="en-GB" dirty="0"/>
          </a:p>
        </p:txBody>
      </p:sp>
    </p:spTree>
    <p:extLst>
      <p:ext uri="{BB962C8B-B14F-4D97-AF65-F5344CB8AC3E}">
        <p14:creationId xmlns:p14="http://schemas.microsoft.com/office/powerpoint/2010/main" val="3784921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16321" y="176581"/>
            <a:ext cx="8314224" cy="584775"/>
          </a:xfrm>
        </p:spPr>
        <p:txBody>
          <a:bodyPr/>
          <a:lstStyle/>
          <a:p>
            <a:r>
              <a:rPr lang="nl-NL" dirty="0"/>
              <a:t>Interface</a:t>
            </a:r>
          </a:p>
        </p:txBody>
      </p:sp>
      <p:sp>
        <p:nvSpPr>
          <p:cNvPr id="5" name="Tijdelijke aanduiding voor inhoud 4">
            <a:extLst>
              <a:ext uri="{FF2B5EF4-FFF2-40B4-BE49-F238E27FC236}">
                <a16:creationId xmlns:a16="http://schemas.microsoft.com/office/drawing/2014/main" id="{3EA199AE-0865-44E8-B7D5-126F29575D2A}"/>
              </a:ext>
            </a:extLst>
          </p:cNvPr>
          <p:cNvSpPr>
            <a:spLocks noGrp="1"/>
          </p:cNvSpPr>
          <p:nvPr>
            <p:ph idx="1"/>
          </p:nvPr>
        </p:nvSpPr>
        <p:spPr>
          <a:xfrm>
            <a:off x="316321" y="939113"/>
            <a:ext cx="11583236" cy="5634681"/>
          </a:xfrm>
        </p:spPr>
        <p:txBody>
          <a:bodyPr>
            <a:normAutofit fontScale="70000" lnSpcReduction="20000"/>
          </a:bodyPr>
          <a:lstStyle/>
          <a:p>
            <a:r>
              <a:rPr lang="en-GB" dirty="0"/>
              <a:t>Hoe:</a:t>
            </a:r>
          </a:p>
          <a:p>
            <a:pPr marL="457200" indent="-457200">
              <a:buFont typeface="Arial" panose="020B0604020202020204" pitchFamily="34" charset="0"/>
              <a:buChar char="•"/>
            </a:pPr>
            <a:r>
              <a:rPr lang="en-GB" dirty="0"/>
              <a:t>De </a:t>
            </a:r>
            <a:r>
              <a:rPr lang="en-GB" dirty="0" err="1">
                <a:solidFill>
                  <a:srgbClr val="0070C0"/>
                </a:solidFill>
              </a:rPr>
              <a:t>publieke</a:t>
            </a:r>
            <a:r>
              <a:rPr lang="en-GB" dirty="0">
                <a:solidFill>
                  <a:srgbClr val="0070C0"/>
                </a:solidFill>
              </a:rPr>
              <a:t> </a:t>
            </a:r>
            <a:r>
              <a:rPr lang="en-GB" dirty="0" err="1">
                <a:solidFill>
                  <a:srgbClr val="0070C0"/>
                </a:solidFill>
              </a:rPr>
              <a:t>functies</a:t>
            </a:r>
            <a:r>
              <a:rPr lang="en-GB" dirty="0">
                <a:solidFill>
                  <a:srgbClr val="0070C0"/>
                </a:solidFill>
              </a:rPr>
              <a:t> </a:t>
            </a:r>
            <a:r>
              <a:rPr lang="en-GB" dirty="0"/>
              <a:t>van de </a:t>
            </a:r>
            <a:r>
              <a:rPr lang="en-GB" dirty="0" err="1"/>
              <a:t>klasse</a:t>
            </a:r>
            <a:r>
              <a:rPr lang="en-GB" dirty="0"/>
              <a:t> </a:t>
            </a:r>
            <a:r>
              <a:rPr lang="en-GB" dirty="0" err="1"/>
              <a:t>zetten</a:t>
            </a:r>
            <a:r>
              <a:rPr lang="en-GB" dirty="0"/>
              <a:t> we in </a:t>
            </a:r>
            <a:r>
              <a:rPr lang="en-GB" dirty="0" err="1"/>
              <a:t>een</a:t>
            </a:r>
            <a:r>
              <a:rPr lang="en-GB" dirty="0"/>
              <a:t> apart </a:t>
            </a:r>
            <a:r>
              <a:rPr lang="en-GB" dirty="0" err="1">
                <a:solidFill>
                  <a:srgbClr val="0070C0"/>
                </a:solidFill>
              </a:rPr>
              <a:t>compartiment</a:t>
            </a:r>
            <a:r>
              <a:rPr lang="en-GB" dirty="0">
                <a:solidFill>
                  <a:srgbClr val="0070C0"/>
                </a:solidFill>
              </a:rPr>
              <a:t> van de STD</a:t>
            </a:r>
            <a:br>
              <a:rPr lang="en-GB" dirty="0">
                <a:solidFill>
                  <a:srgbClr val="0070C0"/>
                </a:solidFill>
              </a:rPr>
            </a:br>
            <a:endParaRPr lang="en-GB" dirty="0">
              <a:solidFill>
                <a:srgbClr val="0070C0"/>
              </a:solidFill>
            </a:endParaRPr>
          </a:p>
          <a:p>
            <a:pPr marL="914400" lvl="1">
              <a:buFont typeface="Arial" panose="020B0604020202020204" pitchFamily="34" charset="0"/>
              <a:buChar char="•"/>
            </a:pPr>
            <a:r>
              <a:rPr lang="nl-NL" b="1" dirty="0">
                <a:solidFill>
                  <a:srgbClr val="00B050"/>
                </a:solidFill>
              </a:rPr>
              <a:t>2. Overige functies zonder argument</a:t>
            </a:r>
            <a:r>
              <a:rPr lang="nl-NL" dirty="0"/>
              <a:t>:</a:t>
            </a:r>
            <a:br>
              <a:rPr lang="nl-NL" dirty="0"/>
            </a:br>
            <a:r>
              <a:rPr lang="nl-NL" dirty="0"/>
              <a:t>Die functies implementeer je door een </a:t>
            </a:r>
            <a:r>
              <a:rPr lang="nl-NL" dirty="0" err="1">
                <a:solidFill>
                  <a:srgbClr val="7030A0"/>
                </a:solidFill>
              </a:rPr>
              <a:t>eventbit</a:t>
            </a:r>
            <a:r>
              <a:rPr lang="nl-NL" dirty="0">
                <a:solidFill>
                  <a:srgbClr val="7030A0"/>
                </a:solidFill>
              </a:rPr>
              <a:t> </a:t>
            </a:r>
            <a:r>
              <a:rPr lang="nl-NL" dirty="0"/>
              <a:t>te </a:t>
            </a:r>
            <a:r>
              <a:rPr lang="nl-NL" dirty="0" err="1"/>
              <a:t>setten</a:t>
            </a:r>
            <a:r>
              <a:rPr lang="nl-NL" dirty="0"/>
              <a:t>. Voorbeeld:</a:t>
            </a:r>
            <a:br>
              <a:rPr lang="nl-NL" dirty="0"/>
            </a:br>
            <a:br>
              <a:rPr lang="nl-NL" dirty="0"/>
            </a:br>
            <a:r>
              <a:rPr lang="en-US" dirty="0"/>
              <a:t>void </a:t>
            </a:r>
            <a:r>
              <a:rPr lang="en-US" dirty="0" err="1"/>
              <a:t>zetAan</a:t>
            </a:r>
            <a:r>
              <a:rPr lang="en-US" dirty="0"/>
              <a:t>(){</a:t>
            </a:r>
            <a:r>
              <a:rPr lang="en-US" dirty="0" err="1"/>
              <a:t>xEventGroupSetBits(eventGroup, eventBitAan);</a:t>
            </a:r>
            <a:r>
              <a:rPr lang="en-US" dirty="0"/>
              <a:t>}</a:t>
            </a:r>
            <a:br>
              <a:rPr lang="en-US" dirty="0"/>
            </a:br>
            <a:br>
              <a:rPr lang="en-US" dirty="0"/>
            </a:br>
            <a:r>
              <a:rPr lang="en-US" dirty="0" err="1"/>
              <a:t>Notatie</a:t>
            </a:r>
            <a:r>
              <a:rPr lang="en-US" dirty="0"/>
              <a:t> in de STD interface (in “EAB-</a:t>
            </a:r>
            <a:r>
              <a:rPr lang="en-US" dirty="0" err="1"/>
              <a:t>stijl</a:t>
            </a:r>
            <a:r>
              <a:rPr lang="en-US" dirty="0"/>
              <a:t>”):</a:t>
            </a:r>
          </a:p>
          <a:p>
            <a:r>
              <a:rPr lang="nl-NL" dirty="0">
                <a:solidFill>
                  <a:schemeClr val="accent1">
                    <a:lumMod val="75000"/>
                  </a:schemeClr>
                </a:solidFill>
              </a:rPr>
              <a:t>	</a:t>
            </a:r>
            <a:r>
              <a:rPr lang="nl-NL" dirty="0" err="1">
                <a:solidFill>
                  <a:schemeClr val="accent1">
                    <a:lumMod val="75000"/>
                  </a:schemeClr>
                </a:solidFill>
              </a:rPr>
              <a:t>zetAan</a:t>
            </a:r>
            <a:r>
              <a:rPr lang="nl-NL" dirty="0">
                <a:solidFill>
                  <a:schemeClr val="accent1">
                    <a:lumMod val="75000"/>
                  </a:schemeClr>
                </a:solidFill>
              </a:rPr>
              <a:t> / </a:t>
            </a:r>
            <a:r>
              <a:rPr lang="nl-NL" dirty="0" err="1">
                <a:solidFill>
                  <a:schemeClr val="accent1">
                    <a:lumMod val="75000"/>
                  </a:schemeClr>
                </a:solidFill>
              </a:rPr>
              <a:t>xEventGroupSetBits</a:t>
            </a:r>
            <a:r>
              <a:rPr lang="nl-NL" dirty="0">
                <a:solidFill>
                  <a:schemeClr val="accent1">
                    <a:lumMod val="75000"/>
                  </a:schemeClr>
                </a:solidFill>
              </a:rPr>
              <a:t>(eventGroup, eventBitAan) </a:t>
            </a:r>
            <a:br>
              <a:rPr lang="nl-NL" dirty="0">
                <a:solidFill>
                  <a:schemeClr val="accent1">
                    <a:lumMod val="75000"/>
                  </a:schemeClr>
                </a:solidFill>
              </a:rPr>
            </a:br>
            <a:br>
              <a:rPr lang="nl-NL" dirty="0">
                <a:solidFill>
                  <a:schemeClr val="accent1">
                    <a:lumMod val="75000"/>
                  </a:schemeClr>
                </a:solidFill>
              </a:rPr>
            </a:br>
            <a:r>
              <a:rPr lang="nl-NL" dirty="0"/>
              <a:t>	Zo’n object moet dan dus een </a:t>
            </a:r>
            <a:r>
              <a:rPr lang="nl-NL" dirty="0" err="1"/>
              <a:t>eventGroup</a:t>
            </a:r>
            <a:r>
              <a:rPr lang="nl-NL" dirty="0"/>
              <a:t> (EventGroupHandle_t) met een bit eventBitAan hebben,</a:t>
            </a:r>
            <a:br>
              <a:rPr lang="nl-NL" dirty="0"/>
            </a:br>
            <a:r>
              <a:rPr lang="nl-NL" dirty="0"/>
              <a:t>	welke je als volgt kunt maken:</a:t>
            </a:r>
            <a:br>
              <a:rPr lang="nl-NL" dirty="0"/>
            </a:br>
            <a:r>
              <a:rPr lang="nl-NL" dirty="0"/>
              <a:t>	</a:t>
            </a:r>
            <a:r>
              <a:rPr lang="nl-NL" dirty="0" err="1"/>
              <a:t>eventGroup = xEventGroupCreate()</a:t>
            </a:r>
            <a:r>
              <a:rPr lang="nl-NL" dirty="0"/>
              <a:t>; </a:t>
            </a:r>
            <a:r>
              <a:rPr lang="nl-NL" dirty="0" err="1"/>
              <a:t>const EventBits_t eventBitAan = (1 &lt;&lt; 0)</a:t>
            </a:r>
            <a:r>
              <a:rPr lang="nl-NL" dirty="0"/>
              <a:t>;	</a:t>
            </a:r>
            <a:br>
              <a:rPr lang="nl-NL" dirty="0"/>
            </a:br>
            <a:r>
              <a:rPr lang="nl-NL" dirty="0"/>
              <a:t>	(maar dat vind je verder niet terug in de STD, ook niet in de interface)</a:t>
            </a:r>
          </a:p>
          <a:p>
            <a:pPr marL="914400" lvl="1">
              <a:buFont typeface="Arial" panose="020B0604020202020204" pitchFamily="34" charset="0"/>
              <a:buChar char="•"/>
            </a:pPr>
            <a:endParaRPr lang="nl-NL" dirty="0"/>
          </a:p>
          <a:p>
            <a:endParaRPr lang="nl-NL" dirty="0"/>
          </a:p>
          <a:p>
            <a:pPr marL="914400" lvl="1">
              <a:buFont typeface="Arial" panose="020B0604020202020204" pitchFamily="34" charset="0"/>
              <a:buChar char="•"/>
            </a:pPr>
            <a:endParaRPr lang="nl-NL" dirty="0"/>
          </a:p>
          <a:p>
            <a:endParaRPr lang="nl-NL" dirty="0"/>
          </a:p>
          <a:p>
            <a:endParaRPr lang="en-GB" dirty="0"/>
          </a:p>
          <a:p>
            <a:endParaRPr lang="en-GB" dirty="0"/>
          </a:p>
          <a:p>
            <a:pPr marL="914400" lvl="1">
              <a:buFont typeface="Arial" panose="020B0604020202020204" pitchFamily="34" charset="0"/>
              <a:buChar char="•"/>
            </a:pPr>
            <a:endParaRPr lang="en-GB" dirty="0"/>
          </a:p>
        </p:txBody>
      </p:sp>
    </p:spTree>
    <p:extLst>
      <p:ext uri="{BB962C8B-B14F-4D97-AF65-F5344CB8AC3E}">
        <p14:creationId xmlns:p14="http://schemas.microsoft.com/office/powerpoint/2010/main" val="4110082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16321" y="176581"/>
            <a:ext cx="8314224" cy="584775"/>
          </a:xfrm>
        </p:spPr>
        <p:txBody>
          <a:bodyPr/>
          <a:lstStyle/>
          <a:p>
            <a:r>
              <a:rPr lang="nl-NL" dirty="0"/>
              <a:t>Interface</a:t>
            </a:r>
          </a:p>
        </p:txBody>
      </p:sp>
      <p:sp>
        <p:nvSpPr>
          <p:cNvPr id="5" name="Tijdelijke aanduiding voor inhoud 4">
            <a:extLst>
              <a:ext uri="{FF2B5EF4-FFF2-40B4-BE49-F238E27FC236}">
                <a16:creationId xmlns:a16="http://schemas.microsoft.com/office/drawing/2014/main" id="{3EA199AE-0865-44E8-B7D5-126F29575D2A}"/>
              </a:ext>
            </a:extLst>
          </p:cNvPr>
          <p:cNvSpPr>
            <a:spLocks noGrp="1"/>
          </p:cNvSpPr>
          <p:nvPr>
            <p:ph idx="1"/>
          </p:nvPr>
        </p:nvSpPr>
        <p:spPr>
          <a:xfrm>
            <a:off x="180397" y="1223319"/>
            <a:ext cx="11583236" cy="4905633"/>
          </a:xfrm>
        </p:spPr>
        <p:txBody>
          <a:bodyPr>
            <a:normAutofit fontScale="70000" lnSpcReduction="20000"/>
          </a:bodyPr>
          <a:lstStyle/>
          <a:p>
            <a:r>
              <a:rPr lang="en-GB" dirty="0"/>
              <a:t>Hoe:</a:t>
            </a:r>
          </a:p>
          <a:p>
            <a:pPr marL="457200" indent="-457200">
              <a:buFont typeface="Arial" panose="020B0604020202020204" pitchFamily="34" charset="0"/>
              <a:buChar char="•"/>
            </a:pPr>
            <a:r>
              <a:rPr lang="en-GB" dirty="0"/>
              <a:t>De </a:t>
            </a:r>
            <a:r>
              <a:rPr lang="en-GB" dirty="0" err="1">
                <a:solidFill>
                  <a:srgbClr val="0070C0"/>
                </a:solidFill>
              </a:rPr>
              <a:t>publieke</a:t>
            </a:r>
            <a:r>
              <a:rPr lang="en-GB" dirty="0">
                <a:solidFill>
                  <a:srgbClr val="0070C0"/>
                </a:solidFill>
              </a:rPr>
              <a:t> </a:t>
            </a:r>
            <a:r>
              <a:rPr lang="en-GB" dirty="0" err="1">
                <a:solidFill>
                  <a:srgbClr val="0070C0"/>
                </a:solidFill>
              </a:rPr>
              <a:t>functies</a:t>
            </a:r>
            <a:r>
              <a:rPr lang="en-GB" dirty="0">
                <a:solidFill>
                  <a:srgbClr val="0070C0"/>
                </a:solidFill>
              </a:rPr>
              <a:t> </a:t>
            </a:r>
            <a:r>
              <a:rPr lang="en-GB" dirty="0"/>
              <a:t>van de </a:t>
            </a:r>
            <a:r>
              <a:rPr lang="en-GB" dirty="0" err="1"/>
              <a:t>klasse</a:t>
            </a:r>
            <a:r>
              <a:rPr lang="en-GB" dirty="0"/>
              <a:t> </a:t>
            </a:r>
            <a:r>
              <a:rPr lang="en-GB" dirty="0" err="1"/>
              <a:t>zetten</a:t>
            </a:r>
            <a:r>
              <a:rPr lang="en-GB" dirty="0"/>
              <a:t> we in </a:t>
            </a:r>
            <a:r>
              <a:rPr lang="en-GB" dirty="0" err="1"/>
              <a:t>een</a:t>
            </a:r>
            <a:r>
              <a:rPr lang="en-GB" dirty="0"/>
              <a:t> apart </a:t>
            </a:r>
            <a:r>
              <a:rPr lang="en-GB" dirty="0" err="1">
                <a:solidFill>
                  <a:srgbClr val="0070C0"/>
                </a:solidFill>
              </a:rPr>
              <a:t>compartiment</a:t>
            </a:r>
            <a:r>
              <a:rPr lang="en-GB" dirty="0">
                <a:solidFill>
                  <a:srgbClr val="0070C0"/>
                </a:solidFill>
              </a:rPr>
              <a:t> van de STD</a:t>
            </a:r>
            <a:br>
              <a:rPr lang="en-GB" dirty="0">
                <a:solidFill>
                  <a:srgbClr val="0070C0"/>
                </a:solidFill>
              </a:rPr>
            </a:br>
            <a:endParaRPr lang="en-GB" dirty="0">
              <a:solidFill>
                <a:srgbClr val="0070C0"/>
              </a:solidFill>
            </a:endParaRPr>
          </a:p>
          <a:p>
            <a:pPr marL="914400" lvl="1">
              <a:buFont typeface="Arial" panose="020B0604020202020204" pitchFamily="34" charset="0"/>
              <a:buChar char="•"/>
            </a:pPr>
            <a:r>
              <a:rPr lang="nl-NL" b="1" dirty="0">
                <a:solidFill>
                  <a:srgbClr val="00B050"/>
                </a:solidFill>
              </a:rPr>
              <a:t>2. Overige functies met argument</a:t>
            </a:r>
            <a:r>
              <a:rPr lang="nl-NL" dirty="0"/>
              <a:t>:</a:t>
            </a:r>
            <a:br>
              <a:rPr lang="nl-NL" dirty="0"/>
            </a:br>
            <a:r>
              <a:rPr lang="nl-NL" dirty="0"/>
              <a:t>Die functies implementeer je door een </a:t>
            </a:r>
            <a:r>
              <a:rPr lang="nl-NL" dirty="0" err="1">
                <a:solidFill>
                  <a:srgbClr val="7030A0"/>
                </a:solidFill>
              </a:rPr>
              <a:t>eventbit</a:t>
            </a:r>
            <a:r>
              <a:rPr lang="nl-NL" dirty="0">
                <a:solidFill>
                  <a:srgbClr val="7030A0"/>
                </a:solidFill>
              </a:rPr>
              <a:t> </a:t>
            </a:r>
            <a:r>
              <a:rPr lang="nl-NL" dirty="0"/>
              <a:t>te </a:t>
            </a:r>
            <a:r>
              <a:rPr lang="nl-NL" dirty="0" err="1"/>
              <a:t>setten</a:t>
            </a:r>
            <a:r>
              <a:rPr lang="nl-NL" dirty="0"/>
              <a:t> in combinatie met een </a:t>
            </a:r>
            <a:r>
              <a:rPr lang="nl-NL" dirty="0">
                <a:solidFill>
                  <a:srgbClr val="7030A0"/>
                </a:solidFill>
              </a:rPr>
              <a:t>pool (een queue met één plek), </a:t>
            </a:r>
            <a:r>
              <a:rPr lang="nl-NL" dirty="0">
                <a:solidFill>
                  <a:srgbClr val="C00000"/>
                </a:solidFill>
              </a:rPr>
              <a:t>OF</a:t>
            </a:r>
            <a:r>
              <a:rPr lang="nl-NL" dirty="0">
                <a:solidFill>
                  <a:srgbClr val="7030A0"/>
                </a:solidFill>
              </a:rPr>
              <a:t> </a:t>
            </a:r>
            <a:r>
              <a:rPr lang="nl-NL" dirty="0"/>
              <a:t>een</a:t>
            </a:r>
            <a:r>
              <a:rPr lang="nl-NL" dirty="0">
                <a:solidFill>
                  <a:srgbClr val="7030A0"/>
                </a:solidFill>
              </a:rPr>
              <a:t> </a:t>
            </a:r>
            <a:r>
              <a:rPr lang="nl-NL" dirty="0" err="1">
                <a:solidFill>
                  <a:srgbClr val="7030A0"/>
                </a:solidFill>
              </a:rPr>
              <a:t>queue</a:t>
            </a:r>
            <a:r>
              <a:rPr lang="nl-NL" dirty="0">
                <a:solidFill>
                  <a:srgbClr val="7030A0"/>
                </a:solidFill>
              </a:rPr>
              <a:t> </a:t>
            </a:r>
            <a:r>
              <a:rPr lang="nl-NL" dirty="0"/>
              <a:t>te vullen</a:t>
            </a:r>
            <a:br>
              <a:rPr lang="nl-NL" dirty="0"/>
            </a:br>
            <a:br>
              <a:rPr lang="en-US" dirty="0"/>
            </a:br>
            <a:r>
              <a:rPr lang="en-US" dirty="0" err="1"/>
              <a:t>dus</a:t>
            </a:r>
            <a:br>
              <a:rPr lang="en-US" dirty="0"/>
            </a:br>
            <a:r>
              <a:rPr lang="nl-NL" sz="3300" dirty="0" err="1">
                <a:solidFill>
                  <a:srgbClr val="C00000"/>
                </a:solidFill>
              </a:rPr>
              <a:t>buttonPressed</a:t>
            </a:r>
            <a:r>
              <a:rPr lang="nl-NL" sz="3300" dirty="0">
                <a:solidFill>
                  <a:srgbClr val="C00000"/>
                </a:solidFill>
              </a:rPr>
              <a:t>(</a:t>
            </a:r>
            <a:r>
              <a:rPr lang="nl-NL" sz="3300" dirty="0" err="1">
                <a:solidFill>
                  <a:srgbClr val="C00000"/>
                </a:solidFill>
              </a:rPr>
              <a:t>buttonID</a:t>
            </a:r>
            <a:r>
              <a:rPr lang="nl-NL" sz="3300" dirty="0">
                <a:solidFill>
                  <a:srgbClr val="C00000"/>
                </a:solidFill>
              </a:rPr>
              <a:t>) / </a:t>
            </a:r>
            <a:r>
              <a:rPr lang="nl-NL" sz="3300" dirty="0" err="1">
                <a:solidFill>
                  <a:srgbClr val="C00000"/>
                </a:solidFill>
              </a:rPr>
              <a:t>xQueueOverwrite</a:t>
            </a:r>
            <a:r>
              <a:rPr lang="nl-NL" sz="3300" dirty="0">
                <a:solidFill>
                  <a:srgbClr val="C00000"/>
                </a:solidFill>
              </a:rPr>
              <a:t>(buttonIdQueue, &amp;</a:t>
            </a:r>
            <a:r>
              <a:rPr lang="nl-NL" sz="3300" dirty="0" err="1">
                <a:solidFill>
                  <a:srgbClr val="C00000"/>
                </a:solidFill>
              </a:rPr>
              <a:t>buttonID</a:t>
            </a:r>
            <a:r>
              <a:rPr lang="nl-NL" sz="3300" dirty="0">
                <a:solidFill>
                  <a:srgbClr val="C00000"/>
                </a:solidFill>
              </a:rPr>
              <a:t>); </a:t>
            </a:r>
            <a:r>
              <a:rPr lang="nl-NL" sz="3300" dirty="0" err="1">
                <a:solidFill>
                  <a:srgbClr val="C00000"/>
                </a:solidFill>
              </a:rPr>
              <a:t>xEventGroupSetBits</a:t>
            </a:r>
            <a:r>
              <a:rPr lang="nl-NL" sz="3300" dirty="0">
                <a:solidFill>
                  <a:srgbClr val="C00000"/>
                </a:solidFill>
              </a:rPr>
              <a:t>(eventGroup, eventBitButton) </a:t>
            </a:r>
            <a:br>
              <a:rPr lang="nl-NL" sz="3300" dirty="0">
                <a:solidFill>
                  <a:srgbClr val="C00000"/>
                </a:solidFill>
              </a:rPr>
            </a:br>
            <a:r>
              <a:rPr lang="nl-NL" sz="3300" dirty="0"/>
              <a:t>of</a:t>
            </a:r>
            <a:br>
              <a:rPr lang="nl-NL" sz="3300" dirty="0"/>
            </a:br>
            <a:r>
              <a:rPr lang="en-US" sz="3400" dirty="0" err="1">
                <a:solidFill>
                  <a:srgbClr val="C00000"/>
                </a:solidFill>
              </a:rPr>
              <a:t>buttonPressed</a:t>
            </a:r>
            <a:r>
              <a:rPr lang="en-US" sz="3400" dirty="0">
                <a:solidFill>
                  <a:srgbClr val="C00000"/>
                </a:solidFill>
              </a:rPr>
              <a:t>(</a:t>
            </a:r>
            <a:r>
              <a:rPr lang="en-US" sz="3400" dirty="0" err="1">
                <a:solidFill>
                  <a:srgbClr val="C00000"/>
                </a:solidFill>
              </a:rPr>
              <a:t>buttonID</a:t>
            </a:r>
            <a:r>
              <a:rPr lang="en-US" sz="3400" dirty="0">
                <a:solidFill>
                  <a:srgbClr val="C00000"/>
                </a:solidFill>
              </a:rPr>
              <a:t>) / </a:t>
            </a:r>
            <a:r>
              <a:rPr lang="en-US" sz="3400" dirty="0" err="1">
                <a:solidFill>
                  <a:srgbClr val="C00000"/>
                </a:solidFill>
              </a:rPr>
              <a:t>xQueueSend</a:t>
            </a:r>
            <a:r>
              <a:rPr lang="en-US" sz="3400" dirty="0">
                <a:solidFill>
                  <a:srgbClr val="C00000"/>
                </a:solidFill>
              </a:rPr>
              <a:t>(buttonQueue, &amp;</a:t>
            </a:r>
            <a:r>
              <a:rPr lang="en-US" sz="3400" dirty="0" err="1">
                <a:solidFill>
                  <a:srgbClr val="C00000"/>
                </a:solidFill>
              </a:rPr>
              <a:t>buttonID</a:t>
            </a:r>
            <a:r>
              <a:rPr lang="en-US" sz="3400" dirty="0">
                <a:solidFill>
                  <a:srgbClr val="C00000"/>
                </a:solidFill>
              </a:rPr>
              <a:t>, 0)   (wachttijd 0: niet blijven hangen als de queue vol is)</a:t>
            </a:r>
            <a:br>
              <a:rPr lang="nl-NL" sz="3300" dirty="0">
                <a:solidFill>
                  <a:srgbClr val="C00000"/>
                </a:solidFill>
              </a:rPr>
            </a:br>
            <a:endParaRPr lang="nl-NL" dirty="0"/>
          </a:p>
          <a:p>
            <a:endParaRPr lang="nl-NL" dirty="0"/>
          </a:p>
          <a:p>
            <a:endParaRPr lang="en-GB" dirty="0"/>
          </a:p>
          <a:p>
            <a:endParaRPr lang="en-GB" dirty="0"/>
          </a:p>
          <a:p>
            <a:pPr marL="914400" lvl="1">
              <a:buFont typeface="Arial" panose="020B0604020202020204" pitchFamily="34" charset="0"/>
              <a:buChar char="•"/>
            </a:pPr>
            <a:endParaRPr lang="en-GB" dirty="0"/>
          </a:p>
        </p:txBody>
      </p:sp>
    </p:spTree>
    <p:extLst>
      <p:ext uri="{BB962C8B-B14F-4D97-AF65-F5344CB8AC3E}">
        <p14:creationId xmlns:p14="http://schemas.microsoft.com/office/powerpoint/2010/main" val="2518114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15176" y="87972"/>
            <a:ext cx="9865646" cy="2062103"/>
          </a:xfrm>
        </p:spPr>
        <p:txBody>
          <a:bodyPr/>
          <a:lstStyle/>
          <a:p>
            <a:r>
              <a:rPr lang="nl-NL" b="0" dirty="0"/>
              <a:t>Dat was de interface sectie van het STD.</a:t>
            </a:r>
            <a:br>
              <a:rPr lang="nl-NL" dirty="0"/>
            </a:br>
            <a:r>
              <a:rPr lang="nl-NL" b="0" dirty="0"/>
              <a:t>Binnen het STD zelf </a:t>
            </a:r>
            <a:r>
              <a:rPr lang="nl-NL" b="0" dirty="0">
                <a:solidFill>
                  <a:srgbClr val="00B050"/>
                </a:solidFill>
              </a:rPr>
              <a:t>wachten</a:t>
            </a:r>
            <a:r>
              <a:rPr lang="nl-NL" b="0" dirty="0"/>
              <a:t> we op de </a:t>
            </a:r>
            <a:r>
              <a:rPr lang="nl-NL" b="0" dirty="0" err="1">
                <a:solidFill>
                  <a:srgbClr val="00B050"/>
                </a:solidFill>
              </a:rPr>
              <a:t>waitables</a:t>
            </a:r>
            <a:r>
              <a:rPr lang="nl-NL" b="0" dirty="0"/>
              <a:t> die </a:t>
            </a:r>
            <a:r>
              <a:rPr lang="nl-NL" dirty="0"/>
              <a:t>door de andere taak </a:t>
            </a:r>
            <a:r>
              <a:rPr lang="nl-NL" b="0" dirty="0"/>
              <a:t>zijn </a:t>
            </a:r>
            <a:r>
              <a:rPr lang="nl-NL" b="0" dirty="0" err="1">
                <a:solidFill>
                  <a:srgbClr val="00B050"/>
                </a:solidFill>
              </a:rPr>
              <a:t>geset</a:t>
            </a:r>
            <a:r>
              <a:rPr lang="nl-NL" b="0" dirty="0">
                <a:solidFill>
                  <a:srgbClr val="00B050"/>
                </a:solidFill>
              </a:rPr>
              <a:t> in de interface </a:t>
            </a:r>
            <a:r>
              <a:rPr lang="nl-NL" b="0" dirty="0"/>
              <a:t>functies.</a:t>
            </a:r>
          </a:p>
        </p:txBody>
      </p:sp>
      <p:sp>
        <p:nvSpPr>
          <p:cNvPr id="5" name="Tijdelijke aanduiding voor inhoud 4">
            <a:extLst>
              <a:ext uri="{FF2B5EF4-FFF2-40B4-BE49-F238E27FC236}">
                <a16:creationId xmlns:a16="http://schemas.microsoft.com/office/drawing/2014/main" id="{3EA199AE-0865-44E8-B7D5-126F29575D2A}"/>
              </a:ext>
            </a:extLst>
          </p:cNvPr>
          <p:cNvSpPr>
            <a:spLocks noGrp="1"/>
          </p:cNvSpPr>
          <p:nvPr>
            <p:ph idx="1"/>
          </p:nvPr>
        </p:nvSpPr>
        <p:spPr>
          <a:xfrm>
            <a:off x="922817" y="2367735"/>
            <a:ext cx="10346365" cy="4329628"/>
          </a:xfrm>
        </p:spPr>
        <p:txBody>
          <a:bodyPr>
            <a:normAutofit fontScale="72500" lnSpcReduction="20000"/>
          </a:bodyPr>
          <a:lstStyle/>
          <a:p>
            <a:r>
              <a:rPr lang="en-GB" dirty="0" err="1">
                <a:solidFill>
                  <a:srgbClr val="0070C0"/>
                </a:solidFill>
              </a:rPr>
              <a:t>Wachten</a:t>
            </a:r>
            <a:r>
              <a:rPr lang="en-GB" dirty="0">
                <a:solidFill>
                  <a:srgbClr val="0070C0"/>
                </a:solidFill>
              </a:rPr>
              <a:t> op </a:t>
            </a:r>
            <a:r>
              <a:rPr lang="en-GB" dirty="0" err="1">
                <a:solidFill>
                  <a:srgbClr val="0070C0"/>
                </a:solidFill>
              </a:rPr>
              <a:t>een</a:t>
            </a:r>
            <a:r>
              <a:rPr lang="en-GB" dirty="0">
                <a:solidFill>
                  <a:srgbClr val="0070C0"/>
                </a:solidFill>
              </a:rPr>
              <a:t> event</a:t>
            </a:r>
            <a:r>
              <a:rPr lang="en-GB" dirty="0"/>
              <a:t> is </a:t>
            </a:r>
            <a:r>
              <a:rPr lang="en-GB" dirty="0" err="1"/>
              <a:t>wachten</a:t>
            </a:r>
            <a:r>
              <a:rPr lang="en-GB" dirty="0"/>
              <a:t> op </a:t>
            </a:r>
            <a:r>
              <a:rPr lang="en-GB" dirty="0" err="1"/>
              <a:t>een</a:t>
            </a:r>
            <a:r>
              <a:rPr lang="en-GB" dirty="0"/>
              <a:t> </a:t>
            </a:r>
            <a:r>
              <a:rPr lang="en-GB" dirty="0" err="1">
                <a:solidFill>
                  <a:srgbClr val="0070C0"/>
                </a:solidFill>
              </a:rPr>
              <a:t>waitable</a:t>
            </a:r>
            <a:r>
              <a:rPr lang="en-GB" dirty="0"/>
              <a:t>:</a:t>
            </a:r>
            <a:br>
              <a:rPr lang="en-GB" dirty="0"/>
            </a:br>
            <a:endParaRPr lang="en-GB" dirty="0"/>
          </a:p>
          <a:p>
            <a:pPr marL="914400" lvl="1">
              <a:buFont typeface="Arial" panose="020B0604020202020204" pitchFamily="34" charset="0"/>
              <a:buChar char="•"/>
            </a:pPr>
            <a:r>
              <a:rPr lang="en-GB" dirty="0"/>
              <a:t>Op </a:t>
            </a:r>
            <a:r>
              <a:rPr lang="en-GB" dirty="0" err="1"/>
              <a:t>een</a:t>
            </a:r>
            <a:r>
              <a:rPr lang="en-GB" dirty="0"/>
              <a:t> eventbit  (“Let op!”):</a:t>
            </a:r>
            <a:br>
              <a:rPr lang="en-GB" dirty="0"/>
            </a:br>
            <a:r>
              <a:rPr lang="en-GB" dirty="0" err="1">
                <a:solidFill>
                  <a:srgbClr val="00B050"/>
                </a:solidFill>
              </a:rPr>
              <a:t>eventBitButtonPressed</a:t>
            </a:r>
            <a:r>
              <a:rPr lang="en-GB" dirty="0">
                <a:solidFill>
                  <a:srgbClr val="00B050"/>
                </a:solidFill>
              </a:rPr>
              <a:t> </a:t>
            </a:r>
            <a:r>
              <a:rPr lang="en-GB" dirty="0">
                <a:solidFill>
                  <a:srgbClr val="7030A0"/>
                </a:solidFill>
              </a:rPr>
              <a:t>/ </a:t>
            </a:r>
            <a:r>
              <a:rPr lang="en-GB" dirty="0" err="1">
                <a:solidFill>
                  <a:srgbClr val="7030A0"/>
                </a:solidFill>
              </a:rPr>
              <a:t>display.showMessage</a:t>
            </a:r>
            <a:r>
              <a:rPr lang="en-GB" dirty="0">
                <a:solidFill>
                  <a:srgbClr val="7030A0"/>
                </a:solidFill>
              </a:rPr>
              <a:t>(“button has been pressed!”)</a:t>
            </a:r>
            <a:br>
              <a:rPr lang="en-GB" dirty="0">
                <a:solidFill>
                  <a:srgbClr val="7030A0"/>
                </a:solidFill>
              </a:rPr>
            </a:br>
            <a:endParaRPr lang="en-GB" dirty="0">
              <a:solidFill>
                <a:srgbClr val="7030A0"/>
              </a:solidFill>
            </a:endParaRPr>
          </a:p>
          <a:p>
            <a:pPr marL="914400" lvl="1">
              <a:buFont typeface="Arial" panose="020B0604020202020204" pitchFamily="34" charset="0"/>
              <a:buChar char="•"/>
            </a:pPr>
            <a:r>
              <a:rPr lang="en-GB" dirty="0"/>
              <a:t>Op </a:t>
            </a:r>
            <a:r>
              <a:rPr lang="en-GB" dirty="0" err="1"/>
              <a:t>een</a:t>
            </a:r>
            <a:r>
              <a:rPr lang="en-GB" dirty="0"/>
              <a:t> queue  (</a:t>
            </a:r>
            <a:r>
              <a:rPr lang="en-GB" dirty="0" err="1"/>
              <a:t>een</a:t>
            </a:r>
            <a:r>
              <a:rPr lang="en-GB" dirty="0"/>
              <a:t> FIFO-buffer):</a:t>
            </a:r>
            <a:br>
              <a:rPr lang="en-GB" dirty="0"/>
            </a:br>
            <a:r>
              <a:rPr lang="en-GB" dirty="0" err="1">
                <a:solidFill>
                  <a:srgbClr val="00B050"/>
                </a:solidFill>
              </a:rPr>
              <a:t>sampleQueue</a:t>
            </a:r>
            <a:r>
              <a:rPr lang="en-GB" dirty="0">
                <a:solidFill>
                  <a:srgbClr val="00B050"/>
                </a:solidFill>
              </a:rPr>
              <a:t> / </a:t>
            </a:r>
            <a:r>
              <a:rPr lang="en-GB" dirty="0" err="1">
                <a:solidFill>
                  <a:srgbClr val="00B050"/>
                </a:solidFill>
              </a:rPr>
              <a:t>xQueueReceive</a:t>
            </a:r>
            <a:r>
              <a:rPr lang="en-GB" dirty="0">
                <a:solidFill>
                  <a:srgbClr val="00B050"/>
                </a:solidFill>
              </a:rPr>
              <a:t>(sampleQueue, &amp;newTemperature, portMAX_DELAY); </a:t>
            </a:r>
            <a:r>
              <a:rPr lang="en-GB" dirty="0">
                <a:solidFill>
                  <a:srgbClr val="7030A0"/>
                </a:solidFill>
              </a:rPr>
              <a:t>if (</a:t>
            </a:r>
            <a:r>
              <a:rPr lang="en-GB" dirty="0" err="1">
                <a:solidFill>
                  <a:srgbClr val="7030A0"/>
                </a:solidFill>
              </a:rPr>
              <a:t>newTemperature</a:t>
            </a:r>
            <a:r>
              <a:rPr lang="en-GB" dirty="0">
                <a:solidFill>
                  <a:srgbClr val="7030A0"/>
                </a:solidFill>
              </a:rPr>
              <a:t> &gt; 100) 						</a:t>
            </a:r>
            <a:r>
              <a:rPr lang="en-GB" dirty="0" err="1">
                <a:solidFill>
                  <a:srgbClr val="7030A0"/>
                </a:solidFill>
              </a:rPr>
              <a:t>display.showMessage</a:t>
            </a:r>
            <a:r>
              <a:rPr lang="en-GB" dirty="0">
                <a:solidFill>
                  <a:srgbClr val="7030A0"/>
                </a:solidFill>
              </a:rPr>
              <a:t>(“cooking!”)</a:t>
            </a:r>
          </a:p>
          <a:p>
            <a:pPr marL="914400" lvl="1">
              <a:buFont typeface="Arial" panose="020B0604020202020204" pitchFamily="34" charset="0"/>
              <a:buChar char="•"/>
            </a:pPr>
            <a:r>
              <a:rPr lang="en-GB" dirty="0"/>
              <a:t>Op </a:t>
            </a:r>
            <a:r>
              <a:rPr lang="en-GB" dirty="0" err="1"/>
              <a:t>een</a:t>
            </a:r>
            <a:r>
              <a:rPr lang="en-GB" dirty="0"/>
              <a:t> timer (via zijn eventbit):</a:t>
            </a:r>
            <a:br>
              <a:rPr lang="en-GB" dirty="0"/>
            </a:br>
            <a:r>
              <a:rPr lang="en-GB" dirty="0" err="1">
                <a:solidFill>
                  <a:srgbClr val="00B050"/>
                </a:solidFill>
              </a:rPr>
              <a:t>eventBitLogTimer</a:t>
            </a:r>
            <a:r>
              <a:rPr lang="en-GB" dirty="0">
                <a:solidFill>
                  <a:srgbClr val="00B050"/>
                </a:solidFill>
              </a:rPr>
              <a:t> </a:t>
            </a:r>
            <a:r>
              <a:rPr lang="en-GB" dirty="0">
                <a:solidFill>
                  <a:srgbClr val="7030A0"/>
                </a:solidFill>
              </a:rPr>
              <a:t>/ </a:t>
            </a:r>
            <a:r>
              <a:rPr lang="en-GB" dirty="0" err="1">
                <a:solidFill>
                  <a:srgbClr val="7030A0"/>
                </a:solidFill>
              </a:rPr>
              <a:t>display.showMessage</a:t>
            </a:r>
            <a:r>
              <a:rPr lang="en-GB" dirty="0">
                <a:solidFill>
                  <a:srgbClr val="7030A0"/>
                </a:solidFill>
              </a:rPr>
              <a:t>(“no time left!”)</a:t>
            </a:r>
            <a:br>
              <a:rPr lang="en-GB" dirty="0"/>
            </a:br>
            <a:r>
              <a:rPr lang="en-GB" dirty="0"/>
              <a:t>of: </a:t>
            </a:r>
            <a:r>
              <a:rPr lang="en-GB" dirty="0">
                <a:solidFill>
                  <a:srgbClr val="00B050"/>
                </a:solidFill>
              </a:rPr>
              <a:t>after(5s) </a:t>
            </a:r>
            <a:r>
              <a:rPr lang="en-GB" dirty="0">
                <a:solidFill>
                  <a:srgbClr val="7030A0"/>
                </a:solidFill>
              </a:rPr>
              <a:t>/ </a:t>
            </a:r>
            <a:r>
              <a:rPr lang="en-GB" dirty="0" err="1">
                <a:solidFill>
                  <a:srgbClr val="7030A0"/>
                </a:solidFill>
              </a:rPr>
              <a:t>display.showMessage</a:t>
            </a:r>
            <a:r>
              <a:rPr lang="en-GB" dirty="0">
                <a:solidFill>
                  <a:srgbClr val="7030A0"/>
                </a:solidFill>
              </a:rPr>
              <a:t>(“no time left!”)</a:t>
            </a:r>
            <a:endParaRPr lang="en-GB" dirty="0">
              <a:solidFill>
                <a:srgbClr val="00B050"/>
              </a:solidFill>
            </a:endParaRPr>
          </a:p>
          <a:p>
            <a:pPr lvl="1" indent="0">
              <a:buNone/>
            </a:pPr>
            <a:endParaRPr lang="en-GB" dirty="0"/>
          </a:p>
        </p:txBody>
      </p:sp>
    </p:spTree>
    <p:extLst>
      <p:ext uri="{BB962C8B-B14F-4D97-AF65-F5344CB8AC3E}">
        <p14:creationId xmlns:p14="http://schemas.microsoft.com/office/powerpoint/2010/main" val="2541459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94894" y="260169"/>
            <a:ext cx="4994900" cy="1569660"/>
          </a:xfrm>
        </p:spPr>
        <p:txBody>
          <a:bodyPr/>
          <a:lstStyle/>
          <a:p>
            <a:r>
              <a:rPr lang="nl-NL" dirty="0"/>
              <a:t>Opdracht: maak een </a:t>
            </a:r>
            <a:br>
              <a:rPr lang="nl-NL" dirty="0"/>
            </a:br>
            <a:r>
              <a:rPr lang="nl-NL" dirty="0"/>
              <a:t>STD-interface voor deze</a:t>
            </a:r>
            <a:br>
              <a:rPr lang="nl-NL" dirty="0"/>
            </a:br>
            <a:r>
              <a:rPr lang="nl-NL" dirty="0"/>
              <a:t>Boordcomputer</a:t>
            </a:r>
          </a:p>
        </p:txBody>
      </p:sp>
      <p:pic>
        <p:nvPicPr>
          <p:cNvPr id="9" name="Afbeelding 8">
            <a:extLst>
              <a:ext uri="{FF2B5EF4-FFF2-40B4-BE49-F238E27FC236}">
                <a16:creationId xmlns:a16="http://schemas.microsoft.com/office/drawing/2014/main" id="{F5C6FDEA-4C98-44DB-9C43-16A9CD569E87}"/>
              </a:ext>
            </a:extLst>
          </p:cNvPr>
          <p:cNvPicPr>
            <a:picLocks noChangeAspect="1"/>
          </p:cNvPicPr>
          <p:nvPr/>
        </p:nvPicPr>
        <p:blipFill>
          <a:blip r:embed="rId3"/>
          <a:stretch>
            <a:fillRect/>
          </a:stretch>
        </p:blipFill>
        <p:spPr>
          <a:xfrm>
            <a:off x="5398806" y="1514475"/>
            <a:ext cx="4600575" cy="3829050"/>
          </a:xfrm>
          <a:prstGeom prst="rect">
            <a:avLst/>
          </a:prstGeom>
        </p:spPr>
      </p:pic>
    </p:spTree>
    <p:extLst>
      <p:ext uri="{BB962C8B-B14F-4D97-AF65-F5344CB8AC3E}">
        <p14:creationId xmlns:p14="http://schemas.microsoft.com/office/powerpoint/2010/main" val="3867051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94270" y="382012"/>
            <a:ext cx="3575289" cy="3046988"/>
          </a:xfrm>
        </p:spPr>
        <p:txBody>
          <a:bodyPr/>
          <a:lstStyle/>
          <a:p>
            <a:r>
              <a:rPr lang="nl-NL" dirty="0"/>
              <a:t>Het ontwerp van de </a:t>
            </a:r>
            <a:r>
              <a:rPr lang="nl-NL" dirty="0">
                <a:solidFill>
                  <a:srgbClr val="00B050"/>
                </a:solidFill>
              </a:rPr>
              <a:t>STD interface </a:t>
            </a:r>
            <a:r>
              <a:rPr lang="nl-NL" dirty="0"/>
              <a:t>van</a:t>
            </a:r>
            <a:r>
              <a:rPr lang="nl-NL" dirty="0">
                <a:solidFill>
                  <a:srgbClr val="00B050"/>
                </a:solidFill>
              </a:rPr>
              <a:t> </a:t>
            </a:r>
            <a:r>
              <a:rPr lang="nl-NL" u="sng" dirty="0" err="1"/>
              <a:t>InstelControl</a:t>
            </a:r>
            <a:br>
              <a:rPr lang="nl-NL" dirty="0"/>
            </a:br>
            <a:br>
              <a:rPr lang="nl-NL" dirty="0"/>
            </a:br>
            <a:r>
              <a:rPr lang="nl-NL" dirty="0"/>
              <a:t>-&gt; gebruik het </a:t>
            </a:r>
            <a:r>
              <a:rPr lang="nl-NL" dirty="0" err="1"/>
              <a:t>Klassediagram</a:t>
            </a:r>
            <a:endParaRPr lang="nl-NL" dirty="0"/>
          </a:p>
        </p:txBody>
      </p:sp>
      <p:pic>
        <p:nvPicPr>
          <p:cNvPr id="3" name="Afbeelding 2">
            <a:extLst>
              <a:ext uri="{FF2B5EF4-FFF2-40B4-BE49-F238E27FC236}">
                <a16:creationId xmlns:a16="http://schemas.microsoft.com/office/drawing/2014/main" id="{F753B90F-738E-4491-9DA7-922D06353328}"/>
              </a:ext>
            </a:extLst>
          </p:cNvPr>
          <p:cNvPicPr>
            <a:picLocks noChangeAspect="1"/>
          </p:cNvPicPr>
          <p:nvPr/>
        </p:nvPicPr>
        <p:blipFill>
          <a:blip r:embed="rId3"/>
          <a:stretch>
            <a:fillRect/>
          </a:stretch>
        </p:blipFill>
        <p:spPr>
          <a:xfrm>
            <a:off x="4635543" y="0"/>
            <a:ext cx="7062187" cy="6858000"/>
          </a:xfrm>
          <a:prstGeom prst="rect">
            <a:avLst/>
          </a:prstGeom>
        </p:spPr>
      </p:pic>
    </p:spTree>
    <p:extLst>
      <p:ext uri="{BB962C8B-B14F-4D97-AF65-F5344CB8AC3E}">
        <p14:creationId xmlns:p14="http://schemas.microsoft.com/office/powerpoint/2010/main" val="316855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06BB2-D6E1-4405-AC67-AE42A0AE8D5E}"/>
              </a:ext>
            </a:extLst>
          </p:cNvPr>
          <p:cNvSpPr>
            <a:spLocks noGrp="1"/>
          </p:cNvSpPr>
          <p:nvPr>
            <p:ph type="title"/>
          </p:nvPr>
        </p:nvSpPr>
        <p:spPr/>
        <p:txBody>
          <a:bodyPr/>
          <a:lstStyle/>
          <a:p>
            <a:r>
              <a:rPr lang="nl-NL" dirty="0"/>
              <a:t>Klassendiagram</a:t>
            </a:r>
          </a:p>
        </p:txBody>
      </p:sp>
      <p:sp>
        <p:nvSpPr>
          <p:cNvPr id="3" name="Content Placeholder 2">
            <a:extLst>
              <a:ext uri="{FF2B5EF4-FFF2-40B4-BE49-F238E27FC236}">
                <a16:creationId xmlns:a16="http://schemas.microsoft.com/office/drawing/2014/main" id="{9187C4B6-5102-4439-BD96-20577E368E20}"/>
              </a:ext>
            </a:extLst>
          </p:cNvPr>
          <p:cNvSpPr>
            <a:spLocks noGrp="1"/>
          </p:cNvSpPr>
          <p:nvPr>
            <p:ph idx="1"/>
          </p:nvPr>
        </p:nvSpPr>
        <p:spPr/>
        <p:txBody>
          <a:bodyPr/>
          <a:lstStyle/>
          <a:p>
            <a:endParaRPr lang="nl-NL" dirty="0"/>
          </a:p>
        </p:txBody>
      </p:sp>
      <p:pic>
        <p:nvPicPr>
          <p:cNvPr id="5" name="Picture 4">
            <a:extLst>
              <a:ext uri="{FF2B5EF4-FFF2-40B4-BE49-F238E27FC236}">
                <a16:creationId xmlns:a16="http://schemas.microsoft.com/office/drawing/2014/main" id="{D43FE9A8-E629-4A78-81F6-0927F48BB0E2}"/>
              </a:ext>
            </a:extLst>
          </p:cNvPr>
          <p:cNvPicPr>
            <a:picLocks noChangeAspect="1"/>
          </p:cNvPicPr>
          <p:nvPr/>
        </p:nvPicPr>
        <p:blipFill>
          <a:blip r:embed="rId2"/>
          <a:stretch>
            <a:fillRect/>
          </a:stretch>
        </p:blipFill>
        <p:spPr>
          <a:xfrm>
            <a:off x="3637280" y="1764405"/>
            <a:ext cx="4135119" cy="4647514"/>
          </a:xfrm>
          <a:prstGeom prst="rect">
            <a:avLst/>
          </a:prstGeom>
        </p:spPr>
      </p:pic>
    </p:spTree>
    <p:extLst>
      <p:ext uri="{BB962C8B-B14F-4D97-AF65-F5344CB8AC3E}">
        <p14:creationId xmlns:p14="http://schemas.microsoft.com/office/powerpoint/2010/main" val="3722971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Resultaat</a:t>
            </a:r>
          </a:p>
        </p:txBody>
      </p:sp>
      <p:sp>
        <p:nvSpPr>
          <p:cNvPr id="3" name="Tijdelijke aanduiding voor inhoud 2"/>
          <p:cNvSpPr>
            <a:spLocks noGrp="1"/>
          </p:cNvSpPr>
          <p:nvPr>
            <p:ph idx="1"/>
          </p:nvPr>
        </p:nvSpPr>
        <p:spPr>
          <a:xfrm>
            <a:off x="1225078" y="4879824"/>
            <a:ext cx="9741844" cy="1544003"/>
          </a:xfrm>
        </p:spPr>
        <p:txBody>
          <a:bodyPr>
            <a:normAutofit fontScale="70000" lnSpcReduction="20000"/>
          </a:bodyPr>
          <a:lstStyle/>
          <a:p>
            <a:r>
              <a:rPr lang="nl-NL" dirty="0"/>
              <a:t>Het binnenkomende bericht </a:t>
            </a:r>
            <a:r>
              <a:rPr lang="nl-NL" dirty="0" err="1"/>
              <a:t>buttonPressed</a:t>
            </a:r>
            <a:r>
              <a:rPr lang="nl-NL" dirty="0"/>
              <a:t> wordt asynchroon verwerkt.</a:t>
            </a:r>
          </a:p>
          <a:p>
            <a:r>
              <a:rPr lang="nl-NL" dirty="0"/>
              <a:t>Er wordt een synchronisatiemechanisme gebruikt, namelijk </a:t>
            </a:r>
            <a:r>
              <a:rPr lang="nl-NL" dirty="0" err="1"/>
              <a:t>queues</a:t>
            </a:r>
            <a:r>
              <a:rPr lang="nl-NL" dirty="0"/>
              <a:t>. Elke queue heeft een eventbit, omdat InstelControl ook op een timer wacht.</a:t>
            </a:r>
          </a:p>
        </p:txBody>
      </p:sp>
      <p:pic>
        <p:nvPicPr>
          <p:cNvPr id="6" name="Afbeelding 5">
            <a:extLst>
              <a:ext uri="{FF2B5EF4-FFF2-40B4-BE49-F238E27FC236}">
                <a16:creationId xmlns:a16="http://schemas.microsoft.com/office/drawing/2014/main" id="{5CC74923-59ED-1B69-DBE1-B53B3FB01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06174"/>
            <a:ext cx="12192000" cy="3074051"/>
          </a:xfrm>
          <a:prstGeom prst="rect">
            <a:avLst/>
          </a:prstGeom>
        </p:spPr>
      </p:pic>
    </p:spTree>
    <p:extLst>
      <p:ext uri="{BB962C8B-B14F-4D97-AF65-F5344CB8AC3E}">
        <p14:creationId xmlns:p14="http://schemas.microsoft.com/office/powerpoint/2010/main" val="61687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Elementen van een STD.</a:t>
            </a:r>
          </a:p>
        </p:txBody>
      </p:sp>
      <p:sp>
        <p:nvSpPr>
          <p:cNvPr id="3" name="Content Placeholder 2"/>
          <p:cNvSpPr>
            <a:spLocks noGrp="1"/>
          </p:cNvSpPr>
          <p:nvPr>
            <p:ph sz="quarter" idx="11"/>
          </p:nvPr>
        </p:nvSpPr>
        <p:spPr/>
        <p:txBody>
          <a:bodyPr/>
          <a:lstStyle/>
          <a:p>
            <a:pPr marL="457200" indent="-457200">
              <a:buFont typeface="Arial" panose="020B0604020202020204" pitchFamily="34" charset="0"/>
              <a:buChar char="•"/>
            </a:pPr>
            <a:r>
              <a:rPr lang="nl-NL" dirty="0"/>
              <a:t>Toestanden</a:t>
            </a:r>
          </a:p>
          <a:p>
            <a:pPr marL="457200" indent="-457200">
              <a:buFont typeface="Arial" panose="020B0604020202020204" pitchFamily="34" charset="0"/>
              <a:buChar char="•"/>
            </a:pPr>
            <a:r>
              <a:rPr lang="nl-NL" dirty="0"/>
              <a:t>Events</a:t>
            </a:r>
          </a:p>
          <a:p>
            <a:pPr marL="457200" indent="-457200">
              <a:buFont typeface="Arial" panose="020B0604020202020204" pitchFamily="34" charset="0"/>
              <a:buChar char="•"/>
            </a:pPr>
            <a:r>
              <a:rPr lang="nl-NL" dirty="0"/>
              <a:t>Actions</a:t>
            </a:r>
          </a:p>
          <a:p>
            <a:pPr marL="457200" indent="-457200">
              <a:buFont typeface="Arial" panose="020B0604020202020204" pitchFamily="34" charset="0"/>
              <a:buChar char="•"/>
            </a:pPr>
            <a:r>
              <a:rPr lang="nl-NL" dirty="0" err="1"/>
              <a:t>Guard</a:t>
            </a:r>
            <a:r>
              <a:rPr lang="nl-NL" dirty="0"/>
              <a: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9536" y="4274422"/>
            <a:ext cx="7133705" cy="1297038"/>
          </a:xfrm>
          <a:prstGeom prst="rect">
            <a:avLst/>
          </a:prstGeom>
        </p:spPr>
      </p:pic>
    </p:spTree>
    <p:extLst>
      <p:ext uri="{BB962C8B-B14F-4D97-AF65-F5344CB8AC3E}">
        <p14:creationId xmlns:p14="http://schemas.microsoft.com/office/powerpoint/2010/main" val="3454864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0B548B-C7DB-4068-A3B4-0C5C988B3DC9}"/>
              </a:ext>
            </a:extLst>
          </p:cNvPr>
          <p:cNvSpPr>
            <a:spLocks noGrp="1"/>
          </p:cNvSpPr>
          <p:nvPr>
            <p:ph type="title"/>
          </p:nvPr>
        </p:nvSpPr>
        <p:spPr>
          <a:xfrm>
            <a:off x="142755" y="0"/>
            <a:ext cx="9100397" cy="663460"/>
          </a:xfrm>
        </p:spPr>
        <p:txBody>
          <a:bodyPr/>
          <a:lstStyle/>
          <a:p>
            <a:r>
              <a:rPr lang="en-GB" dirty="0" err="1"/>
              <a:t>Onderdelen</a:t>
            </a:r>
            <a:r>
              <a:rPr lang="en-GB" dirty="0"/>
              <a:t> van </a:t>
            </a:r>
            <a:r>
              <a:rPr lang="en-GB" dirty="0" err="1"/>
              <a:t>een</a:t>
            </a:r>
            <a:r>
              <a:rPr lang="en-GB" dirty="0"/>
              <a:t> State Transition Diagram</a:t>
            </a:r>
            <a:endParaRPr lang="nl-NL" dirty="0"/>
          </a:p>
        </p:txBody>
      </p:sp>
      <p:pic>
        <p:nvPicPr>
          <p:cNvPr id="4" name="Tijdelijke aanduiding voor inhoud 3">
            <a:extLst>
              <a:ext uri="{FF2B5EF4-FFF2-40B4-BE49-F238E27FC236}">
                <a16:creationId xmlns:a16="http://schemas.microsoft.com/office/drawing/2014/main" id="{807452B2-057D-4CA3-9627-400F06548C0F}"/>
              </a:ext>
            </a:extLst>
          </p:cNvPr>
          <p:cNvPicPr>
            <a:picLocks noGrp="1" noChangeAspect="1"/>
          </p:cNvPicPr>
          <p:nvPr>
            <p:ph sz="quarter" idx="11"/>
          </p:nvPr>
        </p:nvPicPr>
        <p:blipFill>
          <a:blip r:embed="rId3"/>
          <a:stretch>
            <a:fillRect/>
          </a:stretch>
        </p:blipFill>
        <p:spPr>
          <a:xfrm>
            <a:off x="362513" y="819208"/>
            <a:ext cx="8384879" cy="5919282"/>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t 5">
                <a:extLst>
                  <a:ext uri="{FF2B5EF4-FFF2-40B4-BE49-F238E27FC236}">
                    <a16:creationId xmlns:a16="http://schemas.microsoft.com/office/drawing/2014/main" id="{C41DFF23-6A71-4000-8864-C29EE2BD1D16}"/>
                  </a:ext>
                </a:extLst>
              </p14:cNvPr>
              <p14:cNvContentPartPr/>
              <p14:nvPr/>
            </p14:nvContentPartPr>
            <p14:xfrm>
              <a:off x="7877147" y="4098110"/>
              <a:ext cx="561960" cy="187920"/>
            </p14:xfrm>
          </p:contentPart>
        </mc:Choice>
        <mc:Fallback xmlns="">
          <p:pic>
            <p:nvPicPr>
              <p:cNvPr id="6" name="Inkt 5">
                <a:extLst>
                  <a:ext uri="{FF2B5EF4-FFF2-40B4-BE49-F238E27FC236}">
                    <a16:creationId xmlns:a16="http://schemas.microsoft.com/office/drawing/2014/main" id="{C41DFF23-6A71-4000-8864-C29EE2BD1D16}"/>
                  </a:ext>
                </a:extLst>
              </p:cNvPr>
              <p:cNvPicPr/>
              <p:nvPr/>
            </p:nvPicPr>
            <p:blipFill>
              <a:blip r:embed="rId5"/>
              <a:stretch>
                <a:fillRect/>
              </a:stretch>
            </p:blipFill>
            <p:spPr>
              <a:xfrm>
                <a:off x="7868147" y="4089110"/>
                <a:ext cx="57960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t 6">
                <a:extLst>
                  <a:ext uri="{FF2B5EF4-FFF2-40B4-BE49-F238E27FC236}">
                    <a16:creationId xmlns:a16="http://schemas.microsoft.com/office/drawing/2014/main" id="{A4EA4982-F2EF-4F05-8055-D16CAC376817}"/>
                  </a:ext>
                </a:extLst>
              </p14:cNvPr>
              <p14:cNvContentPartPr/>
              <p14:nvPr/>
            </p14:nvContentPartPr>
            <p14:xfrm>
              <a:off x="7899107" y="4153190"/>
              <a:ext cx="122400" cy="132840"/>
            </p14:xfrm>
          </p:contentPart>
        </mc:Choice>
        <mc:Fallback xmlns="">
          <p:pic>
            <p:nvPicPr>
              <p:cNvPr id="7" name="Inkt 6">
                <a:extLst>
                  <a:ext uri="{FF2B5EF4-FFF2-40B4-BE49-F238E27FC236}">
                    <a16:creationId xmlns:a16="http://schemas.microsoft.com/office/drawing/2014/main" id="{A4EA4982-F2EF-4F05-8055-D16CAC376817}"/>
                  </a:ext>
                </a:extLst>
              </p:cNvPr>
              <p:cNvPicPr/>
              <p:nvPr/>
            </p:nvPicPr>
            <p:blipFill>
              <a:blip r:embed="rId7"/>
              <a:stretch>
                <a:fillRect/>
              </a:stretch>
            </p:blipFill>
            <p:spPr>
              <a:xfrm>
                <a:off x="7890107" y="4144190"/>
                <a:ext cx="14004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t 9">
                <a:extLst>
                  <a:ext uri="{FF2B5EF4-FFF2-40B4-BE49-F238E27FC236}">
                    <a16:creationId xmlns:a16="http://schemas.microsoft.com/office/drawing/2014/main" id="{291801F6-8F4B-40EB-B274-2167134B66C5}"/>
                  </a:ext>
                </a:extLst>
              </p14:cNvPr>
              <p14:cNvContentPartPr/>
              <p14:nvPr/>
            </p14:nvContentPartPr>
            <p14:xfrm>
              <a:off x="7965347" y="4351550"/>
              <a:ext cx="360" cy="360"/>
            </p14:xfrm>
          </p:contentPart>
        </mc:Choice>
        <mc:Fallback xmlns="">
          <p:pic>
            <p:nvPicPr>
              <p:cNvPr id="10" name="Inkt 9">
                <a:extLst>
                  <a:ext uri="{FF2B5EF4-FFF2-40B4-BE49-F238E27FC236}">
                    <a16:creationId xmlns:a16="http://schemas.microsoft.com/office/drawing/2014/main" id="{291801F6-8F4B-40EB-B274-2167134B66C5}"/>
                  </a:ext>
                </a:extLst>
              </p:cNvPr>
              <p:cNvPicPr/>
              <p:nvPr/>
            </p:nvPicPr>
            <p:blipFill>
              <a:blip r:embed="rId9"/>
              <a:stretch>
                <a:fillRect/>
              </a:stretch>
            </p:blipFill>
            <p:spPr>
              <a:xfrm>
                <a:off x="7956347" y="434255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t 10">
                <a:extLst>
                  <a:ext uri="{FF2B5EF4-FFF2-40B4-BE49-F238E27FC236}">
                    <a16:creationId xmlns:a16="http://schemas.microsoft.com/office/drawing/2014/main" id="{EF6EDDC0-C4DB-4886-9C67-A5334BAC79F3}"/>
                  </a:ext>
                </a:extLst>
              </p14:cNvPr>
              <p14:cNvContentPartPr/>
              <p14:nvPr/>
            </p14:nvContentPartPr>
            <p14:xfrm>
              <a:off x="7877147" y="4274510"/>
              <a:ext cx="187560" cy="132480"/>
            </p14:xfrm>
          </p:contentPart>
        </mc:Choice>
        <mc:Fallback xmlns="">
          <p:pic>
            <p:nvPicPr>
              <p:cNvPr id="11" name="Inkt 10">
                <a:extLst>
                  <a:ext uri="{FF2B5EF4-FFF2-40B4-BE49-F238E27FC236}">
                    <a16:creationId xmlns:a16="http://schemas.microsoft.com/office/drawing/2014/main" id="{EF6EDDC0-C4DB-4886-9C67-A5334BAC79F3}"/>
                  </a:ext>
                </a:extLst>
              </p:cNvPr>
              <p:cNvPicPr/>
              <p:nvPr/>
            </p:nvPicPr>
            <p:blipFill>
              <a:blip r:embed="rId11"/>
              <a:stretch>
                <a:fillRect/>
              </a:stretch>
            </p:blipFill>
            <p:spPr>
              <a:xfrm>
                <a:off x="7868147" y="4265510"/>
                <a:ext cx="205200" cy="150120"/>
              </a:xfrm>
              <a:prstGeom prst="rect">
                <a:avLst/>
              </a:prstGeom>
            </p:spPr>
          </p:pic>
        </mc:Fallback>
      </mc:AlternateContent>
      <p:sp>
        <p:nvSpPr>
          <p:cNvPr id="12" name="Tekstvak 11">
            <a:extLst>
              <a:ext uri="{FF2B5EF4-FFF2-40B4-BE49-F238E27FC236}">
                <a16:creationId xmlns:a16="http://schemas.microsoft.com/office/drawing/2014/main" id="{55EDC293-6BCF-4162-AFBD-C883590100EE}"/>
              </a:ext>
            </a:extLst>
          </p:cNvPr>
          <p:cNvSpPr txBox="1"/>
          <p:nvPr/>
        </p:nvSpPr>
        <p:spPr>
          <a:xfrm>
            <a:off x="8461067" y="3855938"/>
            <a:ext cx="2775183" cy="369332"/>
          </a:xfrm>
          <a:prstGeom prst="rect">
            <a:avLst/>
          </a:prstGeom>
          <a:noFill/>
        </p:spPr>
        <p:txBody>
          <a:bodyPr wrap="none" rtlCol="0">
            <a:spAutoFit/>
          </a:bodyPr>
          <a:lstStyle/>
          <a:p>
            <a:r>
              <a:rPr lang="en-GB" dirty="0">
                <a:solidFill>
                  <a:srgbClr val="C00000"/>
                </a:solidFill>
              </a:rPr>
              <a:t>Event Action Block (EAB)</a:t>
            </a:r>
            <a:endParaRPr lang="nl-NL" dirty="0">
              <a:solidFill>
                <a:srgbClr val="C00000"/>
              </a:solidFill>
            </a:endParaRPr>
          </a:p>
        </p:txBody>
      </p:sp>
      <p:pic>
        <p:nvPicPr>
          <p:cNvPr id="13" name="Picture 3">
            <a:extLst>
              <a:ext uri="{FF2B5EF4-FFF2-40B4-BE49-F238E27FC236}">
                <a16:creationId xmlns:a16="http://schemas.microsoft.com/office/drawing/2014/main" id="{F60F5A37-BC2F-4B7B-84C1-5049E69C721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62513" y="5627197"/>
            <a:ext cx="4527542" cy="823190"/>
          </a:xfrm>
          <a:prstGeom prst="rect">
            <a:avLst/>
          </a:prstGeom>
        </p:spPr>
      </p:pic>
    </p:spTree>
    <p:extLst>
      <p:ext uri="{BB962C8B-B14F-4D97-AF65-F5344CB8AC3E}">
        <p14:creationId xmlns:p14="http://schemas.microsoft.com/office/powerpoint/2010/main" val="3692318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DB637-B652-819A-F1ED-7A3A68DDFA8D}"/>
              </a:ext>
            </a:extLst>
          </p:cNvPr>
          <p:cNvSpPr>
            <a:spLocks noGrp="1"/>
          </p:cNvSpPr>
          <p:nvPr>
            <p:ph type="title"/>
          </p:nvPr>
        </p:nvSpPr>
        <p:spPr>
          <a:xfrm>
            <a:off x="7953451" y="2774136"/>
            <a:ext cx="3858370" cy="1077218"/>
          </a:xfrm>
        </p:spPr>
        <p:txBody>
          <a:bodyPr/>
          <a:lstStyle/>
          <a:p>
            <a:r>
              <a:rPr lang="nl-NL" dirty="0"/>
              <a:t>Voorbeeld van een</a:t>
            </a:r>
            <a:br>
              <a:rPr lang="nl-NL" dirty="0"/>
            </a:br>
            <a:r>
              <a:rPr lang="nl-NL" dirty="0" err="1"/>
              <a:t>History</a:t>
            </a:r>
            <a:r>
              <a:rPr lang="nl-NL" dirty="0"/>
              <a:t> state</a:t>
            </a:r>
          </a:p>
        </p:txBody>
      </p:sp>
      <p:pic>
        <p:nvPicPr>
          <p:cNvPr id="4" name="Afbeelding 3">
            <a:extLst>
              <a:ext uri="{FF2B5EF4-FFF2-40B4-BE49-F238E27FC236}">
                <a16:creationId xmlns:a16="http://schemas.microsoft.com/office/drawing/2014/main" id="{90737F21-DD1B-81D0-8295-8B11060AC0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0179" y="0"/>
            <a:ext cx="7136721" cy="6858000"/>
          </a:xfrm>
          <a:prstGeom prst="rect">
            <a:avLst/>
          </a:prstGeom>
        </p:spPr>
      </p:pic>
    </p:spTree>
    <p:extLst>
      <p:ext uri="{BB962C8B-B14F-4D97-AF65-F5344CB8AC3E}">
        <p14:creationId xmlns:p14="http://schemas.microsoft.com/office/powerpoint/2010/main" val="137283502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Toestand</a:t>
            </a:r>
          </a:p>
        </p:txBody>
      </p:sp>
      <p:sp>
        <p:nvSpPr>
          <p:cNvPr id="3" name="Content Placeholder 2"/>
          <p:cNvSpPr>
            <a:spLocks noGrp="1"/>
          </p:cNvSpPr>
          <p:nvPr>
            <p:ph sz="quarter" idx="11"/>
          </p:nvPr>
        </p:nvSpPr>
        <p:spPr/>
        <p:txBody>
          <a:bodyPr/>
          <a:lstStyle/>
          <a:p>
            <a:r>
              <a:rPr lang="nl-NL" dirty="0"/>
              <a:t>“Wacht op Knop”</a:t>
            </a:r>
          </a:p>
          <a:p>
            <a:endParaRPr lang="nl-NL" dirty="0"/>
          </a:p>
          <a:p>
            <a:pPr marL="457200" indent="-457200">
              <a:buFont typeface="Arial" panose="020B0604020202020204" pitchFamily="34" charset="0"/>
              <a:buChar char="•"/>
            </a:pPr>
            <a:r>
              <a:rPr lang="nl-NL" dirty="0"/>
              <a:t>Een toestand is iets dat “langere tijd” in beslag neemt.</a:t>
            </a:r>
          </a:p>
          <a:p>
            <a:pPr marL="457200" indent="-457200">
              <a:buFont typeface="Arial" panose="020B0604020202020204" pitchFamily="34" charset="0"/>
              <a:buChar char="•"/>
            </a:pPr>
            <a:r>
              <a:rPr lang="nl-NL" dirty="0"/>
              <a:t>Het object kan in die tijd actief iets doen, of wachten op een bericht.</a:t>
            </a:r>
          </a:p>
        </p:txBody>
      </p:sp>
    </p:spTree>
    <p:extLst>
      <p:ext uri="{BB962C8B-B14F-4D97-AF65-F5344CB8AC3E}">
        <p14:creationId xmlns:p14="http://schemas.microsoft.com/office/powerpoint/2010/main" val="4273103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err="1"/>
              <a:t>Guard</a:t>
            </a:r>
            <a:r>
              <a:rPr lang="nl-NL" dirty="0"/>
              <a:t>.</a:t>
            </a:r>
          </a:p>
        </p:txBody>
      </p:sp>
      <p:sp>
        <p:nvSpPr>
          <p:cNvPr id="3" name="Content Placeholder 2"/>
          <p:cNvSpPr>
            <a:spLocks noGrp="1"/>
          </p:cNvSpPr>
          <p:nvPr>
            <p:ph sz="quarter" idx="11"/>
          </p:nvPr>
        </p:nvSpPr>
        <p:spPr/>
        <p:txBody>
          <a:bodyPr/>
          <a:lstStyle/>
          <a:p>
            <a:r>
              <a:rPr lang="nl-NL" dirty="0"/>
              <a:t>“Er is sterke wind”</a:t>
            </a:r>
          </a:p>
          <a:p>
            <a:endParaRPr lang="nl-NL" dirty="0"/>
          </a:p>
          <a:p>
            <a:pPr marL="457200" indent="-457200">
              <a:buFont typeface="Arial" panose="020B0604020202020204" pitchFamily="34" charset="0"/>
              <a:buChar char="•"/>
            </a:pPr>
            <a:r>
              <a:rPr lang="nl-NL" dirty="0"/>
              <a:t>Een </a:t>
            </a:r>
            <a:r>
              <a:rPr lang="nl-NL" dirty="0" err="1"/>
              <a:t>guard</a:t>
            </a:r>
            <a:r>
              <a:rPr lang="nl-NL" dirty="0"/>
              <a:t> is een bewering die waar is of niet.</a:t>
            </a:r>
          </a:p>
          <a:p>
            <a:pPr marL="457200" indent="-457200">
              <a:buFont typeface="Arial" panose="020B0604020202020204" pitchFamily="34" charset="0"/>
              <a:buChar char="•"/>
            </a:pPr>
            <a:r>
              <a:rPr lang="nl-NL" dirty="0"/>
              <a:t>Het is een voorwaarde voor een transitie.</a:t>
            </a:r>
          </a:p>
          <a:p>
            <a:pPr marL="457200" indent="-457200">
              <a:buFont typeface="Arial" panose="020B0604020202020204" pitchFamily="34" charset="0"/>
              <a:buChar char="•"/>
            </a:pPr>
            <a:r>
              <a:rPr lang="nl-NL" dirty="0"/>
              <a:t>Het zonnescherm gaat niet omlaag als er een sterke wind is. </a:t>
            </a:r>
          </a:p>
        </p:txBody>
      </p:sp>
    </p:spTree>
    <p:extLst>
      <p:ext uri="{BB962C8B-B14F-4D97-AF65-F5344CB8AC3E}">
        <p14:creationId xmlns:p14="http://schemas.microsoft.com/office/powerpoint/2010/main" val="1670815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74404" y="1027814"/>
            <a:ext cx="8314224" cy="584775"/>
          </a:xfrm>
        </p:spPr>
        <p:txBody>
          <a:bodyPr/>
          <a:lstStyle/>
          <a:p>
            <a:r>
              <a:rPr lang="nl-NL" dirty="0"/>
              <a:t>Voorbeeld: </a:t>
            </a:r>
            <a:r>
              <a:rPr lang="nl-NL" dirty="0" err="1"/>
              <a:t>InstelControl</a:t>
            </a:r>
            <a:endParaRPr lang="nl-NL" dirty="0"/>
          </a:p>
        </p:txBody>
      </p:sp>
      <p:pic>
        <p:nvPicPr>
          <p:cNvPr id="4" name="Tijdelijke aanduiding voor inhoud 3"/>
          <p:cNvPicPr>
            <a:picLocks noGrp="1" noChangeAspect="1"/>
          </p:cNvPicPr>
          <p:nvPr>
            <p:ph idx="1"/>
          </p:nvPr>
        </p:nvPicPr>
        <p:blipFill>
          <a:blip r:embed="rId3"/>
          <a:stretch>
            <a:fillRect/>
          </a:stretch>
        </p:blipFill>
        <p:spPr>
          <a:xfrm>
            <a:off x="593762" y="2263727"/>
            <a:ext cx="11004475" cy="4033284"/>
          </a:xfrm>
          <a:prstGeom prst="rect">
            <a:avLst/>
          </a:prstGeom>
        </p:spPr>
      </p:pic>
    </p:spTree>
    <p:extLst>
      <p:ext uri="{BB962C8B-B14F-4D97-AF65-F5344CB8AC3E}">
        <p14:creationId xmlns:p14="http://schemas.microsoft.com/office/powerpoint/2010/main" val="3071576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FA14-DEEB-4527-AC1F-E6E54987DF84}"/>
              </a:ext>
            </a:extLst>
          </p:cNvPr>
          <p:cNvSpPr>
            <a:spLocks noGrp="1"/>
          </p:cNvSpPr>
          <p:nvPr>
            <p:ph type="title"/>
          </p:nvPr>
        </p:nvSpPr>
        <p:spPr/>
        <p:txBody>
          <a:bodyPr/>
          <a:lstStyle/>
          <a:p>
            <a:r>
              <a:rPr lang="nl-NL" dirty="0"/>
              <a:t>Events.</a:t>
            </a:r>
          </a:p>
        </p:txBody>
      </p:sp>
      <p:sp>
        <p:nvSpPr>
          <p:cNvPr id="3" name="Content Placeholder 2">
            <a:extLst>
              <a:ext uri="{FF2B5EF4-FFF2-40B4-BE49-F238E27FC236}">
                <a16:creationId xmlns:a16="http://schemas.microsoft.com/office/drawing/2014/main" id="{7F20864C-7F5E-4ED3-A033-A2D98D62205A}"/>
              </a:ext>
            </a:extLst>
          </p:cNvPr>
          <p:cNvSpPr>
            <a:spLocks noGrp="1"/>
          </p:cNvSpPr>
          <p:nvPr>
            <p:ph idx="1"/>
          </p:nvPr>
        </p:nvSpPr>
        <p:spPr/>
        <p:txBody>
          <a:bodyPr/>
          <a:lstStyle/>
          <a:p>
            <a:r>
              <a:rPr lang="nl-NL" dirty="0"/>
              <a:t>Het systeem wacht op de </a:t>
            </a:r>
            <a:r>
              <a:rPr lang="nl-NL" b="1" dirty="0" err="1"/>
              <a:t>queues</a:t>
            </a:r>
            <a:r>
              <a:rPr lang="nl-NL" dirty="0"/>
              <a:t> (via hun eventbits).</a:t>
            </a:r>
          </a:p>
          <a:p>
            <a:r>
              <a:rPr lang="nl-NL" dirty="0"/>
              <a:t>Daarnaast is er ook een </a:t>
            </a:r>
            <a:r>
              <a:rPr lang="nl-NL" b="1" dirty="0"/>
              <a:t>timer</a:t>
            </a:r>
            <a:r>
              <a:rPr lang="nl-NL" dirty="0"/>
              <a:t> van 1 minuut (ook via zijn eventbit). </a:t>
            </a:r>
          </a:p>
          <a:p>
            <a:r>
              <a:rPr lang="nl-NL" dirty="0"/>
              <a:t>Hoe en wanneer het reageert op die events wordt gemodelleerd in het onderste deel van het STD.</a:t>
            </a:r>
          </a:p>
        </p:txBody>
      </p:sp>
    </p:spTree>
    <p:extLst>
      <p:ext uri="{BB962C8B-B14F-4D97-AF65-F5344CB8AC3E}">
        <p14:creationId xmlns:p14="http://schemas.microsoft.com/office/powerpoint/2010/main" val="4043786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FA14-DEEB-4527-AC1F-E6E54987DF84}"/>
              </a:ext>
            </a:extLst>
          </p:cNvPr>
          <p:cNvSpPr>
            <a:spLocks noGrp="1"/>
          </p:cNvSpPr>
          <p:nvPr>
            <p:ph type="title"/>
          </p:nvPr>
        </p:nvSpPr>
        <p:spPr/>
        <p:txBody>
          <a:bodyPr/>
          <a:lstStyle/>
          <a:p>
            <a:r>
              <a:rPr lang="nl-NL" dirty="0"/>
              <a:t>Actions.</a:t>
            </a:r>
          </a:p>
        </p:txBody>
      </p:sp>
      <p:sp>
        <p:nvSpPr>
          <p:cNvPr id="3" name="Content Placeholder 2">
            <a:extLst>
              <a:ext uri="{FF2B5EF4-FFF2-40B4-BE49-F238E27FC236}">
                <a16:creationId xmlns:a16="http://schemas.microsoft.com/office/drawing/2014/main" id="{7F20864C-7F5E-4ED3-A033-A2D98D62205A}"/>
              </a:ext>
            </a:extLst>
          </p:cNvPr>
          <p:cNvSpPr>
            <a:spLocks noGrp="1"/>
          </p:cNvSpPr>
          <p:nvPr>
            <p:ph idx="1"/>
          </p:nvPr>
        </p:nvSpPr>
        <p:spPr/>
        <p:txBody>
          <a:bodyPr>
            <a:normAutofit fontScale="92500" lnSpcReduction="10000"/>
          </a:bodyPr>
          <a:lstStyle/>
          <a:p>
            <a:r>
              <a:rPr lang="nl-NL" dirty="0"/>
              <a:t>Kijk naar de uitgaande pijlen in object diagram of klassendiagram. </a:t>
            </a:r>
          </a:p>
          <a:p>
            <a:r>
              <a:rPr lang="nl-NL" dirty="0"/>
              <a:t>Er zijn ook interne actions zoals starten van een timer of veranderen van de waarde van een variabele. </a:t>
            </a:r>
          </a:p>
          <a:p>
            <a:endParaRPr lang="nl-NL" dirty="0"/>
          </a:p>
          <a:p>
            <a:pPr marL="457200" indent="-457200">
              <a:buFont typeface="Arial" panose="020B0604020202020204" pitchFamily="34" charset="0"/>
              <a:buChar char="•"/>
            </a:pPr>
            <a:r>
              <a:rPr lang="nl-NL" dirty="0" err="1"/>
              <a:t>xEventGroupClearBits(eventGroup, eventBitLogTimer); xTimerStart</a:t>
            </a:r>
            <a:r>
              <a:rPr lang="nl-NL" dirty="0"/>
              <a:t>(logTimer, portMAX_DELAY)</a:t>
            </a:r>
          </a:p>
          <a:p>
            <a:pPr marL="457200" indent="-457200">
              <a:buFont typeface="Arial" panose="020B0604020202020204" pitchFamily="34" charset="0"/>
              <a:buChar char="•"/>
            </a:pPr>
            <a:r>
              <a:rPr lang="nl-NL" dirty="0" err="1"/>
              <a:t>display.show</a:t>
            </a:r>
            <a:r>
              <a:rPr lang="nl-NL" dirty="0"/>
              <a:t>(frequentie)</a:t>
            </a:r>
          </a:p>
          <a:p>
            <a:pPr marL="457200" indent="-457200">
              <a:buFont typeface="Arial" panose="020B0604020202020204" pitchFamily="34" charset="0"/>
              <a:buChar char="•"/>
            </a:pPr>
            <a:r>
              <a:rPr lang="nl-NL" dirty="0"/>
              <a:t>…</a:t>
            </a:r>
          </a:p>
          <a:p>
            <a:endParaRPr lang="nl-NL" dirty="0"/>
          </a:p>
        </p:txBody>
      </p:sp>
    </p:spTree>
    <p:extLst>
      <p:ext uri="{BB962C8B-B14F-4D97-AF65-F5344CB8AC3E}">
        <p14:creationId xmlns:p14="http://schemas.microsoft.com/office/powerpoint/2010/main" val="1481418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CF047-D4C7-4366-85EF-FD89D601597A}"/>
              </a:ext>
            </a:extLst>
          </p:cNvPr>
          <p:cNvSpPr>
            <a:spLocks noGrp="1"/>
          </p:cNvSpPr>
          <p:nvPr>
            <p:ph type="title"/>
          </p:nvPr>
        </p:nvSpPr>
        <p:spPr/>
        <p:txBody>
          <a:bodyPr/>
          <a:lstStyle/>
          <a:p>
            <a:r>
              <a:rPr lang="nl-NL" dirty="0"/>
              <a:t>Toestanden.</a:t>
            </a:r>
          </a:p>
        </p:txBody>
      </p:sp>
      <p:sp>
        <p:nvSpPr>
          <p:cNvPr id="3" name="Content Placeholder 2">
            <a:extLst>
              <a:ext uri="{FF2B5EF4-FFF2-40B4-BE49-F238E27FC236}">
                <a16:creationId xmlns:a16="http://schemas.microsoft.com/office/drawing/2014/main" id="{CC3BF933-539A-4DE1-9CF1-3BA69C62B299}"/>
              </a:ext>
            </a:extLst>
          </p:cNvPr>
          <p:cNvSpPr>
            <a:spLocks noGrp="1"/>
          </p:cNvSpPr>
          <p:nvPr>
            <p:ph idx="1"/>
          </p:nvPr>
        </p:nvSpPr>
        <p:spPr>
          <a:xfrm>
            <a:off x="922817" y="1282381"/>
            <a:ext cx="10346365" cy="4538982"/>
          </a:xfrm>
        </p:spPr>
        <p:txBody>
          <a:bodyPr/>
          <a:lstStyle/>
          <a:p>
            <a:r>
              <a:rPr lang="nl-NL" dirty="0"/>
              <a:t>Hier zie je twee toestanden:</a:t>
            </a:r>
          </a:p>
          <a:p>
            <a:pPr marL="457200" indent="-457200">
              <a:buFont typeface="Arial" panose="020B0604020202020204" pitchFamily="34" charset="0"/>
              <a:buChar char="•"/>
            </a:pPr>
            <a:r>
              <a:rPr lang="nl-NL" b="1" dirty="0"/>
              <a:t>Normaal</a:t>
            </a:r>
            <a:r>
              <a:rPr lang="nl-NL" dirty="0"/>
              <a:t>: er wordt gereageerd op plus- en </a:t>
            </a:r>
            <a:r>
              <a:rPr lang="nl-NL" dirty="0" err="1"/>
              <a:t>minknop</a:t>
            </a:r>
            <a:r>
              <a:rPr lang="nl-NL" dirty="0"/>
              <a:t>.</a:t>
            </a:r>
          </a:p>
          <a:p>
            <a:pPr marL="457200" indent="-457200">
              <a:buFont typeface="Arial" panose="020B0604020202020204" pitchFamily="34" charset="0"/>
              <a:buChar char="•"/>
            </a:pPr>
            <a:r>
              <a:rPr lang="nl-NL" b="1" dirty="0"/>
              <a:t>Noodtoestand</a:t>
            </a:r>
            <a:r>
              <a:rPr lang="nl-NL" dirty="0"/>
              <a:t>: er wordt niet gereageerd op die knoppen.</a:t>
            </a:r>
          </a:p>
          <a:p>
            <a:pPr marL="457200" indent="-457200">
              <a:buFont typeface="Arial" panose="020B0604020202020204" pitchFamily="34" charset="0"/>
              <a:buChar char="•"/>
            </a:pPr>
            <a:endParaRPr lang="nl-NL" dirty="0"/>
          </a:p>
          <a:p>
            <a:r>
              <a:rPr lang="nl-NL" dirty="0"/>
              <a:t>Het object kan zich enige tijd in een toestand bevinden en wacht dan op een event. </a:t>
            </a:r>
          </a:p>
        </p:txBody>
      </p:sp>
    </p:spTree>
    <p:extLst>
      <p:ext uri="{BB962C8B-B14F-4D97-AF65-F5344CB8AC3E}">
        <p14:creationId xmlns:p14="http://schemas.microsoft.com/office/powerpoint/2010/main" val="881796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Transitie.</a:t>
            </a:r>
          </a:p>
        </p:txBody>
      </p:sp>
      <p:sp>
        <p:nvSpPr>
          <p:cNvPr id="3" name="Tijdelijke aanduiding voor inhoud 2"/>
          <p:cNvSpPr>
            <a:spLocks noGrp="1"/>
          </p:cNvSpPr>
          <p:nvPr>
            <p:ph idx="1"/>
          </p:nvPr>
        </p:nvSpPr>
        <p:spPr/>
        <p:txBody>
          <a:bodyPr>
            <a:normAutofit/>
          </a:bodyPr>
          <a:lstStyle/>
          <a:p>
            <a:pPr marL="457200" indent="-457200">
              <a:buFont typeface="Wingdings" panose="05000000000000000000" pitchFamily="2" charset="2"/>
              <a:buChar char="§"/>
            </a:pPr>
            <a:r>
              <a:rPr lang="nl-NL" dirty="0"/>
              <a:t>Bij indrukken van de noodknop ga je van normaal naar noodtoestand.</a:t>
            </a:r>
          </a:p>
          <a:p>
            <a:pPr marL="457200" indent="-457200">
              <a:buFont typeface="Wingdings" panose="05000000000000000000" pitchFamily="2" charset="2"/>
              <a:buChar char="§"/>
            </a:pPr>
            <a:r>
              <a:rPr lang="nl-NL" dirty="0"/>
              <a:t>Bij loslaten van de noodknop ga je van noodtoestand naar normaal.</a:t>
            </a:r>
          </a:p>
          <a:p>
            <a:pPr marL="457200" indent="-457200">
              <a:buFont typeface="Wingdings" panose="05000000000000000000" pitchFamily="2" charset="2"/>
              <a:buChar char="§"/>
            </a:pPr>
            <a:r>
              <a:rPr lang="nl-NL" dirty="0"/>
              <a:t>Een transitie duurt in principe geen tijd.  </a:t>
            </a:r>
          </a:p>
          <a:p>
            <a:pPr marL="0" indent="0">
              <a:buNone/>
            </a:pPr>
            <a:endParaRPr lang="nl-NL" dirty="0"/>
          </a:p>
        </p:txBody>
      </p:sp>
    </p:spTree>
    <p:extLst>
      <p:ext uri="{BB962C8B-B14F-4D97-AF65-F5344CB8AC3E}">
        <p14:creationId xmlns:p14="http://schemas.microsoft.com/office/powerpoint/2010/main" val="1892614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284C-BA62-4C2D-9375-18A4BD6D0F49}"/>
              </a:ext>
            </a:extLst>
          </p:cNvPr>
          <p:cNvSpPr>
            <a:spLocks noGrp="1"/>
          </p:cNvSpPr>
          <p:nvPr>
            <p:ph type="title"/>
          </p:nvPr>
        </p:nvSpPr>
        <p:spPr/>
        <p:txBody>
          <a:bodyPr/>
          <a:lstStyle/>
          <a:p>
            <a:r>
              <a:rPr lang="nl-NL" dirty="0"/>
              <a:t>Begin van STD.</a:t>
            </a:r>
          </a:p>
        </p:txBody>
      </p:sp>
      <p:pic>
        <p:nvPicPr>
          <p:cNvPr id="5" name="Tijdelijke aanduiding voor inhoud 4">
            <a:extLst>
              <a:ext uri="{FF2B5EF4-FFF2-40B4-BE49-F238E27FC236}">
                <a16:creationId xmlns:a16="http://schemas.microsoft.com/office/drawing/2014/main" id="{A7BF012B-D886-BC02-DA2E-82933594AB4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9772" y="1679223"/>
            <a:ext cx="11662320" cy="4964816"/>
          </a:xfrm>
          <a:prstGeom prst="rect">
            <a:avLst/>
          </a:prstGeom>
        </p:spPr>
      </p:pic>
    </p:spTree>
    <p:extLst>
      <p:ext uri="{BB962C8B-B14F-4D97-AF65-F5344CB8AC3E}">
        <p14:creationId xmlns:p14="http://schemas.microsoft.com/office/powerpoint/2010/main" val="3214493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BE1AF-2846-42BB-8560-8888FC897569}"/>
              </a:ext>
            </a:extLst>
          </p:cNvPr>
          <p:cNvSpPr>
            <a:spLocks noGrp="1"/>
          </p:cNvSpPr>
          <p:nvPr>
            <p:ph type="title"/>
          </p:nvPr>
        </p:nvSpPr>
        <p:spPr/>
        <p:txBody>
          <a:bodyPr/>
          <a:lstStyle/>
          <a:p>
            <a:r>
              <a:rPr lang="nl-NL" dirty="0"/>
              <a:t>Plus en </a:t>
            </a:r>
            <a:r>
              <a:rPr lang="nl-NL" dirty="0" err="1"/>
              <a:t>minknop</a:t>
            </a:r>
            <a:r>
              <a:rPr lang="nl-NL" dirty="0"/>
              <a:t> events erbij</a:t>
            </a:r>
          </a:p>
        </p:txBody>
      </p:sp>
      <p:pic>
        <p:nvPicPr>
          <p:cNvPr id="4" name="Afbeelding 3">
            <a:extLst>
              <a:ext uri="{FF2B5EF4-FFF2-40B4-BE49-F238E27FC236}">
                <a16:creationId xmlns:a16="http://schemas.microsoft.com/office/drawing/2014/main" id="{1FF8F67F-6AF9-73AD-9A72-D79D49522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40394"/>
            <a:ext cx="12192000" cy="5294811"/>
          </a:xfrm>
          <a:prstGeom prst="rect">
            <a:avLst/>
          </a:prstGeom>
        </p:spPr>
      </p:pic>
    </p:spTree>
    <p:extLst>
      <p:ext uri="{BB962C8B-B14F-4D97-AF65-F5344CB8AC3E}">
        <p14:creationId xmlns:p14="http://schemas.microsoft.com/office/powerpoint/2010/main" val="2990447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46C00-4240-49E3-9EF6-FC563D1963F6}"/>
              </a:ext>
            </a:extLst>
          </p:cNvPr>
          <p:cNvSpPr>
            <a:spLocks noGrp="1"/>
          </p:cNvSpPr>
          <p:nvPr>
            <p:ph type="title"/>
          </p:nvPr>
        </p:nvSpPr>
        <p:spPr/>
        <p:txBody>
          <a:bodyPr/>
          <a:lstStyle/>
          <a:p>
            <a:r>
              <a:rPr lang="nl-NL" dirty="0"/>
              <a:t>Timer en </a:t>
            </a:r>
            <a:r>
              <a:rPr lang="nl-NL" dirty="0" err="1"/>
              <a:t>logging</a:t>
            </a:r>
            <a:r>
              <a:rPr lang="nl-NL" dirty="0"/>
              <a:t> erbij. </a:t>
            </a:r>
          </a:p>
        </p:txBody>
      </p:sp>
      <p:pic>
        <p:nvPicPr>
          <p:cNvPr id="4" name="Afbeelding 3">
            <a:extLst>
              <a:ext uri="{FF2B5EF4-FFF2-40B4-BE49-F238E27FC236}">
                <a16:creationId xmlns:a16="http://schemas.microsoft.com/office/drawing/2014/main" id="{80B052EA-DE92-6864-C8C4-590A089557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29788"/>
            <a:ext cx="12192000" cy="5712823"/>
          </a:xfrm>
          <a:prstGeom prst="rect">
            <a:avLst/>
          </a:prstGeom>
        </p:spPr>
      </p:pic>
    </p:spTree>
    <p:extLst>
      <p:ext uri="{BB962C8B-B14F-4D97-AF65-F5344CB8AC3E}">
        <p14:creationId xmlns:p14="http://schemas.microsoft.com/office/powerpoint/2010/main" val="1524140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2B2402F5-E36F-4712-AAF7-8D5EE82C09D4}"/>
              </a:ext>
            </a:extLst>
          </p:cNvPr>
          <p:cNvPicPr>
            <a:picLocks noChangeAspect="1"/>
          </p:cNvPicPr>
          <p:nvPr/>
        </p:nvPicPr>
        <p:blipFill>
          <a:blip r:embed="rId3"/>
          <a:srcRect/>
          <a:stretch>
            <a:fillRect/>
          </a:stretch>
        </p:blipFill>
        <p:spPr>
          <a:xfrm>
            <a:off x="0" y="33313"/>
            <a:ext cx="12192000" cy="6791374"/>
          </a:xfrm>
          <a:prstGeom prst="rect">
            <a:avLst/>
          </a:prstGeom>
        </p:spPr>
      </p:pic>
      <p:sp>
        <p:nvSpPr>
          <p:cNvPr id="2" name="Titel 1"/>
          <p:cNvSpPr>
            <a:spLocks noGrp="1"/>
          </p:cNvSpPr>
          <p:nvPr>
            <p:ph type="title"/>
          </p:nvPr>
        </p:nvSpPr>
        <p:spPr>
          <a:xfrm>
            <a:off x="7271430" y="4163202"/>
            <a:ext cx="3953398" cy="2117892"/>
          </a:xfrm>
        </p:spPr>
        <p:txBody>
          <a:bodyPr/>
          <a:lstStyle/>
          <a:p>
            <a:r>
              <a:rPr lang="nl-NL" sz="2000" dirty="0"/>
              <a:t>Het Toestandsdiagram van </a:t>
            </a:r>
            <a:r>
              <a:rPr lang="nl-NL" sz="2000" dirty="0" err="1"/>
              <a:t>InstelControl</a:t>
            </a:r>
            <a:br>
              <a:rPr lang="nl-NL" dirty="0"/>
            </a:br>
            <a:br>
              <a:rPr lang="nl-NL" dirty="0"/>
            </a:br>
            <a:r>
              <a:rPr lang="nl-NL" sz="2000" dirty="0"/>
              <a:t>..zoals het moet zijn:</a:t>
            </a:r>
            <a:br>
              <a:rPr lang="nl-NL" dirty="0"/>
            </a:br>
            <a:r>
              <a:rPr lang="nl-NL" sz="2000" dirty="0" err="1">
                <a:solidFill>
                  <a:srgbClr val="00B050"/>
                </a:solidFill>
              </a:rPr>
              <a:t>codeerbaar</a:t>
            </a:r>
            <a:r>
              <a:rPr lang="nl-NL" sz="2000" dirty="0"/>
              <a:t>, compleet met interface</a:t>
            </a:r>
          </a:p>
        </p:txBody>
      </p:sp>
    </p:spTree>
    <p:extLst>
      <p:ext uri="{BB962C8B-B14F-4D97-AF65-F5344CB8AC3E}">
        <p14:creationId xmlns:p14="http://schemas.microsoft.com/office/powerpoint/2010/main" val="2267021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5"/>
          </p:nvPr>
        </p:nvSpPr>
        <p:spPr>
          <a:xfrm>
            <a:off x="1007534" y="1547813"/>
            <a:ext cx="6233238" cy="4608512"/>
          </a:xfrm>
        </p:spPr>
        <p:txBody>
          <a:bodyPr>
            <a:normAutofit/>
          </a:bodyPr>
          <a:lstStyle/>
          <a:p>
            <a:pPr marL="457200" indent="-457200">
              <a:buFont typeface="Arial" panose="020B0604020202020204" pitchFamily="34" charset="0"/>
              <a:buChar char="•"/>
            </a:pPr>
            <a:r>
              <a:rPr lang="nl-NL" dirty="0"/>
              <a:t>Gaat open als …</a:t>
            </a:r>
          </a:p>
          <a:p>
            <a:pPr marL="457200" indent="-457200">
              <a:buFont typeface="Arial" panose="020B0604020202020204" pitchFamily="34" charset="0"/>
              <a:buChar char="•"/>
            </a:pPr>
            <a:r>
              <a:rPr lang="nl-NL" dirty="0"/>
              <a:t>Gaat na 10 sec vanzelf dicht.</a:t>
            </a:r>
          </a:p>
          <a:p>
            <a:pPr marL="457200" indent="-457200">
              <a:buFont typeface="Arial" panose="020B0604020202020204" pitchFamily="34" charset="0"/>
              <a:buChar char="•"/>
            </a:pPr>
            <a:r>
              <a:rPr lang="nl-NL" dirty="0"/>
              <a:t>Gaat niet dicht als er iets tussen zit.</a:t>
            </a:r>
          </a:p>
          <a:p>
            <a:pPr marL="457200" indent="-457200">
              <a:buFont typeface="Arial" panose="020B0604020202020204" pitchFamily="34" charset="0"/>
              <a:buChar char="•"/>
            </a:pPr>
            <a:r>
              <a:rPr lang="nl-NL" dirty="0"/>
              <a:t>Gaat open, als er tijdens het dichtgaan iets tussen komt.</a:t>
            </a:r>
          </a:p>
          <a:p>
            <a:endParaRPr lang="nl-NL" dirty="0"/>
          </a:p>
        </p:txBody>
      </p:sp>
      <p:sp>
        <p:nvSpPr>
          <p:cNvPr id="2" name="Titel 1"/>
          <p:cNvSpPr>
            <a:spLocks noGrp="1"/>
          </p:cNvSpPr>
          <p:nvPr>
            <p:ph type="title"/>
          </p:nvPr>
        </p:nvSpPr>
        <p:spPr/>
        <p:txBody>
          <a:bodyPr/>
          <a:lstStyle/>
          <a:p>
            <a:r>
              <a:rPr lang="nl-NL" dirty="0"/>
              <a:t>Liftdeur</a:t>
            </a:r>
          </a:p>
        </p:txBody>
      </p:sp>
      <p:pic>
        <p:nvPicPr>
          <p:cNvPr id="6" name="Picture 2" descr="Gerelateerde afbeelding"/>
          <p:cNvPicPr>
            <a:picLocks noGrp="1" noChangeAspect="1" noChangeArrowheads="1"/>
          </p:cNvPicPr>
          <p:nvPr>
            <p:ph sz="quarter" idx="16"/>
          </p:nvPr>
        </p:nvPicPr>
        <p:blipFill>
          <a:blip r:embed="rId3">
            <a:extLst>
              <a:ext uri="{28A0092B-C50C-407E-A947-70E740481C1C}">
                <a14:useLocalDpi xmlns:a14="http://schemas.microsoft.com/office/drawing/2010/main" val="0"/>
              </a:ext>
            </a:extLst>
          </a:blip>
          <a:srcRect/>
          <a:stretch>
            <a:fillRect/>
          </a:stretch>
        </p:blipFill>
        <p:spPr bwMode="auto">
          <a:xfrm>
            <a:off x="7377353" y="1707301"/>
            <a:ext cx="3733006" cy="3733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6609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6996" y="145647"/>
            <a:ext cx="8314224" cy="1077218"/>
          </a:xfrm>
        </p:spPr>
        <p:txBody>
          <a:bodyPr/>
          <a:lstStyle/>
          <a:p>
            <a:r>
              <a:rPr lang="nl-NL" dirty="0">
                <a:solidFill>
                  <a:srgbClr val="0070C0"/>
                </a:solidFill>
              </a:rPr>
              <a:t>Opdracht: Teken een STD van </a:t>
            </a:r>
            <a:r>
              <a:rPr lang="nl-NL" dirty="0" err="1">
                <a:solidFill>
                  <a:srgbClr val="0070C0"/>
                </a:solidFill>
              </a:rPr>
              <a:t>liftdeurControl</a:t>
            </a:r>
            <a:endParaRPr lang="nl-NL" dirty="0">
              <a:solidFill>
                <a:srgbClr val="0070C0"/>
              </a:solidFill>
            </a:endParaRPr>
          </a:p>
        </p:txBody>
      </p:sp>
      <p:sp>
        <p:nvSpPr>
          <p:cNvPr id="3" name="Tijdelijke aanduiding voor inhoud 2"/>
          <p:cNvSpPr>
            <a:spLocks noGrp="1"/>
          </p:cNvSpPr>
          <p:nvPr>
            <p:ph sz="quarter" idx="11"/>
          </p:nvPr>
        </p:nvSpPr>
        <p:spPr>
          <a:xfrm>
            <a:off x="237069" y="1345222"/>
            <a:ext cx="4748817" cy="1645876"/>
          </a:xfrm>
        </p:spPr>
        <p:txBody>
          <a:bodyPr>
            <a:normAutofit/>
          </a:bodyPr>
          <a:lstStyle/>
          <a:p>
            <a:r>
              <a:rPr lang="nl-NL" sz="1800" dirty="0"/>
              <a:t>Hulpvragen  en Tips:</a:t>
            </a:r>
          </a:p>
          <a:p>
            <a:pPr marL="457200" indent="-457200">
              <a:buFont typeface="Arial" panose="020B0604020202020204" pitchFamily="34" charset="0"/>
              <a:buChar char="•"/>
            </a:pPr>
            <a:r>
              <a:rPr lang="nl-NL" sz="1800" dirty="0"/>
              <a:t>Wat zijn events?</a:t>
            </a:r>
          </a:p>
          <a:p>
            <a:pPr marL="457200" indent="-457200">
              <a:buFont typeface="Arial" panose="020B0604020202020204" pitchFamily="34" charset="0"/>
              <a:buChar char="•"/>
            </a:pPr>
            <a:r>
              <a:rPr lang="nl-NL" sz="1800" dirty="0"/>
              <a:t>Wat zijn acties van het systeem?</a:t>
            </a:r>
          </a:p>
          <a:p>
            <a:pPr marL="457200" indent="-457200">
              <a:buFont typeface="Arial" panose="020B0604020202020204" pitchFamily="34" charset="0"/>
              <a:buChar char="•"/>
            </a:pPr>
            <a:r>
              <a:rPr lang="nl-NL" sz="1800" dirty="0"/>
              <a:t>Zijn er </a:t>
            </a:r>
            <a:r>
              <a:rPr lang="nl-NL" sz="1800" dirty="0" err="1"/>
              <a:t>guards</a:t>
            </a:r>
            <a:r>
              <a:rPr lang="nl-NL" sz="1800" dirty="0"/>
              <a:t>?</a:t>
            </a:r>
          </a:p>
        </p:txBody>
      </p:sp>
      <p:pic>
        <p:nvPicPr>
          <p:cNvPr id="5" name="Afbeelding 4">
            <a:extLst>
              <a:ext uri="{FF2B5EF4-FFF2-40B4-BE49-F238E27FC236}">
                <a16:creationId xmlns:a16="http://schemas.microsoft.com/office/drawing/2014/main" id="{4A61D896-BDBD-4BE1-8DBF-BCEF5CBE00FF}"/>
              </a:ext>
            </a:extLst>
          </p:cNvPr>
          <p:cNvPicPr>
            <a:picLocks noChangeAspect="1"/>
          </p:cNvPicPr>
          <p:nvPr/>
        </p:nvPicPr>
        <p:blipFill>
          <a:blip r:embed="rId3"/>
          <a:stretch>
            <a:fillRect/>
          </a:stretch>
        </p:blipFill>
        <p:spPr>
          <a:xfrm>
            <a:off x="7114249" y="145647"/>
            <a:ext cx="5077751" cy="3866903"/>
          </a:xfrm>
          <a:prstGeom prst="rect">
            <a:avLst/>
          </a:prstGeom>
        </p:spPr>
      </p:pic>
      <p:pic>
        <p:nvPicPr>
          <p:cNvPr id="6" name="Content Placeholder 2">
            <a:extLst>
              <a:ext uri="{FF2B5EF4-FFF2-40B4-BE49-F238E27FC236}">
                <a16:creationId xmlns:a16="http://schemas.microsoft.com/office/drawing/2014/main" id="{6E46F733-F372-4C77-BE78-5D06EB0BFC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996" y="2837368"/>
            <a:ext cx="8052465" cy="4020632"/>
          </a:xfrm>
          <a:prstGeom prst="rect">
            <a:avLst/>
          </a:prstGeom>
        </p:spPr>
      </p:pic>
    </p:spTree>
    <p:extLst>
      <p:ext uri="{BB962C8B-B14F-4D97-AF65-F5344CB8AC3E}">
        <p14:creationId xmlns:p14="http://schemas.microsoft.com/office/powerpoint/2010/main" val="1545968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5587A9DE-5C94-412B-B919-B5ED4F6C724B}"/>
              </a:ext>
            </a:extLst>
          </p:cNvPr>
          <p:cNvPicPr>
            <a:picLocks noChangeAspect="1"/>
          </p:cNvPicPr>
          <p:nvPr/>
        </p:nvPicPr>
        <p:blipFill>
          <a:blip r:embed="rId2"/>
          <a:stretch>
            <a:fillRect/>
          </a:stretch>
        </p:blipFill>
        <p:spPr>
          <a:xfrm>
            <a:off x="0" y="1142218"/>
            <a:ext cx="8948306" cy="5438752"/>
          </a:xfrm>
          <a:prstGeom prst="rect">
            <a:avLst/>
          </a:prstGeom>
        </p:spPr>
      </p:pic>
      <p:sp>
        <p:nvSpPr>
          <p:cNvPr id="6" name="Titel 1">
            <a:extLst>
              <a:ext uri="{FF2B5EF4-FFF2-40B4-BE49-F238E27FC236}">
                <a16:creationId xmlns:a16="http://schemas.microsoft.com/office/drawing/2014/main" id="{5EC3DA2F-6D6E-4A6A-9499-45F1B9A4311E}"/>
              </a:ext>
            </a:extLst>
          </p:cNvPr>
          <p:cNvSpPr txBox="1">
            <a:spLocks/>
          </p:cNvSpPr>
          <p:nvPr/>
        </p:nvSpPr>
        <p:spPr bwMode="auto">
          <a:xfrm>
            <a:off x="0" y="368213"/>
            <a:ext cx="113025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l" rtl="0" eaLnBrk="1" fontAlgn="base" hangingPunct="1">
              <a:spcBef>
                <a:spcPct val="0"/>
              </a:spcBef>
              <a:spcAft>
                <a:spcPct val="0"/>
              </a:spcAft>
              <a:defRPr sz="3200" b="1">
                <a:solidFill>
                  <a:schemeClr val="tx1"/>
                </a:solidFill>
                <a:latin typeface="+mj-lt"/>
                <a:ea typeface="+mj-ea"/>
                <a:cs typeface="+mj-cs"/>
              </a:defRPr>
            </a:lvl1pPr>
            <a:lvl2pPr algn="l" rtl="0" eaLnBrk="1" fontAlgn="base" hangingPunct="1">
              <a:spcBef>
                <a:spcPct val="0"/>
              </a:spcBef>
              <a:spcAft>
                <a:spcPct val="0"/>
              </a:spcAft>
              <a:defRPr sz="3200" b="1">
                <a:solidFill>
                  <a:srgbClr val="000000"/>
                </a:solidFill>
                <a:latin typeface="Arial" charset="0"/>
              </a:defRPr>
            </a:lvl2pPr>
            <a:lvl3pPr algn="l" rtl="0" eaLnBrk="1" fontAlgn="base" hangingPunct="1">
              <a:spcBef>
                <a:spcPct val="0"/>
              </a:spcBef>
              <a:spcAft>
                <a:spcPct val="0"/>
              </a:spcAft>
              <a:defRPr sz="3200" b="1">
                <a:solidFill>
                  <a:srgbClr val="000000"/>
                </a:solidFill>
                <a:latin typeface="Arial" charset="0"/>
              </a:defRPr>
            </a:lvl3pPr>
            <a:lvl4pPr algn="l" rtl="0" eaLnBrk="1" fontAlgn="base" hangingPunct="1">
              <a:spcBef>
                <a:spcPct val="0"/>
              </a:spcBef>
              <a:spcAft>
                <a:spcPct val="0"/>
              </a:spcAft>
              <a:defRPr sz="3200" b="1">
                <a:solidFill>
                  <a:srgbClr val="000000"/>
                </a:solidFill>
                <a:latin typeface="Arial" charset="0"/>
              </a:defRPr>
            </a:lvl4pPr>
            <a:lvl5pPr algn="l" rtl="0" eaLnBrk="1" fontAlgn="base" hangingPunct="1">
              <a:spcBef>
                <a:spcPct val="0"/>
              </a:spcBef>
              <a:spcAft>
                <a:spcPct val="0"/>
              </a:spcAft>
              <a:defRPr sz="3200" b="1">
                <a:solidFill>
                  <a:srgbClr val="000000"/>
                </a:solidFill>
                <a:latin typeface="Arial" charset="0"/>
              </a:defRPr>
            </a:lvl5pPr>
            <a:lvl6pPr marL="457200" algn="l" rtl="0" eaLnBrk="1" fontAlgn="base" hangingPunct="1">
              <a:spcBef>
                <a:spcPct val="0"/>
              </a:spcBef>
              <a:spcAft>
                <a:spcPct val="0"/>
              </a:spcAft>
              <a:defRPr sz="3200" b="1">
                <a:solidFill>
                  <a:srgbClr val="000000"/>
                </a:solidFill>
                <a:latin typeface="Arial" charset="0"/>
              </a:defRPr>
            </a:lvl6pPr>
            <a:lvl7pPr marL="914400" algn="l" rtl="0" eaLnBrk="1" fontAlgn="base" hangingPunct="1">
              <a:spcBef>
                <a:spcPct val="0"/>
              </a:spcBef>
              <a:spcAft>
                <a:spcPct val="0"/>
              </a:spcAft>
              <a:defRPr sz="3200" b="1">
                <a:solidFill>
                  <a:srgbClr val="000000"/>
                </a:solidFill>
                <a:latin typeface="Arial" charset="0"/>
              </a:defRPr>
            </a:lvl7pPr>
            <a:lvl8pPr marL="1371600" algn="l" rtl="0" eaLnBrk="1" fontAlgn="base" hangingPunct="1">
              <a:spcBef>
                <a:spcPct val="0"/>
              </a:spcBef>
              <a:spcAft>
                <a:spcPct val="0"/>
              </a:spcAft>
              <a:defRPr sz="3200" b="1">
                <a:solidFill>
                  <a:srgbClr val="000000"/>
                </a:solidFill>
                <a:latin typeface="Arial" charset="0"/>
              </a:defRPr>
            </a:lvl8pPr>
            <a:lvl9pPr marL="1828800" algn="l" rtl="0" eaLnBrk="1" fontAlgn="base" hangingPunct="1">
              <a:spcBef>
                <a:spcPct val="0"/>
              </a:spcBef>
              <a:spcAft>
                <a:spcPct val="0"/>
              </a:spcAft>
              <a:defRPr sz="3200" b="1">
                <a:solidFill>
                  <a:srgbClr val="000000"/>
                </a:solidFill>
                <a:latin typeface="Arial" charset="0"/>
              </a:defRPr>
            </a:lvl9pPr>
          </a:lstStyle>
          <a:p>
            <a:r>
              <a:rPr lang="nl-NL" kern="0" dirty="0">
                <a:solidFill>
                  <a:srgbClr val="0070C0"/>
                </a:solidFill>
              </a:rPr>
              <a:t>Opdracht: Ontwerp een STD van </a:t>
            </a:r>
            <a:r>
              <a:rPr lang="nl-NL" kern="0" dirty="0" err="1">
                <a:solidFill>
                  <a:srgbClr val="0070C0"/>
                </a:solidFill>
              </a:rPr>
              <a:t>SnoepverkoopControl</a:t>
            </a:r>
            <a:endParaRPr lang="nl-NL" kern="0" dirty="0">
              <a:solidFill>
                <a:srgbClr val="0070C0"/>
              </a:solidFill>
            </a:endParaRPr>
          </a:p>
        </p:txBody>
      </p:sp>
      <p:pic>
        <p:nvPicPr>
          <p:cNvPr id="2" name="Picture 2">
            <a:extLst>
              <a:ext uri="{FF2B5EF4-FFF2-40B4-BE49-F238E27FC236}">
                <a16:creationId xmlns:a16="http://schemas.microsoft.com/office/drawing/2014/main" id="{54A8A3FE-8EF9-DD0D-2FBA-FFB0A3D6A675}"/>
              </a:ext>
            </a:extLst>
          </p:cNvPr>
          <p:cNvPicPr>
            <a:picLocks noGrp="1" noChangeAspect="1" noChangeArrowheads="1"/>
          </p:cNvPicPr>
          <p:nvPr>
            <p:ph sz="quarter" idx="11"/>
          </p:nvPr>
        </p:nvPicPr>
        <p:blipFill>
          <a:blip r:embed="rId3" cstate="print">
            <a:extLst>
              <a:ext uri="{28A0092B-C50C-407E-A947-70E740481C1C}">
                <a14:useLocalDpi xmlns:a14="http://schemas.microsoft.com/office/drawing/2010/main" val="0"/>
              </a:ext>
            </a:extLst>
          </a:blip>
          <a:srcRect/>
          <a:stretch>
            <a:fillRect/>
          </a:stretch>
        </p:blipFill>
        <p:spPr bwMode="auto">
          <a:xfrm>
            <a:off x="8050305" y="1016715"/>
            <a:ext cx="4020208" cy="4513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0783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5EC3DA2F-6D6E-4A6A-9499-45F1B9A4311E}"/>
              </a:ext>
            </a:extLst>
          </p:cNvPr>
          <p:cNvSpPr txBox="1">
            <a:spLocks/>
          </p:cNvSpPr>
          <p:nvPr/>
        </p:nvSpPr>
        <p:spPr bwMode="auto">
          <a:xfrm>
            <a:off x="0" y="-124230"/>
            <a:ext cx="1130258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l" rtl="0" eaLnBrk="1" fontAlgn="base" hangingPunct="1">
              <a:spcBef>
                <a:spcPct val="0"/>
              </a:spcBef>
              <a:spcAft>
                <a:spcPct val="0"/>
              </a:spcAft>
              <a:defRPr sz="3200" b="1">
                <a:solidFill>
                  <a:schemeClr val="tx1"/>
                </a:solidFill>
                <a:latin typeface="+mj-lt"/>
                <a:ea typeface="+mj-ea"/>
                <a:cs typeface="+mj-cs"/>
              </a:defRPr>
            </a:lvl1pPr>
            <a:lvl2pPr algn="l" rtl="0" eaLnBrk="1" fontAlgn="base" hangingPunct="1">
              <a:spcBef>
                <a:spcPct val="0"/>
              </a:spcBef>
              <a:spcAft>
                <a:spcPct val="0"/>
              </a:spcAft>
              <a:defRPr sz="3200" b="1">
                <a:solidFill>
                  <a:srgbClr val="000000"/>
                </a:solidFill>
                <a:latin typeface="Arial" charset="0"/>
              </a:defRPr>
            </a:lvl2pPr>
            <a:lvl3pPr algn="l" rtl="0" eaLnBrk="1" fontAlgn="base" hangingPunct="1">
              <a:spcBef>
                <a:spcPct val="0"/>
              </a:spcBef>
              <a:spcAft>
                <a:spcPct val="0"/>
              </a:spcAft>
              <a:defRPr sz="3200" b="1">
                <a:solidFill>
                  <a:srgbClr val="000000"/>
                </a:solidFill>
                <a:latin typeface="Arial" charset="0"/>
              </a:defRPr>
            </a:lvl3pPr>
            <a:lvl4pPr algn="l" rtl="0" eaLnBrk="1" fontAlgn="base" hangingPunct="1">
              <a:spcBef>
                <a:spcPct val="0"/>
              </a:spcBef>
              <a:spcAft>
                <a:spcPct val="0"/>
              </a:spcAft>
              <a:defRPr sz="3200" b="1">
                <a:solidFill>
                  <a:srgbClr val="000000"/>
                </a:solidFill>
                <a:latin typeface="Arial" charset="0"/>
              </a:defRPr>
            </a:lvl4pPr>
            <a:lvl5pPr algn="l" rtl="0" eaLnBrk="1" fontAlgn="base" hangingPunct="1">
              <a:spcBef>
                <a:spcPct val="0"/>
              </a:spcBef>
              <a:spcAft>
                <a:spcPct val="0"/>
              </a:spcAft>
              <a:defRPr sz="3200" b="1">
                <a:solidFill>
                  <a:srgbClr val="000000"/>
                </a:solidFill>
                <a:latin typeface="Arial" charset="0"/>
              </a:defRPr>
            </a:lvl5pPr>
            <a:lvl6pPr marL="457200" algn="l" rtl="0" eaLnBrk="1" fontAlgn="base" hangingPunct="1">
              <a:spcBef>
                <a:spcPct val="0"/>
              </a:spcBef>
              <a:spcAft>
                <a:spcPct val="0"/>
              </a:spcAft>
              <a:defRPr sz="3200" b="1">
                <a:solidFill>
                  <a:srgbClr val="000000"/>
                </a:solidFill>
                <a:latin typeface="Arial" charset="0"/>
              </a:defRPr>
            </a:lvl6pPr>
            <a:lvl7pPr marL="914400" algn="l" rtl="0" eaLnBrk="1" fontAlgn="base" hangingPunct="1">
              <a:spcBef>
                <a:spcPct val="0"/>
              </a:spcBef>
              <a:spcAft>
                <a:spcPct val="0"/>
              </a:spcAft>
              <a:defRPr sz="3200" b="1">
                <a:solidFill>
                  <a:srgbClr val="000000"/>
                </a:solidFill>
                <a:latin typeface="Arial" charset="0"/>
              </a:defRPr>
            </a:lvl7pPr>
            <a:lvl8pPr marL="1371600" algn="l" rtl="0" eaLnBrk="1" fontAlgn="base" hangingPunct="1">
              <a:spcBef>
                <a:spcPct val="0"/>
              </a:spcBef>
              <a:spcAft>
                <a:spcPct val="0"/>
              </a:spcAft>
              <a:defRPr sz="3200" b="1">
                <a:solidFill>
                  <a:srgbClr val="000000"/>
                </a:solidFill>
                <a:latin typeface="Arial" charset="0"/>
              </a:defRPr>
            </a:lvl8pPr>
            <a:lvl9pPr marL="1828800" algn="l" rtl="0" eaLnBrk="1" fontAlgn="base" hangingPunct="1">
              <a:spcBef>
                <a:spcPct val="0"/>
              </a:spcBef>
              <a:spcAft>
                <a:spcPct val="0"/>
              </a:spcAft>
              <a:defRPr sz="3200" b="1">
                <a:solidFill>
                  <a:srgbClr val="000000"/>
                </a:solidFill>
                <a:latin typeface="Arial" charset="0"/>
              </a:defRPr>
            </a:lvl9pPr>
          </a:lstStyle>
          <a:p>
            <a:r>
              <a:rPr lang="nl-NL" kern="0" dirty="0">
                <a:solidFill>
                  <a:srgbClr val="0070C0"/>
                </a:solidFill>
              </a:rPr>
              <a:t>Opdracht: Ontwerp een STD </a:t>
            </a:r>
            <a:br>
              <a:rPr lang="nl-NL" kern="0" dirty="0">
                <a:solidFill>
                  <a:srgbClr val="0070C0"/>
                </a:solidFill>
              </a:rPr>
            </a:br>
            <a:r>
              <a:rPr lang="nl-NL" kern="0" dirty="0">
                <a:solidFill>
                  <a:srgbClr val="0070C0"/>
                </a:solidFill>
              </a:rPr>
              <a:t>van </a:t>
            </a:r>
            <a:r>
              <a:rPr lang="nl-NL" kern="0" dirty="0" err="1">
                <a:solidFill>
                  <a:srgbClr val="0070C0"/>
                </a:solidFill>
              </a:rPr>
              <a:t>SnoepverkoopControl</a:t>
            </a:r>
            <a:endParaRPr lang="nl-NL" kern="0" dirty="0">
              <a:solidFill>
                <a:srgbClr val="0070C0"/>
              </a:solidFill>
            </a:endParaRPr>
          </a:p>
        </p:txBody>
      </p:sp>
      <p:pic>
        <p:nvPicPr>
          <p:cNvPr id="2" name="Picture 2">
            <a:extLst>
              <a:ext uri="{FF2B5EF4-FFF2-40B4-BE49-F238E27FC236}">
                <a16:creationId xmlns:a16="http://schemas.microsoft.com/office/drawing/2014/main" id="{BD9D2678-65E8-4204-CDB9-675684F4440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9714" y="166256"/>
            <a:ext cx="5780718" cy="6489787"/>
          </a:xfrm>
          <a:prstGeom prst="rect">
            <a:avLst/>
          </a:prstGeom>
          <a:noFill/>
          <a:extLst>
            <a:ext uri="{909E8E84-426E-40DD-AFC4-6F175D3DCCD1}">
              <a14:hiddenFill xmlns:a14="http://schemas.microsoft.com/office/drawing/2010/main">
                <a:solidFill>
                  <a:srgbClr val="FFFFFF"/>
                </a:solidFill>
              </a14:hiddenFill>
            </a:ext>
          </a:extLst>
        </p:spPr>
      </p:pic>
      <p:pic>
        <p:nvPicPr>
          <p:cNvPr id="4" name="Tijdelijke aanduiding voor inhoud 3">
            <a:extLst>
              <a:ext uri="{FF2B5EF4-FFF2-40B4-BE49-F238E27FC236}">
                <a16:creationId xmlns:a16="http://schemas.microsoft.com/office/drawing/2014/main" id="{DBEBD822-6308-5932-2FC7-CA919AD146C5}"/>
              </a:ext>
            </a:extLst>
          </p:cNvPr>
          <p:cNvPicPr>
            <a:picLocks noGrp="1" noChangeAspect="1"/>
          </p:cNvPicPr>
          <p:nvPr>
            <p:ph sz="quarter" idx="11"/>
          </p:nvPr>
        </p:nvPicPr>
        <p:blipFill>
          <a:blip r:embed="rId3"/>
          <a:stretch>
            <a:fillRect/>
          </a:stretch>
        </p:blipFill>
        <p:spPr>
          <a:xfrm>
            <a:off x="-3524" y="1111885"/>
            <a:ext cx="6445888" cy="3917790"/>
          </a:xfrm>
          <a:prstGeom prst="rect">
            <a:avLst/>
          </a:prstGeom>
        </p:spPr>
      </p:pic>
    </p:spTree>
    <p:extLst>
      <p:ext uri="{BB962C8B-B14F-4D97-AF65-F5344CB8AC3E}">
        <p14:creationId xmlns:p14="http://schemas.microsoft.com/office/powerpoint/2010/main" val="1876916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A7447888-5CF7-4D7D-8FB3-D82E796C78E2}"/>
              </a:ext>
            </a:extLst>
          </p:cNvPr>
          <p:cNvSpPr>
            <a:spLocks noGrp="1"/>
          </p:cNvSpPr>
          <p:nvPr>
            <p:ph sz="quarter" idx="11"/>
          </p:nvPr>
        </p:nvSpPr>
        <p:spPr/>
        <p:txBody>
          <a:bodyPr/>
          <a:lstStyle/>
          <a:p>
            <a:endParaRPr lang="nl-NL"/>
          </a:p>
        </p:txBody>
      </p:sp>
      <p:pic>
        <p:nvPicPr>
          <p:cNvPr id="5" name="Afbeelding 4">
            <a:extLst>
              <a:ext uri="{FF2B5EF4-FFF2-40B4-BE49-F238E27FC236}">
                <a16:creationId xmlns:a16="http://schemas.microsoft.com/office/drawing/2014/main" id="{5587A9DE-5C94-412B-B919-B5ED4F6C724B}"/>
              </a:ext>
            </a:extLst>
          </p:cNvPr>
          <p:cNvPicPr>
            <a:picLocks noChangeAspect="1"/>
          </p:cNvPicPr>
          <p:nvPr/>
        </p:nvPicPr>
        <p:blipFill>
          <a:blip r:embed="rId2"/>
          <a:stretch>
            <a:fillRect/>
          </a:stretch>
        </p:blipFill>
        <p:spPr>
          <a:xfrm>
            <a:off x="1046139" y="1317648"/>
            <a:ext cx="8948306" cy="5438752"/>
          </a:xfrm>
          <a:prstGeom prst="rect">
            <a:avLst/>
          </a:prstGeom>
        </p:spPr>
      </p:pic>
      <p:sp>
        <p:nvSpPr>
          <p:cNvPr id="6" name="Titel 1">
            <a:extLst>
              <a:ext uri="{FF2B5EF4-FFF2-40B4-BE49-F238E27FC236}">
                <a16:creationId xmlns:a16="http://schemas.microsoft.com/office/drawing/2014/main" id="{5EC3DA2F-6D6E-4A6A-9499-45F1B9A4311E}"/>
              </a:ext>
            </a:extLst>
          </p:cNvPr>
          <p:cNvSpPr txBox="1">
            <a:spLocks/>
          </p:cNvSpPr>
          <p:nvPr/>
        </p:nvSpPr>
        <p:spPr bwMode="auto">
          <a:xfrm>
            <a:off x="0" y="-124230"/>
            <a:ext cx="1067723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l" rtl="0" eaLnBrk="1" fontAlgn="base" hangingPunct="1">
              <a:spcBef>
                <a:spcPct val="0"/>
              </a:spcBef>
              <a:spcAft>
                <a:spcPct val="0"/>
              </a:spcAft>
              <a:defRPr sz="3200" b="1">
                <a:solidFill>
                  <a:schemeClr val="tx1"/>
                </a:solidFill>
                <a:latin typeface="+mj-lt"/>
                <a:ea typeface="+mj-ea"/>
                <a:cs typeface="+mj-cs"/>
              </a:defRPr>
            </a:lvl1pPr>
            <a:lvl2pPr algn="l" rtl="0" eaLnBrk="1" fontAlgn="base" hangingPunct="1">
              <a:spcBef>
                <a:spcPct val="0"/>
              </a:spcBef>
              <a:spcAft>
                <a:spcPct val="0"/>
              </a:spcAft>
              <a:defRPr sz="3200" b="1">
                <a:solidFill>
                  <a:srgbClr val="000000"/>
                </a:solidFill>
                <a:latin typeface="Arial" charset="0"/>
              </a:defRPr>
            </a:lvl2pPr>
            <a:lvl3pPr algn="l" rtl="0" eaLnBrk="1" fontAlgn="base" hangingPunct="1">
              <a:spcBef>
                <a:spcPct val="0"/>
              </a:spcBef>
              <a:spcAft>
                <a:spcPct val="0"/>
              </a:spcAft>
              <a:defRPr sz="3200" b="1">
                <a:solidFill>
                  <a:srgbClr val="000000"/>
                </a:solidFill>
                <a:latin typeface="Arial" charset="0"/>
              </a:defRPr>
            </a:lvl3pPr>
            <a:lvl4pPr algn="l" rtl="0" eaLnBrk="1" fontAlgn="base" hangingPunct="1">
              <a:spcBef>
                <a:spcPct val="0"/>
              </a:spcBef>
              <a:spcAft>
                <a:spcPct val="0"/>
              </a:spcAft>
              <a:defRPr sz="3200" b="1">
                <a:solidFill>
                  <a:srgbClr val="000000"/>
                </a:solidFill>
                <a:latin typeface="Arial" charset="0"/>
              </a:defRPr>
            </a:lvl4pPr>
            <a:lvl5pPr algn="l" rtl="0" eaLnBrk="1" fontAlgn="base" hangingPunct="1">
              <a:spcBef>
                <a:spcPct val="0"/>
              </a:spcBef>
              <a:spcAft>
                <a:spcPct val="0"/>
              </a:spcAft>
              <a:defRPr sz="3200" b="1">
                <a:solidFill>
                  <a:srgbClr val="000000"/>
                </a:solidFill>
                <a:latin typeface="Arial" charset="0"/>
              </a:defRPr>
            </a:lvl5pPr>
            <a:lvl6pPr marL="457200" algn="l" rtl="0" eaLnBrk="1" fontAlgn="base" hangingPunct="1">
              <a:spcBef>
                <a:spcPct val="0"/>
              </a:spcBef>
              <a:spcAft>
                <a:spcPct val="0"/>
              </a:spcAft>
              <a:defRPr sz="3200" b="1">
                <a:solidFill>
                  <a:srgbClr val="000000"/>
                </a:solidFill>
                <a:latin typeface="Arial" charset="0"/>
              </a:defRPr>
            </a:lvl6pPr>
            <a:lvl7pPr marL="914400" algn="l" rtl="0" eaLnBrk="1" fontAlgn="base" hangingPunct="1">
              <a:spcBef>
                <a:spcPct val="0"/>
              </a:spcBef>
              <a:spcAft>
                <a:spcPct val="0"/>
              </a:spcAft>
              <a:defRPr sz="3200" b="1">
                <a:solidFill>
                  <a:srgbClr val="000000"/>
                </a:solidFill>
                <a:latin typeface="Arial" charset="0"/>
              </a:defRPr>
            </a:lvl7pPr>
            <a:lvl8pPr marL="1371600" algn="l" rtl="0" eaLnBrk="1" fontAlgn="base" hangingPunct="1">
              <a:spcBef>
                <a:spcPct val="0"/>
              </a:spcBef>
              <a:spcAft>
                <a:spcPct val="0"/>
              </a:spcAft>
              <a:defRPr sz="3200" b="1">
                <a:solidFill>
                  <a:srgbClr val="000000"/>
                </a:solidFill>
                <a:latin typeface="Arial" charset="0"/>
              </a:defRPr>
            </a:lvl8pPr>
            <a:lvl9pPr marL="1828800" algn="l" rtl="0" eaLnBrk="1" fontAlgn="base" hangingPunct="1">
              <a:spcBef>
                <a:spcPct val="0"/>
              </a:spcBef>
              <a:spcAft>
                <a:spcPct val="0"/>
              </a:spcAft>
              <a:defRPr sz="3200" b="1">
                <a:solidFill>
                  <a:srgbClr val="000000"/>
                </a:solidFill>
                <a:latin typeface="Arial" charset="0"/>
              </a:defRPr>
            </a:lvl9pPr>
          </a:lstStyle>
          <a:p>
            <a:r>
              <a:rPr lang="nl-NL" kern="0" dirty="0">
                <a:solidFill>
                  <a:srgbClr val="0070C0"/>
                </a:solidFill>
              </a:rPr>
              <a:t>Opdracht: Ontwerp een STD van </a:t>
            </a:r>
            <a:r>
              <a:rPr lang="nl-NL" kern="0" dirty="0" err="1">
                <a:solidFill>
                  <a:srgbClr val="0070C0"/>
                </a:solidFill>
              </a:rPr>
              <a:t>ArtikelINvoerControl</a:t>
            </a:r>
            <a:endParaRPr lang="nl-NL" kern="0" dirty="0">
              <a:solidFill>
                <a:srgbClr val="0070C0"/>
              </a:solidFill>
            </a:endParaRPr>
          </a:p>
        </p:txBody>
      </p:sp>
    </p:spTree>
    <p:extLst>
      <p:ext uri="{BB962C8B-B14F-4D97-AF65-F5344CB8AC3E}">
        <p14:creationId xmlns:p14="http://schemas.microsoft.com/office/powerpoint/2010/main" val="26672497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abel 4">
            <a:extLst>
              <a:ext uri="{FF2B5EF4-FFF2-40B4-BE49-F238E27FC236}">
                <a16:creationId xmlns:a16="http://schemas.microsoft.com/office/drawing/2014/main" id="{4DA46F63-8719-43BB-B7C6-80BABBCEC76A}"/>
              </a:ext>
            </a:extLst>
          </p:cNvPr>
          <p:cNvGraphicFramePr>
            <a:graphicFrameLocks noGrp="1"/>
          </p:cNvGraphicFramePr>
          <p:nvPr>
            <p:ph sz="quarter" idx="11"/>
            <p:extLst>
              <p:ext uri="{D42A27DB-BD31-4B8C-83A1-F6EECF244321}">
                <p14:modId xmlns:p14="http://schemas.microsoft.com/office/powerpoint/2010/main" val="3002346665"/>
              </p:ext>
            </p:extLst>
          </p:nvPr>
        </p:nvGraphicFramePr>
        <p:xfrm>
          <a:off x="1554162" y="1915160"/>
          <a:ext cx="10525124" cy="4942840"/>
        </p:xfrm>
        <a:graphic>
          <a:graphicData uri="http://schemas.openxmlformats.org/drawingml/2006/table">
            <a:tbl>
              <a:tblPr firstRow="1" bandRow="1">
                <a:tableStyleId>{22838BEF-8BB2-4498-84A7-C5851F593DF1}</a:tableStyleId>
              </a:tblPr>
              <a:tblGrid>
                <a:gridCol w="2372446">
                  <a:extLst>
                    <a:ext uri="{9D8B030D-6E8A-4147-A177-3AD203B41FA5}">
                      <a16:colId xmlns:a16="http://schemas.microsoft.com/office/drawing/2014/main" val="1125740767"/>
                    </a:ext>
                  </a:extLst>
                </a:gridCol>
                <a:gridCol w="8152678">
                  <a:extLst>
                    <a:ext uri="{9D8B030D-6E8A-4147-A177-3AD203B41FA5}">
                      <a16:colId xmlns:a16="http://schemas.microsoft.com/office/drawing/2014/main" val="2223280091"/>
                    </a:ext>
                  </a:extLst>
                </a:gridCol>
              </a:tblGrid>
              <a:tr h="370840">
                <a:tc>
                  <a:txBody>
                    <a:bodyPr/>
                    <a:lstStyle/>
                    <a:p>
                      <a:r>
                        <a:rPr lang="en-GB" dirty="0" err="1"/>
                        <a:t>Usecasenaam</a:t>
                      </a:r>
                      <a:endParaRPr lang="nl-NL" dirty="0"/>
                    </a:p>
                  </a:txBody>
                  <a:tcPr/>
                </a:tc>
                <a:tc>
                  <a:txBody>
                    <a:bodyPr/>
                    <a:lstStyle/>
                    <a:p>
                      <a:r>
                        <a:rPr lang="en-GB" dirty="0" err="1"/>
                        <a:t>Artikelnummer</a:t>
                      </a:r>
                      <a:r>
                        <a:rPr lang="en-GB" dirty="0"/>
                        <a:t> </a:t>
                      </a:r>
                      <a:r>
                        <a:rPr lang="en-GB" dirty="0" err="1"/>
                        <a:t>Invoeren</a:t>
                      </a:r>
                      <a:endParaRPr lang="nl-NL" dirty="0"/>
                    </a:p>
                  </a:txBody>
                  <a:tcPr/>
                </a:tc>
                <a:extLst>
                  <a:ext uri="{0D108BD9-81ED-4DB2-BD59-A6C34878D82A}">
                    <a16:rowId xmlns:a16="http://schemas.microsoft.com/office/drawing/2014/main" val="920238004"/>
                  </a:ext>
                </a:extLst>
              </a:tr>
              <a:tr h="370840">
                <a:tc>
                  <a:txBody>
                    <a:bodyPr/>
                    <a:lstStyle/>
                    <a:p>
                      <a:r>
                        <a:rPr lang="en-GB" dirty="0" err="1"/>
                        <a:t>Beshrijving</a:t>
                      </a:r>
                      <a:endParaRPr lang="nl-NL" dirty="0"/>
                    </a:p>
                  </a:txBody>
                  <a:tcPr/>
                </a:tc>
                <a:tc>
                  <a:txBody>
                    <a:bodyPr/>
                    <a:lstStyle/>
                    <a:p>
                      <a:pPr marL="342900" indent="-342900">
                        <a:buAutoNum type="arabicPeriod"/>
                      </a:pPr>
                      <a:r>
                        <a:rPr lang="en-GB" dirty="0" err="1"/>
                        <a:t>Wacht</a:t>
                      </a:r>
                      <a:r>
                        <a:rPr lang="en-GB" dirty="0"/>
                        <a:t> op </a:t>
                      </a:r>
                      <a:r>
                        <a:rPr lang="en-GB" dirty="0" err="1"/>
                        <a:t>startsignaal</a:t>
                      </a:r>
                      <a:r>
                        <a:rPr lang="en-GB" dirty="0"/>
                        <a:t> </a:t>
                      </a:r>
                      <a:r>
                        <a:rPr lang="en-GB" dirty="0" err="1"/>
                        <a:t>voor</a:t>
                      </a:r>
                      <a:r>
                        <a:rPr lang="en-GB" dirty="0"/>
                        <a:t> </a:t>
                      </a:r>
                      <a:r>
                        <a:rPr lang="en-GB" dirty="0" err="1"/>
                        <a:t>artikelnummer</a:t>
                      </a:r>
                      <a:r>
                        <a:rPr lang="en-GB" dirty="0"/>
                        <a:t> </a:t>
                      </a:r>
                      <a:r>
                        <a:rPr lang="en-GB" dirty="0" err="1"/>
                        <a:t>invoer</a:t>
                      </a:r>
                      <a:endParaRPr lang="en-GB" dirty="0"/>
                    </a:p>
                    <a:p>
                      <a:pPr marL="342900" indent="-342900">
                        <a:buAutoNum type="arabicPeriod"/>
                      </a:pPr>
                      <a:r>
                        <a:rPr lang="en-GB" dirty="0"/>
                        <a:t>Toon op Display “type </a:t>
                      </a:r>
                      <a:r>
                        <a:rPr lang="en-GB" dirty="0" err="1"/>
                        <a:t>een</a:t>
                      </a:r>
                      <a:r>
                        <a:rPr lang="en-GB" dirty="0"/>
                        <a:t> </a:t>
                      </a:r>
                      <a:r>
                        <a:rPr lang="en-GB" dirty="0" err="1"/>
                        <a:t>artikelnummer</a:t>
                      </a:r>
                      <a:r>
                        <a:rPr lang="en-GB" dirty="0"/>
                        <a:t>”</a:t>
                      </a:r>
                    </a:p>
                    <a:p>
                      <a:pPr marL="342900" indent="-342900">
                        <a:buAutoNum type="arabicPeriod"/>
                      </a:pPr>
                      <a:r>
                        <a:rPr lang="en-GB" dirty="0" err="1"/>
                        <a:t>Getal</a:t>
                      </a:r>
                      <a:r>
                        <a:rPr lang="en-GB" dirty="0"/>
                        <a:t>=0 (integer)</a:t>
                      </a:r>
                    </a:p>
                    <a:p>
                      <a:pPr marL="342900" indent="-342900">
                        <a:buAutoNum type="arabicPeriod"/>
                      </a:pPr>
                      <a:r>
                        <a:rPr lang="en-GB" dirty="0" err="1"/>
                        <a:t>Wacht</a:t>
                      </a:r>
                      <a:r>
                        <a:rPr lang="en-GB" dirty="0"/>
                        <a:t> op </a:t>
                      </a:r>
                      <a:r>
                        <a:rPr lang="en-GB" dirty="0" err="1"/>
                        <a:t>een</a:t>
                      </a:r>
                      <a:r>
                        <a:rPr lang="en-GB" dirty="0"/>
                        <a:t> </a:t>
                      </a:r>
                      <a:r>
                        <a:rPr lang="en-GB" dirty="0" err="1"/>
                        <a:t>toetsdruk</a:t>
                      </a:r>
                      <a:endParaRPr lang="nl-NL" dirty="0"/>
                    </a:p>
                    <a:p>
                      <a:pPr marL="800100" lvl="1" indent="-342900">
                        <a:buFont typeface="+mj-lt"/>
                        <a:buAutoNum type="alphaLcParenR"/>
                      </a:pPr>
                      <a:r>
                        <a:rPr lang="nl-NL" dirty="0"/>
                        <a:t>Als het een cijfertoets is: getal=getal*10 + “cijferwaarde van cijfertoets”</a:t>
                      </a:r>
                      <a:br>
                        <a:rPr lang="nl-NL" dirty="0"/>
                      </a:br>
                      <a:r>
                        <a:rPr lang="nl-NL" dirty="0"/>
                        <a:t>Toon getal op display, </a:t>
                      </a:r>
                      <a:r>
                        <a:rPr lang="nl-NL" dirty="0" err="1"/>
                        <a:t>goto</a:t>
                      </a:r>
                      <a:r>
                        <a:rPr lang="nl-NL" dirty="0"/>
                        <a:t> 3</a:t>
                      </a:r>
                    </a:p>
                    <a:p>
                      <a:pPr marL="800100" lvl="1" indent="-342900">
                        <a:buFont typeface="+mj-lt"/>
                        <a:buAutoNum type="alphaLcParenR"/>
                      </a:pPr>
                      <a:r>
                        <a:rPr lang="nl-NL" dirty="0"/>
                        <a:t>Als de “enter” toets is ingedrukt, </a:t>
                      </a:r>
                      <a:r>
                        <a:rPr lang="nl-NL" dirty="0" err="1"/>
                        <a:t>clear</a:t>
                      </a:r>
                      <a:r>
                        <a:rPr lang="nl-NL" dirty="0"/>
                        <a:t> display, verstuur</a:t>
                      </a:r>
                      <a:br>
                        <a:rPr lang="nl-NL" dirty="0"/>
                      </a:br>
                      <a:r>
                        <a:rPr lang="nl-NL" dirty="0"/>
                        <a:t>getal naar </a:t>
                      </a:r>
                      <a:r>
                        <a:rPr lang="nl-NL" dirty="0" err="1"/>
                        <a:t>SnoepVerkoopController</a:t>
                      </a:r>
                      <a:r>
                        <a:rPr lang="nl-NL" dirty="0"/>
                        <a:t>, </a:t>
                      </a:r>
                      <a:r>
                        <a:rPr lang="nl-NL" dirty="0" err="1"/>
                        <a:t>goto</a:t>
                      </a:r>
                      <a:r>
                        <a:rPr lang="nl-NL" dirty="0"/>
                        <a:t> 1</a:t>
                      </a:r>
                    </a:p>
                    <a:p>
                      <a:pPr marL="800100" lvl="1" indent="-342900">
                        <a:buFont typeface="+mj-lt"/>
                        <a:buAutoNum type="alphaLcParenR"/>
                      </a:pPr>
                      <a:r>
                        <a:rPr lang="nl-NL" dirty="0"/>
                        <a:t>Als de “del” toets is ingedrukt, getal = getal / 10, </a:t>
                      </a:r>
                      <a:br>
                        <a:rPr lang="nl-NL" dirty="0"/>
                      </a:br>
                      <a:r>
                        <a:rPr lang="nl-NL" dirty="0"/>
                        <a:t>Als getal != 0, Toon getal op display </a:t>
                      </a:r>
                      <a:r>
                        <a:rPr lang="nl-NL" dirty="0" err="1"/>
                        <a:t>else</a:t>
                      </a:r>
                      <a:r>
                        <a:rPr lang="nl-NL" dirty="0"/>
                        <a:t> </a:t>
                      </a:r>
                      <a:r>
                        <a:rPr lang="nl-NL" dirty="0" err="1"/>
                        <a:t>clear</a:t>
                      </a:r>
                      <a:r>
                        <a:rPr lang="nl-NL" dirty="0"/>
                        <a:t> display</a:t>
                      </a:r>
                      <a:br>
                        <a:rPr lang="nl-NL" dirty="0"/>
                      </a:br>
                      <a:r>
                        <a:rPr lang="nl-NL" dirty="0" err="1"/>
                        <a:t>goto</a:t>
                      </a:r>
                      <a:r>
                        <a:rPr lang="nl-NL" dirty="0"/>
                        <a:t> 3</a:t>
                      </a:r>
                    </a:p>
                    <a:p>
                      <a:pPr marL="800100" lvl="1" indent="-342900">
                        <a:buFont typeface="+mj-lt"/>
                        <a:buAutoNum type="alphaLcParenR"/>
                      </a:pPr>
                      <a:r>
                        <a:rPr lang="nl-NL" dirty="0"/>
                        <a:t>Als de “</a:t>
                      </a:r>
                      <a:r>
                        <a:rPr lang="nl-NL" dirty="0" err="1"/>
                        <a:t>clear</a:t>
                      </a:r>
                      <a:r>
                        <a:rPr lang="nl-NL" dirty="0"/>
                        <a:t>” toets is ingedrukt, </a:t>
                      </a:r>
                      <a:r>
                        <a:rPr lang="nl-NL" dirty="0" err="1"/>
                        <a:t>clear</a:t>
                      </a:r>
                      <a:r>
                        <a:rPr lang="nl-NL" dirty="0"/>
                        <a:t> display, </a:t>
                      </a:r>
                      <a:r>
                        <a:rPr lang="nl-NL" dirty="0" err="1"/>
                        <a:t>goto</a:t>
                      </a:r>
                      <a:r>
                        <a:rPr lang="nl-NL" dirty="0"/>
                        <a:t> 3</a:t>
                      </a:r>
                    </a:p>
                    <a:p>
                      <a:pPr marL="800100" lvl="1" indent="-342900">
                        <a:buFont typeface="+mj-lt"/>
                        <a:buAutoNum type="alphaLcParenR"/>
                      </a:pPr>
                      <a:r>
                        <a:rPr lang="nl-NL" dirty="0"/>
                        <a:t>Als de “cancel” toets is ingedrukt, verstuur het getal -1 naar de </a:t>
                      </a:r>
                      <a:r>
                        <a:rPr lang="nl-NL" dirty="0" err="1"/>
                        <a:t>SnoepVerkoopController</a:t>
                      </a:r>
                      <a:r>
                        <a:rPr lang="nl-NL" dirty="0"/>
                        <a:t>, goto1</a:t>
                      </a:r>
                      <a:endParaRPr lang="en-GB" dirty="0"/>
                    </a:p>
                  </a:txBody>
                  <a:tcPr/>
                </a:tc>
                <a:extLst>
                  <a:ext uri="{0D108BD9-81ED-4DB2-BD59-A6C34878D82A}">
                    <a16:rowId xmlns:a16="http://schemas.microsoft.com/office/drawing/2014/main" val="707895377"/>
                  </a:ext>
                </a:extLst>
              </a:tr>
              <a:tr h="299171">
                <a:tc>
                  <a:txBody>
                    <a:bodyPr/>
                    <a:lstStyle/>
                    <a:p>
                      <a:r>
                        <a:rPr lang="en-GB" dirty="0" err="1"/>
                        <a:t>Uitzondering</a:t>
                      </a:r>
                      <a:endParaRPr lang="nl-NL" dirty="0"/>
                    </a:p>
                  </a:txBody>
                  <a:tcPr/>
                </a:tc>
                <a:tc>
                  <a:txBody>
                    <a:bodyPr/>
                    <a:lstStyle/>
                    <a:p>
                      <a:r>
                        <a:rPr lang="en-GB" dirty="0"/>
                        <a:t>Als er 10 </a:t>
                      </a:r>
                      <a:r>
                        <a:rPr lang="en-GB" dirty="0" err="1"/>
                        <a:t>seconden</a:t>
                      </a:r>
                      <a:r>
                        <a:rPr lang="en-GB" dirty="0"/>
                        <a:t> </a:t>
                      </a:r>
                      <a:r>
                        <a:rPr lang="en-GB" dirty="0" err="1"/>
                        <a:t>geen</a:t>
                      </a:r>
                      <a:r>
                        <a:rPr lang="en-GB" dirty="0"/>
                        <a:t> </a:t>
                      </a:r>
                      <a:r>
                        <a:rPr lang="en-GB" dirty="0" err="1"/>
                        <a:t>toets</a:t>
                      </a:r>
                      <a:r>
                        <a:rPr lang="en-GB" dirty="0"/>
                        <a:t> is </a:t>
                      </a:r>
                      <a:r>
                        <a:rPr lang="en-GB" dirty="0" err="1"/>
                        <a:t>ingetypt</a:t>
                      </a:r>
                      <a:r>
                        <a:rPr lang="en-GB" dirty="0"/>
                        <a:t>, </a:t>
                      </a:r>
                      <a:r>
                        <a:rPr lang="en-GB" dirty="0" err="1"/>
                        <a:t>verstuur</a:t>
                      </a:r>
                      <a:r>
                        <a:rPr lang="en-GB" dirty="0"/>
                        <a:t> het </a:t>
                      </a:r>
                      <a:r>
                        <a:rPr lang="en-GB" dirty="0" err="1"/>
                        <a:t>getal</a:t>
                      </a:r>
                      <a:r>
                        <a:rPr lang="en-GB" dirty="0"/>
                        <a:t> -1 </a:t>
                      </a:r>
                      <a:r>
                        <a:rPr lang="en-GB" dirty="0" err="1"/>
                        <a:t>naar</a:t>
                      </a:r>
                      <a:r>
                        <a:rPr lang="en-GB" dirty="0"/>
                        <a:t> de </a:t>
                      </a:r>
                      <a:r>
                        <a:rPr lang="en-GB" dirty="0" err="1"/>
                        <a:t>SnoepVerkoopController</a:t>
                      </a:r>
                      <a:r>
                        <a:rPr lang="en-GB" dirty="0"/>
                        <a:t>, goto1</a:t>
                      </a:r>
                      <a:endParaRPr lang="nl-NL" dirty="0"/>
                    </a:p>
                  </a:txBody>
                  <a:tcPr/>
                </a:tc>
                <a:extLst>
                  <a:ext uri="{0D108BD9-81ED-4DB2-BD59-A6C34878D82A}">
                    <a16:rowId xmlns:a16="http://schemas.microsoft.com/office/drawing/2014/main" val="2369584587"/>
                  </a:ext>
                </a:extLst>
              </a:tr>
            </a:tbl>
          </a:graphicData>
        </a:graphic>
      </p:graphicFrame>
      <p:sp>
        <p:nvSpPr>
          <p:cNvPr id="6" name="Titel 1">
            <a:extLst>
              <a:ext uri="{FF2B5EF4-FFF2-40B4-BE49-F238E27FC236}">
                <a16:creationId xmlns:a16="http://schemas.microsoft.com/office/drawing/2014/main" id="{9DD1D31D-1936-4509-BE3A-826AF183057B}"/>
              </a:ext>
            </a:extLst>
          </p:cNvPr>
          <p:cNvSpPr>
            <a:spLocks noGrp="1"/>
          </p:cNvSpPr>
          <p:nvPr>
            <p:ph type="title"/>
          </p:nvPr>
        </p:nvSpPr>
        <p:spPr>
          <a:xfrm>
            <a:off x="0" y="-124230"/>
            <a:ext cx="10677235" cy="1077218"/>
          </a:xfrm>
        </p:spPr>
        <p:txBody>
          <a:bodyPr/>
          <a:lstStyle/>
          <a:p>
            <a:r>
              <a:rPr lang="nl-NL" dirty="0">
                <a:solidFill>
                  <a:srgbClr val="0070C0"/>
                </a:solidFill>
              </a:rPr>
              <a:t>Opdracht: Ontwerp een STD van </a:t>
            </a:r>
            <a:r>
              <a:rPr lang="nl-NL" dirty="0" err="1">
                <a:solidFill>
                  <a:srgbClr val="0070C0"/>
                </a:solidFill>
              </a:rPr>
              <a:t>ArtikelINvoerControl</a:t>
            </a:r>
            <a:endParaRPr lang="nl-NL" dirty="0">
              <a:solidFill>
                <a:srgbClr val="0070C0"/>
              </a:solidFill>
            </a:endParaRPr>
          </a:p>
        </p:txBody>
      </p:sp>
      <p:pic>
        <p:nvPicPr>
          <p:cNvPr id="8" name="Afbeelding 7">
            <a:extLst>
              <a:ext uri="{FF2B5EF4-FFF2-40B4-BE49-F238E27FC236}">
                <a16:creationId xmlns:a16="http://schemas.microsoft.com/office/drawing/2014/main" id="{554EEEC9-5AE0-4CC8-95C2-2EBBF75B8F15}"/>
              </a:ext>
            </a:extLst>
          </p:cNvPr>
          <p:cNvPicPr>
            <a:picLocks noChangeAspect="1"/>
          </p:cNvPicPr>
          <p:nvPr/>
        </p:nvPicPr>
        <p:blipFill>
          <a:blip r:embed="rId2"/>
          <a:stretch>
            <a:fillRect/>
          </a:stretch>
        </p:blipFill>
        <p:spPr>
          <a:xfrm>
            <a:off x="120924" y="3005051"/>
            <a:ext cx="2866475" cy="2899961"/>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t 1">
                <a:extLst>
                  <a:ext uri="{FF2B5EF4-FFF2-40B4-BE49-F238E27FC236}">
                    <a16:creationId xmlns:a16="http://schemas.microsoft.com/office/drawing/2014/main" id="{7D092EF7-BC2D-490A-875B-17BB9A691176}"/>
                  </a:ext>
                </a:extLst>
              </p14:cNvPr>
              <p14:cNvContentPartPr/>
              <p14:nvPr/>
            </p14:nvContentPartPr>
            <p14:xfrm>
              <a:off x="220320" y="3767760"/>
              <a:ext cx="7695360" cy="2226600"/>
            </p14:xfrm>
          </p:contentPart>
        </mc:Choice>
        <mc:Fallback xmlns="">
          <p:pic>
            <p:nvPicPr>
              <p:cNvPr id="2" name="Inkt 1">
                <a:extLst>
                  <a:ext uri="{FF2B5EF4-FFF2-40B4-BE49-F238E27FC236}">
                    <a16:creationId xmlns:a16="http://schemas.microsoft.com/office/drawing/2014/main" id="{7D092EF7-BC2D-490A-875B-17BB9A691176}"/>
                  </a:ext>
                </a:extLst>
              </p:cNvPr>
              <p:cNvPicPr/>
              <p:nvPr/>
            </p:nvPicPr>
            <p:blipFill>
              <a:blip r:embed="rId4"/>
              <a:stretch>
                <a:fillRect/>
              </a:stretch>
            </p:blipFill>
            <p:spPr>
              <a:xfrm>
                <a:off x="210960" y="3758400"/>
                <a:ext cx="7714080" cy="2245320"/>
              </a:xfrm>
              <a:prstGeom prst="rect">
                <a:avLst/>
              </a:prstGeom>
            </p:spPr>
          </p:pic>
        </mc:Fallback>
      </mc:AlternateContent>
    </p:spTree>
    <p:extLst>
      <p:ext uri="{BB962C8B-B14F-4D97-AF65-F5344CB8AC3E}">
        <p14:creationId xmlns:p14="http://schemas.microsoft.com/office/powerpoint/2010/main" val="3232429892"/>
      </p:ext>
    </p:extLst>
  </p:cSld>
  <p:clrMapOvr>
    <a:masterClrMapping/>
  </p:clrMapOvr>
</p:sld>
</file>

<file path=ppt/theme/theme1.xml><?xml version="1.0" encoding="utf-8"?>
<a:theme xmlns:a="http://schemas.openxmlformats.org/drawingml/2006/main" name="Theme1">
  <a:themeElements>
    <a:clrScheme name="HU-kleuren-witte-achtergrond">
      <a:dk1>
        <a:srgbClr val="000000"/>
      </a:dk1>
      <a:lt1>
        <a:srgbClr val="FFFFFF"/>
      </a:lt1>
      <a:dk2>
        <a:srgbClr val="ED0010"/>
      </a:dk2>
      <a:lt2>
        <a:srgbClr val="FFFFFF"/>
      </a:lt2>
      <a:accent1>
        <a:srgbClr val="ED0010"/>
      </a:accent1>
      <a:accent2>
        <a:srgbClr val="00A0D2"/>
      </a:accent2>
      <a:accent3>
        <a:srgbClr val="FA8089"/>
      </a:accent3>
      <a:accent4>
        <a:srgbClr val="3FCBF7"/>
      </a:accent4>
      <a:accent5>
        <a:srgbClr val="FDE1E3"/>
      </a:accent5>
      <a:accent6>
        <a:srgbClr val="B5E9F9"/>
      </a:accent6>
      <a:hlink>
        <a:srgbClr val="000000"/>
      </a:hlink>
      <a:folHlink>
        <a:srgbClr val="7F7F7F"/>
      </a:folHlink>
    </a:clrScheme>
    <a:fontScheme name="Standaardpresentati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ardpresentatie 1">
        <a:dk1>
          <a:srgbClr val="000000"/>
        </a:dk1>
        <a:lt1>
          <a:srgbClr val="FFFFFF"/>
        </a:lt1>
        <a:dk2>
          <a:srgbClr val="00ADCD"/>
        </a:dk2>
        <a:lt2>
          <a:srgbClr val="FFFFFF"/>
        </a:lt2>
        <a:accent1>
          <a:srgbClr val="FF1E00"/>
        </a:accent1>
        <a:accent2>
          <a:srgbClr val="6D6FC7"/>
        </a:accent2>
        <a:accent3>
          <a:srgbClr val="AAD3E3"/>
        </a:accent3>
        <a:accent4>
          <a:srgbClr val="DADADA"/>
        </a:accent4>
        <a:accent5>
          <a:srgbClr val="FFABAA"/>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ardpresentatie 2">
        <a:dk1>
          <a:srgbClr val="000000"/>
        </a:dk1>
        <a:lt1>
          <a:srgbClr val="00ADCD"/>
        </a:lt1>
        <a:dk2>
          <a:srgbClr val="000000"/>
        </a:dk2>
        <a:lt2>
          <a:srgbClr val="000000"/>
        </a:lt2>
        <a:accent1>
          <a:srgbClr val="FF1E00"/>
        </a:accent1>
        <a:accent2>
          <a:srgbClr val="6D6FC7"/>
        </a:accent2>
        <a:accent3>
          <a:srgbClr val="AAD3E3"/>
        </a:accent3>
        <a:accent4>
          <a:srgbClr val="000000"/>
        </a:accent4>
        <a:accent5>
          <a:srgbClr val="FFABAA"/>
        </a:accent5>
        <a:accent6>
          <a:srgbClr val="6264B4"/>
        </a:accent6>
        <a:hlink>
          <a:srgbClr val="FD8300"/>
        </a:hlink>
        <a:folHlink>
          <a:srgbClr val="78BB17"/>
        </a:folHlink>
      </a:clrScheme>
      <a:clrMap bg1="lt1" tx1="dk1" bg2="lt2" tx2="dk2" accent1="accent1" accent2="accent2" accent3="accent3" accent4="accent4" accent5="accent5" accent6="accent6" hlink="hlink" folHlink="folHlink"/>
    </a:extraClrScheme>
    <a:extraClrScheme>
      <a:clrScheme name="Standaardpresentatie 3">
        <a:dk1>
          <a:srgbClr val="FFFFFF"/>
        </a:dk1>
        <a:lt1>
          <a:srgbClr val="FFFFFF"/>
        </a:lt1>
        <a:dk2>
          <a:srgbClr val="000000"/>
        </a:dk2>
        <a:lt2>
          <a:srgbClr val="000000"/>
        </a:lt2>
        <a:accent1>
          <a:srgbClr val="FF1E00"/>
        </a:accent1>
        <a:accent2>
          <a:srgbClr val="6D6FC7"/>
        </a:accent2>
        <a:accent3>
          <a:srgbClr val="FFFFFF"/>
        </a:accent3>
        <a:accent4>
          <a:srgbClr val="DADADA"/>
        </a:accent4>
        <a:accent5>
          <a:srgbClr val="FFABAA"/>
        </a:accent5>
        <a:accent6>
          <a:srgbClr val="6264B4"/>
        </a:accent6>
        <a:hlink>
          <a:srgbClr val="FD8300"/>
        </a:hlink>
        <a:folHlink>
          <a:srgbClr val="78BB17"/>
        </a:folHlink>
      </a:clrScheme>
      <a:clrMap bg1="lt1" tx1="dk1" bg2="lt2" tx2="dk2" accent1="accent1" accent2="accent2" accent3="accent3" accent4="accent4" accent5="accent5" accent6="accent6" hlink="hlink" folHlink="folHlink"/>
    </a:extraClrScheme>
    <a:extraClrScheme>
      <a:clrScheme name="Standaardpresentatie 4">
        <a:dk1>
          <a:srgbClr val="000000"/>
        </a:dk1>
        <a:lt1>
          <a:srgbClr val="FFFFFF"/>
        </a:lt1>
        <a:dk2>
          <a:srgbClr val="000000"/>
        </a:dk2>
        <a:lt2>
          <a:srgbClr val="005A6F"/>
        </a:lt2>
        <a:accent1>
          <a:srgbClr val="FF1E00"/>
        </a:accent1>
        <a:accent2>
          <a:srgbClr val="005A6F"/>
        </a:accent2>
        <a:accent3>
          <a:srgbClr val="FFFFFF"/>
        </a:accent3>
        <a:accent4>
          <a:srgbClr val="000000"/>
        </a:accent4>
        <a:accent5>
          <a:srgbClr val="FFABAA"/>
        </a:accent5>
        <a:accent6>
          <a:srgbClr val="005164"/>
        </a:accent6>
        <a:hlink>
          <a:srgbClr val="FF1E00"/>
        </a:hlink>
        <a:folHlink>
          <a:srgbClr val="005A6F"/>
        </a:folHlink>
      </a:clrScheme>
      <a:clrMap bg1="lt1" tx1="dk1" bg2="lt2" tx2="dk2" accent1="accent1" accent2="accent2" accent3="accent3" accent4="accent4" accent5="accent5" accent6="accent6" hlink="hlink" folHlink="folHlink"/>
    </a:extraClrScheme>
    <a:extraClrScheme>
      <a:clrScheme name="Standaardpresentatie 5">
        <a:dk1>
          <a:srgbClr val="000000"/>
        </a:dk1>
        <a:lt1>
          <a:srgbClr val="00ADCD"/>
        </a:lt1>
        <a:dk2>
          <a:srgbClr val="000000"/>
        </a:dk2>
        <a:lt2>
          <a:srgbClr val="005A6F"/>
        </a:lt2>
        <a:accent1>
          <a:srgbClr val="92DDFD"/>
        </a:accent1>
        <a:accent2>
          <a:srgbClr val="FF007E"/>
        </a:accent2>
        <a:accent3>
          <a:srgbClr val="AAD3E3"/>
        </a:accent3>
        <a:accent4>
          <a:srgbClr val="000000"/>
        </a:accent4>
        <a:accent5>
          <a:srgbClr val="C7EBFE"/>
        </a:accent5>
        <a:accent6>
          <a:srgbClr val="E70072"/>
        </a:accent6>
        <a:hlink>
          <a:srgbClr val="FFBD00"/>
        </a:hlink>
        <a:folHlink>
          <a:srgbClr val="005A6F"/>
        </a:folHlink>
      </a:clrScheme>
      <a:clrMap bg1="lt1" tx1="dk1" bg2="lt2" tx2="dk2" accent1="accent1" accent2="accent2" accent3="accent3" accent4="accent4" accent5="accent5" accent6="accent6" hlink="hlink" folHlink="folHlink"/>
    </a:extraClrScheme>
    <a:extraClrScheme>
      <a:clrScheme name="Standaardpresentatie 6">
        <a:dk1>
          <a:srgbClr val="000000"/>
        </a:dk1>
        <a:lt1>
          <a:srgbClr val="00ADCD"/>
        </a:lt1>
        <a:dk2>
          <a:srgbClr val="000000"/>
        </a:dk2>
        <a:lt2>
          <a:srgbClr val="005A6F"/>
        </a:lt2>
        <a:accent1>
          <a:srgbClr val="AAD5DB"/>
        </a:accent1>
        <a:accent2>
          <a:srgbClr val="FF1E00"/>
        </a:accent2>
        <a:accent3>
          <a:srgbClr val="AAD3E3"/>
        </a:accent3>
        <a:accent4>
          <a:srgbClr val="000000"/>
        </a:accent4>
        <a:accent5>
          <a:srgbClr val="D2E7EA"/>
        </a:accent5>
        <a:accent6>
          <a:srgbClr val="E71A00"/>
        </a:accent6>
        <a:hlink>
          <a:srgbClr val="380060"/>
        </a:hlink>
        <a:folHlink>
          <a:srgbClr val="FFFF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DC6D1080-6A15-4771-8428-6B9DF9817A5E}" vid="{D3C4359F-6C95-47CB-A083-3DC4DABEF153}"/>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1557</TotalTime>
  <Words>2756</Words>
  <Application>Microsoft Office PowerPoint</Application>
  <PresentationFormat>Breedbeeld</PresentationFormat>
  <Paragraphs>230</Paragraphs>
  <Slides>38</Slides>
  <Notes>27</Notes>
  <HiddenSlides>2</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38</vt:i4>
      </vt:variant>
    </vt:vector>
  </HeadingPairs>
  <TitlesOfParts>
    <vt:vector size="43" baseType="lpstr">
      <vt:lpstr>Arial</vt:lpstr>
      <vt:lpstr>Calibri</vt:lpstr>
      <vt:lpstr>Wingdings</vt:lpstr>
      <vt:lpstr>Zapf Dingbats</vt:lpstr>
      <vt:lpstr>Theme1</vt:lpstr>
      <vt:lpstr>TCTI-V2CSM1-16</vt:lpstr>
      <vt:lpstr>Klassendiagram</vt:lpstr>
      <vt:lpstr>Toestandsdiagram</vt:lpstr>
      <vt:lpstr>Toestandsdiagram</vt:lpstr>
      <vt:lpstr>Communicatie tussen klassen</vt:lpstr>
      <vt:lpstr>Communicatie tussen klassen</vt:lpstr>
      <vt:lpstr>Communicatie tussen klassen, verzenden van berichten / mededelen</vt:lpstr>
      <vt:lpstr>Communicatie tussen klassen, het snel uitlezen van andere objecten</vt:lpstr>
      <vt:lpstr>Synchronisatiemechanismen in het STD</vt:lpstr>
      <vt:lpstr>Synchronisatiemechanismen in het STD</vt:lpstr>
      <vt:lpstr>Interface</vt:lpstr>
      <vt:lpstr>Interface</vt:lpstr>
      <vt:lpstr>Interface</vt:lpstr>
      <vt:lpstr>Dat was de interface sectie van het STD. Binnen het STD zelf wachten we op de waitables die door de andere taak zijn geset in de interface functies.</vt:lpstr>
      <vt:lpstr>Opdracht: maak een  STD-interface voor deze Boordcomputer</vt:lpstr>
      <vt:lpstr>Het ontwerp van de STD interface van InstelControl  -&gt; gebruik het Klassediagram</vt:lpstr>
      <vt:lpstr>Klassendiagram</vt:lpstr>
      <vt:lpstr>Resultaat</vt:lpstr>
      <vt:lpstr>Elementen van een STD.</vt:lpstr>
      <vt:lpstr>Onderdelen van een State Transition Diagram</vt:lpstr>
      <vt:lpstr>Voorbeeld van een History state</vt:lpstr>
      <vt:lpstr>Toestand</vt:lpstr>
      <vt:lpstr>Guard.</vt:lpstr>
      <vt:lpstr>Voorbeeld: InstelControl</vt:lpstr>
      <vt:lpstr>Events.</vt:lpstr>
      <vt:lpstr>Actions.</vt:lpstr>
      <vt:lpstr>Toestanden.</vt:lpstr>
      <vt:lpstr>Transitie.</vt:lpstr>
      <vt:lpstr>Begin van STD.</vt:lpstr>
      <vt:lpstr>Plus en minknop events erbij</vt:lpstr>
      <vt:lpstr>Timer en logging erbij. </vt:lpstr>
      <vt:lpstr>Het Toestandsdiagram van InstelControl  ..zoals het moet zijn: codeerbaar, compleet met interface</vt:lpstr>
      <vt:lpstr>Liftdeur</vt:lpstr>
      <vt:lpstr>Opdracht: Teken een STD van liftdeurControl</vt:lpstr>
      <vt:lpstr>PowerPoint-presentatie</vt:lpstr>
      <vt:lpstr>PowerPoint-presentatie</vt:lpstr>
      <vt:lpstr>PowerPoint-presentatie</vt:lpstr>
      <vt:lpstr>Opdracht: Ontwerp een STD van ArtikelINvoerControl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TCTI-V2CSM1-16</dc:title>
  <dc:creator>Jan Zuurbier</dc:creator>
  <cp:lastModifiedBy>Marius Versteegen</cp:lastModifiedBy>
  <cp:revision>14</cp:revision>
  <dcterms:created xsi:type="dcterms:W3CDTF">2019-10-01T07:44:32Z</dcterms:created>
  <dcterms:modified xsi:type="dcterms:W3CDTF">2026-10-26T20:13:14Z</dcterms:modified>
</cp:coreProperties>
</file>