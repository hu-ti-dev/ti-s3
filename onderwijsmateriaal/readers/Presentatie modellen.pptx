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1" r:id="rId4"/>
  </p:sldMasterIdLst>
  <p:notesMasterIdLst>
    <p:notesMasterId r:id="rId15"/>
  </p:notesMasterIdLst>
  <p:sldIdLst>
    <p:sldId id="340" r:id="rId5"/>
    <p:sldId id="341" r:id="rId6"/>
    <p:sldId id="342" r:id="rId7"/>
    <p:sldId id="343" r:id="rId8"/>
    <p:sldId id="344" r:id="rId9"/>
    <p:sldId id="345" r:id="rId10"/>
    <p:sldId id="346" r:id="rId11"/>
    <p:sldId id="347" r:id="rId12"/>
    <p:sldId id="348" r:id="rId13"/>
    <p:sldId id="349" r:id="rId14"/>
  </p:sldIdLst>
  <p:sldSz cx="9144000" cy="5143500" type="screen16x9"/>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ardsectie" id="{CB6EA3DF-C96F-4658-BC34-FCFB49D824B5}">
          <p14:sldIdLst>
            <p14:sldId id="340"/>
            <p14:sldId id="341"/>
            <p14:sldId id="342"/>
            <p14:sldId id="343"/>
            <p14:sldId id="344"/>
            <p14:sldId id="345"/>
            <p14:sldId id="346"/>
            <p14:sldId id="347"/>
            <p14:sldId id="348"/>
            <p14:sldId id="349"/>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3" orient="horz" pos="1643" userDrawn="1">
          <p15:clr>
            <a:srgbClr val="A4A3A4"/>
          </p15:clr>
        </p15:guide>
        <p15:guide id="4" pos="288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BC34E48-82AA-6E6C-262F-AE102C69CF34}" name="Jeroen van Gils" initials="JG" userId="S::jeroen.vangils@hu.nl::a5f47a4b-e85f-4034-a8c1-6f38ef0aad0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9A9"/>
    <a:srgbClr val="FFFFFF"/>
    <a:srgbClr val="FAD6D5"/>
    <a:srgbClr val="7A110E"/>
    <a:srgbClr val="E7F0F9"/>
    <a:srgbClr val="B71A16"/>
    <a:srgbClr val="F08380"/>
    <a:srgbClr val="FFFF00"/>
    <a:srgbClr val="00A1E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ijl, gemiddeld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Stijl, gemiddeld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Stijl, licht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8571" autoAdjust="0"/>
  </p:normalViewPr>
  <p:slideViewPr>
    <p:cSldViewPr snapToGrid="0" snapToObjects="1" showGuides="1">
      <p:cViewPr varScale="1">
        <p:scale>
          <a:sx n="115" d="100"/>
          <a:sy n="115" d="100"/>
        </p:scale>
        <p:origin x="1476" y="90"/>
      </p:cViewPr>
      <p:guideLst>
        <p:guide orient="horz" pos="2160"/>
        <p:guide pos="2880"/>
        <p:guide orient="horz" pos="1643"/>
        <p:guide pos="2881"/>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A605D3-16DF-DF43-AE35-A9E379D47CEE}" type="datetimeFigureOut">
              <a:rPr lang="nl-NL" smtClean="0"/>
              <a:t>19-11-2025</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AFEC66-6BFA-9A4F-8C14-93D2FB19A680}" type="slidenum">
              <a:rPr lang="nl-NL" smtClean="0"/>
              <a:t>‹#›</a:t>
            </a:fld>
            <a:endParaRPr lang="nl-NL"/>
          </a:p>
        </p:txBody>
      </p:sp>
    </p:spTree>
    <p:extLst>
      <p:ext uri="{BB962C8B-B14F-4D97-AF65-F5344CB8AC3E}">
        <p14:creationId xmlns:p14="http://schemas.microsoft.com/office/powerpoint/2010/main" val="1690198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25AFEC66-6BFA-9A4F-8C14-93D2FB19A680}" type="slidenum">
              <a:rPr lang="nl-NL" smtClean="0"/>
              <a:t>1</a:t>
            </a:fld>
            <a:endParaRPr lang="nl-NL"/>
          </a:p>
        </p:txBody>
      </p:sp>
    </p:spTree>
    <p:extLst>
      <p:ext uri="{BB962C8B-B14F-4D97-AF65-F5344CB8AC3E}">
        <p14:creationId xmlns:p14="http://schemas.microsoft.com/office/powerpoint/2010/main" val="11565454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Twee groepen de mensen die dingen kunnen maken tegenover de mensen die dingen gemaakt willen hebben. De eerste groep roept dit wordt mij te inhoudelijk en de tweede groep zegt dit wordt mij te technisch.</a:t>
            </a:r>
          </a:p>
        </p:txBody>
      </p:sp>
      <p:sp>
        <p:nvSpPr>
          <p:cNvPr id="4" name="Slide Number Placeholder 3"/>
          <p:cNvSpPr>
            <a:spLocks noGrp="1"/>
          </p:cNvSpPr>
          <p:nvPr>
            <p:ph type="sldNum" sz="quarter" idx="5"/>
          </p:nvPr>
        </p:nvSpPr>
        <p:spPr/>
        <p:txBody>
          <a:bodyPr/>
          <a:lstStyle/>
          <a:p>
            <a:fld id="{25AFEC66-6BFA-9A4F-8C14-93D2FB19A680}" type="slidenum">
              <a:rPr lang="nl-NL" smtClean="0"/>
              <a:t>3</a:t>
            </a:fld>
            <a:endParaRPr lang="nl-NL"/>
          </a:p>
        </p:txBody>
      </p:sp>
    </p:spTree>
    <p:extLst>
      <p:ext uri="{BB962C8B-B14F-4D97-AF65-F5344CB8AC3E}">
        <p14:creationId xmlns:p14="http://schemas.microsoft.com/office/powerpoint/2010/main" val="21710202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1BA63-5E61-863D-A42F-FA97698C63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D7085C-0F95-6085-A599-C2B76E4BAB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12E9-C93F-784E-1079-6A6FADF1600B}"/>
              </a:ext>
            </a:extLst>
          </p:cNvPr>
          <p:cNvSpPr>
            <a:spLocks noGrp="1"/>
          </p:cNvSpPr>
          <p:nvPr>
            <p:ph type="body" idx="1"/>
          </p:nvPr>
        </p:nvSpPr>
        <p:spPr/>
        <p:txBody>
          <a:bodyPr/>
          <a:lstStyle/>
          <a:p>
            <a:r>
              <a:rPr lang="nl-NL" dirty="0"/>
              <a:t>Wij willen de brug maken zodat de makers kunnen maken en de rest van de wereld het ook snapt. </a:t>
            </a:r>
          </a:p>
        </p:txBody>
      </p:sp>
      <p:sp>
        <p:nvSpPr>
          <p:cNvPr id="4" name="Slide Number Placeholder 3">
            <a:extLst>
              <a:ext uri="{FF2B5EF4-FFF2-40B4-BE49-F238E27FC236}">
                <a16:creationId xmlns:a16="http://schemas.microsoft.com/office/drawing/2014/main" id="{1B7B93EE-EEE1-70FC-6712-E07ED048123D}"/>
              </a:ext>
            </a:extLst>
          </p:cNvPr>
          <p:cNvSpPr>
            <a:spLocks noGrp="1"/>
          </p:cNvSpPr>
          <p:nvPr>
            <p:ph type="sldNum" sz="quarter" idx="5"/>
          </p:nvPr>
        </p:nvSpPr>
        <p:spPr/>
        <p:txBody>
          <a:bodyPr/>
          <a:lstStyle/>
          <a:p>
            <a:fld id="{25AFEC66-6BFA-9A4F-8C14-93D2FB19A680}" type="slidenum">
              <a:rPr lang="nl-NL" smtClean="0"/>
              <a:t>4</a:t>
            </a:fld>
            <a:endParaRPr lang="nl-NL"/>
          </a:p>
        </p:txBody>
      </p:sp>
    </p:spTree>
    <p:extLst>
      <p:ext uri="{BB962C8B-B14F-4D97-AF65-F5344CB8AC3E}">
        <p14:creationId xmlns:p14="http://schemas.microsoft.com/office/powerpoint/2010/main" val="13810582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AA906-1C26-CAFC-7994-9531B21124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9F20A4-934B-3741-4CD8-0FF3E3FDA2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7B7AAD-7CC7-B9D3-C084-C2190DDBF82E}"/>
              </a:ext>
            </a:extLst>
          </p:cNvPr>
          <p:cNvSpPr>
            <a:spLocks noGrp="1"/>
          </p:cNvSpPr>
          <p:nvPr>
            <p:ph type="body" idx="1"/>
          </p:nvPr>
        </p:nvSpPr>
        <p:spPr/>
        <p:txBody>
          <a:bodyPr/>
          <a:lstStyle/>
          <a:p>
            <a:r>
              <a:rPr lang="nl-NL" dirty="0"/>
              <a:t>Of minimaal dat we de trol onder de brug kunnen zijn die zegt dat hebben we niet afgesproken!</a:t>
            </a:r>
          </a:p>
        </p:txBody>
      </p:sp>
      <p:sp>
        <p:nvSpPr>
          <p:cNvPr id="4" name="Slide Number Placeholder 3">
            <a:extLst>
              <a:ext uri="{FF2B5EF4-FFF2-40B4-BE49-F238E27FC236}">
                <a16:creationId xmlns:a16="http://schemas.microsoft.com/office/drawing/2014/main" id="{2B11324D-BBA5-CA30-456D-E4F5C3DC46A0}"/>
              </a:ext>
            </a:extLst>
          </p:cNvPr>
          <p:cNvSpPr>
            <a:spLocks noGrp="1"/>
          </p:cNvSpPr>
          <p:nvPr>
            <p:ph type="sldNum" sz="quarter" idx="5"/>
          </p:nvPr>
        </p:nvSpPr>
        <p:spPr/>
        <p:txBody>
          <a:bodyPr/>
          <a:lstStyle/>
          <a:p>
            <a:fld id="{25AFEC66-6BFA-9A4F-8C14-93D2FB19A680}" type="slidenum">
              <a:rPr lang="nl-NL" smtClean="0"/>
              <a:t>5</a:t>
            </a:fld>
            <a:endParaRPr lang="nl-NL"/>
          </a:p>
        </p:txBody>
      </p:sp>
    </p:spTree>
    <p:extLst>
      <p:ext uri="{BB962C8B-B14F-4D97-AF65-F5344CB8AC3E}">
        <p14:creationId xmlns:p14="http://schemas.microsoft.com/office/powerpoint/2010/main" val="36184105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B16BA-83A5-B16C-9A9F-D77B307FA4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1FBADA-DE61-C868-ABBE-BF003887F3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32640A-A7B8-B55F-0D7D-F24574169A18}"/>
              </a:ext>
            </a:extLst>
          </p:cNvPr>
          <p:cNvSpPr>
            <a:spLocks noGrp="1"/>
          </p:cNvSpPr>
          <p:nvPr>
            <p:ph type="body" idx="1"/>
          </p:nvPr>
        </p:nvSpPr>
        <p:spPr/>
        <p:txBody>
          <a:bodyPr/>
          <a:lstStyle/>
          <a:p>
            <a:r>
              <a:rPr lang="nl-NL" dirty="0"/>
              <a:t>Of minimaal dat we de trol onder de brug kunnen zijn die zegt dat hebben we niet afgesproken!</a:t>
            </a:r>
          </a:p>
        </p:txBody>
      </p:sp>
      <p:sp>
        <p:nvSpPr>
          <p:cNvPr id="4" name="Slide Number Placeholder 3">
            <a:extLst>
              <a:ext uri="{FF2B5EF4-FFF2-40B4-BE49-F238E27FC236}">
                <a16:creationId xmlns:a16="http://schemas.microsoft.com/office/drawing/2014/main" id="{F3DA7AE7-6296-A8CC-E71D-82D6F1DB64CF}"/>
              </a:ext>
            </a:extLst>
          </p:cNvPr>
          <p:cNvSpPr>
            <a:spLocks noGrp="1"/>
          </p:cNvSpPr>
          <p:nvPr>
            <p:ph type="sldNum" sz="quarter" idx="5"/>
          </p:nvPr>
        </p:nvSpPr>
        <p:spPr/>
        <p:txBody>
          <a:bodyPr/>
          <a:lstStyle/>
          <a:p>
            <a:fld id="{25AFEC66-6BFA-9A4F-8C14-93D2FB19A680}" type="slidenum">
              <a:rPr lang="nl-NL" smtClean="0"/>
              <a:t>6</a:t>
            </a:fld>
            <a:endParaRPr lang="nl-NL"/>
          </a:p>
        </p:txBody>
      </p:sp>
    </p:spTree>
    <p:extLst>
      <p:ext uri="{BB962C8B-B14F-4D97-AF65-F5344CB8AC3E}">
        <p14:creationId xmlns:p14="http://schemas.microsoft.com/office/powerpoint/2010/main" val="42758507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Starten met een systeem</a:t>
            </a:r>
          </a:p>
        </p:txBody>
      </p:sp>
      <p:sp>
        <p:nvSpPr>
          <p:cNvPr id="4" name="Slide Number Placeholder 3"/>
          <p:cNvSpPr>
            <a:spLocks noGrp="1"/>
          </p:cNvSpPr>
          <p:nvPr>
            <p:ph type="sldNum" sz="quarter" idx="5"/>
          </p:nvPr>
        </p:nvSpPr>
        <p:spPr/>
        <p:txBody>
          <a:bodyPr/>
          <a:lstStyle/>
          <a:p>
            <a:fld id="{25AFEC66-6BFA-9A4F-8C14-93D2FB19A680}" type="slidenum">
              <a:rPr lang="nl-NL" smtClean="0"/>
              <a:t>7</a:t>
            </a:fld>
            <a:endParaRPr lang="nl-NL"/>
          </a:p>
        </p:txBody>
      </p:sp>
    </p:spTree>
    <p:extLst>
      <p:ext uri="{BB962C8B-B14F-4D97-AF65-F5344CB8AC3E}">
        <p14:creationId xmlns:p14="http://schemas.microsoft.com/office/powerpoint/2010/main" val="10398620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3F1CD-88E5-41A2-CC57-F868132DB4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1FB63F-CB25-CAE3-0CD1-04D926C8B0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6DF0F5-BFC2-B44B-7763-F2A1FBE2D13D}"/>
              </a:ext>
            </a:extLst>
          </p:cNvPr>
          <p:cNvSpPr>
            <a:spLocks noGrp="1"/>
          </p:cNvSpPr>
          <p:nvPr>
            <p:ph type="body" idx="1"/>
          </p:nvPr>
        </p:nvSpPr>
        <p:spPr/>
        <p:txBody>
          <a:bodyPr/>
          <a:lstStyle/>
          <a:p>
            <a:r>
              <a:rPr lang="nl-NL" dirty="0"/>
              <a:t>Starten met een systeem</a:t>
            </a:r>
          </a:p>
        </p:txBody>
      </p:sp>
      <p:sp>
        <p:nvSpPr>
          <p:cNvPr id="4" name="Slide Number Placeholder 3">
            <a:extLst>
              <a:ext uri="{FF2B5EF4-FFF2-40B4-BE49-F238E27FC236}">
                <a16:creationId xmlns:a16="http://schemas.microsoft.com/office/drawing/2014/main" id="{22A45C04-C966-FFF0-603F-9D9DEDB487AD}"/>
              </a:ext>
            </a:extLst>
          </p:cNvPr>
          <p:cNvSpPr>
            <a:spLocks noGrp="1"/>
          </p:cNvSpPr>
          <p:nvPr>
            <p:ph type="sldNum" sz="quarter" idx="5"/>
          </p:nvPr>
        </p:nvSpPr>
        <p:spPr/>
        <p:txBody>
          <a:bodyPr/>
          <a:lstStyle/>
          <a:p>
            <a:fld id="{25AFEC66-6BFA-9A4F-8C14-93D2FB19A680}" type="slidenum">
              <a:rPr lang="nl-NL" smtClean="0"/>
              <a:t>8</a:t>
            </a:fld>
            <a:endParaRPr lang="nl-NL"/>
          </a:p>
        </p:txBody>
      </p:sp>
    </p:spTree>
    <p:extLst>
      <p:ext uri="{BB962C8B-B14F-4D97-AF65-F5344CB8AC3E}">
        <p14:creationId xmlns:p14="http://schemas.microsoft.com/office/powerpoint/2010/main" val="29340465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AD669-5DFD-51DB-D099-966904F484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C4733E-6167-E7DD-0B54-FC8B4E353B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ED166C-35DD-19CD-0C3D-3DD75D188D3C}"/>
              </a:ext>
            </a:extLst>
          </p:cNvPr>
          <p:cNvSpPr>
            <a:spLocks noGrp="1"/>
          </p:cNvSpPr>
          <p:nvPr>
            <p:ph type="body" idx="1"/>
          </p:nvPr>
        </p:nvSpPr>
        <p:spPr/>
        <p:txBody>
          <a:bodyPr/>
          <a:lstStyle/>
          <a:p>
            <a:r>
              <a:rPr lang="nl-NL" dirty="0"/>
              <a:t>Starten met een systeem</a:t>
            </a:r>
          </a:p>
        </p:txBody>
      </p:sp>
      <p:sp>
        <p:nvSpPr>
          <p:cNvPr id="4" name="Slide Number Placeholder 3">
            <a:extLst>
              <a:ext uri="{FF2B5EF4-FFF2-40B4-BE49-F238E27FC236}">
                <a16:creationId xmlns:a16="http://schemas.microsoft.com/office/drawing/2014/main" id="{6105FB43-CBD5-79F7-8E99-91CAE6F6D03F}"/>
              </a:ext>
            </a:extLst>
          </p:cNvPr>
          <p:cNvSpPr>
            <a:spLocks noGrp="1"/>
          </p:cNvSpPr>
          <p:nvPr>
            <p:ph type="sldNum" sz="quarter" idx="5"/>
          </p:nvPr>
        </p:nvSpPr>
        <p:spPr/>
        <p:txBody>
          <a:bodyPr/>
          <a:lstStyle/>
          <a:p>
            <a:fld id="{25AFEC66-6BFA-9A4F-8C14-93D2FB19A680}" type="slidenum">
              <a:rPr lang="nl-NL" smtClean="0"/>
              <a:t>9</a:t>
            </a:fld>
            <a:endParaRPr lang="nl-NL"/>
          </a:p>
        </p:txBody>
      </p:sp>
    </p:spTree>
    <p:extLst>
      <p:ext uri="{BB962C8B-B14F-4D97-AF65-F5344CB8AC3E}">
        <p14:creationId xmlns:p14="http://schemas.microsoft.com/office/powerpoint/2010/main" val="31809524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784CB-361B-11D5-1B89-258AF1140B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9E619F-8976-DC8C-C5E2-5050D72E3F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58101D-25AC-BCF0-70AA-44F2316357DE}"/>
              </a:ext>
            </a:extLst>
          </p:cNvPr>
          <p:cNvSpPr>
            <a:spLocks noGrp="1"/>
          </p:cNvSpPr>
          <p:nvPr>
            <p:ph type="body" idx="1"/>
          </p:nvPr>
        </p:nvSpPr>
        <p:spPr/>
        <p:txBody>
          <a:bodyPr/>
          <a:lstStyle/>
          <a:p>
            <a:r>
              <a:rPr lang="nl-NL" dirty="0"/>
              <a:t>Starten met een systeem</a:t>
            </a:r>
          </a:p>
        </p:txBody>
      </p:sp>
      <p:sp>
        <p:nvSpPr>
          <p:cNvPr id="4" name="Slide Number Placeholder 3">
            <a:extLst>
              <a:ext uri="{FF2B5EF4-FFF2-40B4-BE49-F238E27FC236}">
                <a16:creationId xmlns:a16="http://schemas.microsoft.com/office/drawing/2014/main" id="{F896B62F-A66D-7C98-425E-84615686D7F6}"/>
              </a:ext>
            </a:extLst>
          </p:cNvPr>
          <p:cNvSpPr>
            <a:spLocks noGrp="1"/>
          </p:cNvSpPr>
          <p:nvPr>
            <p:ph type="sldNum" sz="quarter" idx="5"/>
          </p:nvPr>
        </p:nvSpPr>
        <p:spPr/>
        <p:txBody>
          <a:bodyPr/>
          <a:lstStyle/>
          <a:p>
            <a:fld id="{25AFEC66-6BFA-9A4F-8C14-93D2FB19A680}" type="slidenum">
              <a:rPr lang="nl-NL" smtClean="0"/>
              <a:t>10</a:t>
            </a:fld>
            <a:endParaRPr lang="nl-NL"/>
          </a:p>
        </p:txBody>
      </p:sp>
    </p:spTree>
    <p:extLst>
      <p:ext uri="{BB962C8B-B14F-4D97-AF65-F5344CB8AC3E}">
        <p14:creationId xmlns:p14="http://schemas.microsoft.com/office/powerpoint/2010/main" val="39447143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houd van twee">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B4D4BE46-82C7-48CE-BFD3-54BCCDB005B1}"/>
              </a:ext>
            </a:extLst>
          </p:cNvPr>
          <p:cNvSpPr>
            <a:spLocks noGrp="1"/>
          </p:cNvSpPr>
          <p:nvPr>
            <p:ph type="title"/>
          </p:nvPr>
        </p:nvSpPr>
        <p:spPr>
          <a:xfrm>
            <a:off x="729053" y="244476"/>
            <a:ext cx="7443397" cy="993775"/>
          </a:xfrm>
        </p:spPr>
        <p:txBody>
          <a:bodyPr/>
          <a:lstStyle/>
          <a:p>
            <a:r>
              <a:rPr lang="nl-NL"/>
              <a:t>Klik om stijl te bewerken</a:t>
            </a:r>
          </a:p>
        </p:txBody>
      </p:sp>
      <p:sp>
        <p:nvSpPr>
          <p:cNvPr id="11" name="Tijdelijke aanduiding voor datum 10">
            <a:extLst>
              <a:ext uri="{FF2B5EF4-FFF2-40B4-BE49-F238E27FC236}">
                <a16:creationId xmlns:a16="http://schemas.microsoft.com/office/drawing/2014/main" id="{7D7E7F37-22C8-429B-BAD4-57F0735174CA}"/>
              </a:ext>
            </a:extLst>
          </p:cNvPr>
          <p:cNvSpPr>
            <a:spLocks noGrp="1"/>
          </p:cNvSpPr>
          <p:nvPr>
            <p:ph type="dt" sz="half" idx="12"/>
          </p:nvPr>
        </p:nvSpPr>
        <p:spPr>
          <a:xfrm>
            <a:off x="7359650" y="4767263"/>
            <a:ext cx="812800" cy="274637"/>
          </a:xfrm>
        </p:spPr>
        <p:txBody>
          <a:bodyPr/>
          <a:lstStyle/>
          <a:p>
            <a:fld id="{982E87CE-8545-4B28-9101-1ABE11BF1B41}" type="datetime1">
              <a:rPr lang="nl-NL" smtClean="0"/>
              <a:t>19-11-2025</a:t>
            </a:fld>
            <a:endParaRPr lang="nl-NL"/>
          </a:p>
        </p:txBody>
      </p:sp>
      <p:sp>
        <p:nvSpPr>
          <p:cNvPr id="12" name="Tijdelijke aanduiding voor voettekst 11">
            <a:extLst>
              <a:ext uri="{FF2B5EF4-FFF2-40B4-BE49-F238E27FC236}">
                <a16:creationId xmlns:a16="http://schemas.microsoft.com/office/drawing/2014/main" id="{0CB7902A-6436-4E71-9CC0-B50585D9A0B7}"/>
              </a:ext>
            </a:extLst>
          </p:cNvPr>
          <p:cNvSpPr>
            <a:spLocks noGrp="1"/>
          </p:cNvSpPr>
          <p:nvPr>
            <p:ph type="ftr" sz="quarter" idx="13"/>
          </p:nvPr>
        </p:nvSpPr>
        <p:spPr>
          <a:xfrm>
            <a:off x="1258364" y="4767263"/>
            <a:ext cx="5994401" cy="274637"/>
          </a:xfrm>
        </p:spPr>
        <p:txBody>
          <a:bodyPr/>
          <a:lstStyle/>
          <a:p>
            <a:endParaRPr lang="nl-NL" dirty="0"/>
          </a:p>
        </p:txBody>
      </p:sp>
      <p:sp>
        <p:nvSpPr>
          <p:cNvPr id="14" name="Tijdelijke aanduiding voor dianummer 13">
            <a:extLst>
              <a:ext uri="{FF2B5EF4-FFF2-40B4-BE49-F238E27FC236}">
                <a16:creationId xmlns:a16="http://schemas.microsoft.com/office/drawing/2014/main" id="{DB56C006-F6E0-4E00-9F80-9566D353EA4E}"/>
              </a:ext>
            </a:extLst>
          </p:cNvPr>
          <p:cNvSpPr>
            <a:spLocks noGrp="1"/>
          </p:cNvSpPr>
          <p:nvPr>
            <p:ph type="sldNum" sz="quarter" idx="14"/>
          </p:nvPr>
        </p:nvSpPr>
        <p:spPr>
          <a:xfrm>
            <a:off x="729053" y="4767263"/>
            <a:ext cx="450850" cy="274637"/>
          </a:xfrm>
        </p:spPr>
        <p:txBody>
          <a:bodyPr/>
          <a:lstStyle/>
          <a:p>
            <a:fld id="{82F1406F-2017-4431-B79A-7DFC81A4E36B}" type="slidenum">
              <a:rPr lang="nl-NL" smtClean="0"/>
              <a:pPr/>
              <a:t>‹#›</a:t>
            </a:fld>
            <a:endParaRPr lang="nl-NL"/>
          </a:p>
        </p:txBody>
      </p:sp>
      <p:sp>
        <p:nvSpPr>
          <p:cNvPr id="16" name="Tijdelijke aanduiding voor inhoud 15">
            <a:extLst>
              <a:ext uri="{FF2B5EF4-FFF2-40B4-BE49-F238E27FC236}">
                <a16:creationId xmlns:a16="http://schemas.microsoft.com/office/drawing/2014/main" id="{95EAD7FD-9E2E-446E-ABC5-913951BAF344}"/>
              </a:ext>
            </a:extLst>
          </p:cNvPr>
          <p:cNvSpPr>
            <a:spLocks noGrp="1"/>
          </p:cNvSpPr>
          <p:nvPr>
            <p:ph sz="quarter" idx="15"/>
          </p:nvPr>
        </p:nvSpPr>
        <p:spPr>
          <a:xfrm>
            <a:off x="728662" y="1347788"/>
            <a:ext cx="3600000" cy="3060700"/>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7" name="Tijdelijke aanduiding voor inhoud 15">
            <a:extLst>
              <a:ext uri="{FF2B5EF4-FFF2-40B4-BE49-F238E27FC236}">
                <a16:creationId xmlns:a16="http://schemas.microsoft.com/office/drawing/2014/main" id="{4FC9E3EF-B5D6-4148-81B7-175C3D016450}"/>
              </a:ext>
            </a:extLst>
          </p:cNvPr>
          <p:cNvSpPr>
            <a:spLocks noGrp="1"/>
          </p:cNvSpPr>
          <p:nvPr>
            <p:ph sz="quarter" idx="16"/>
          </p:nvPr>
        </p:nvSpPr>
        <p:spPr>
          <a:xfrm>
            <a:off x="4572001" y="1347788"/>
            <a:ext cx="3600450" cy="3060700"/>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Tree>
    <p:extLst>
      <p:ext uri="{BB962C8B-B14F-4D97-AF65-F5344CB8AC3E}">
        <p14:creationId xmlns:p14="http://schemas.microsoft.com/office/powerpoint/2010/main" val="4150070785"/>
      </p:ext>
    </p:extLst>
  </p:cSld>
  <p:clrMapOvr>
    <a:masterClrMapping/>
  </p:clrMapOvr>
  <p:extLst>
    <p:ext uri="{DCECCB84-F9BA-43D5-87BE-67443E8EF086}">
      <p15:sldGuideLst xmlns:p15="http://schemas.microsoft.com/office/powerpoint/2012/main">
        <p15:guide id="1" pos="453">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houd">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B4D4BE46-82C7-48CE-BFD3-54BCCDB005B1}"/>
              </a:ext>
            </a:extLst>
          </p:cNvPr>
          <p:cNvSpPr>
            <a:spLocks noGrp="1"/>
          </p:cNvSpPr>
          <p:nvPr>
            <p:ph type="title"/>
          </p:nvPr>
        </p:nvSpPr>
        <p:spPr>
          <a:xfrm>
            <a:off x="729053" y="244476"/>
            <a:ext cx="7443397" cy="993775"/>
          </a:xfrm>
        </p:spPr>
        <p:txBody>
          <a:bodyPr/>
          <a:lstStyle/>
          <a:p>
            <a:r>
              <a:rPr lang="nl-NL"/>
              <a:t>Klik om stijl te bewerken</a:t>
            </a:r>
          </a:p>
        </p:txBody>
      </p:sp>
      <p:sp>
        <p:nvSpPr>
          <p:cNvPr id="11" name="Tijdelijke aanduiding voor datum 10">
            <a:extLst>
              <a:ext uri="{FF2B5EF4-FFF2-40B4-BE49-F238E27FC236}">
                <a16:creationId xmlns:a16="http://schemas.microsoft.com/office/drawing/2014/main" id="{7D7E7F37-22C8-429B-BAD4-57F0735174CA}"/>
              </a:ext>
            </a:extLst>
          </p:cNvPr>
          <p:cNvSpPr>
            <a:spLocks noGrp="1"/>
          </p:cNvSpPr>
          <p:nvPr>
            <p:ph type="dt" sz="half" idx="12"/>
          </p:nvPr>
        </p:nvSpPr>
        <p:spPr>
          <a:xfrm>
            <a:off x="7359650" y="4767263"/>
            <a:ext cx="812800" cy="274637"/>
          </a:xfrm>
        </p:spPr>
        <p:txBody>
          <a:bodyPr/>
          <a:lstStyle/>
          <a:p>
            <a:fld id="{982E87CE-8545-4B28-9101-1ABE11BF1B41}" type="datetime1">
              <a:rPr lang="nl-NL" smtClean="0"/>
              <a:t>19-11-2025</a:t>
            </a:fld>
            <a:endParaRPr lang="nl-NL"/>
          </a:p>
        </p:txBody>
      </p:sp>
      <p:sp>
        <p:nvSpPr>
          <p:cNvPr id="12" name="Tijdelijke aanduiding voor voettekst 11">
            <a:extLst>
              <a:ext uri="{FF2B5EF4-FFF2-40B4-BE49-F238E27FC236}">
                <a16:creationId xmlns:a16="http://schemas.microsoft.com/office/drawing/2014/main" id="{0CB7902A-6436-4E71-9CC0-B50585D9A0B7}"/>
              </a:ext>
            </a:extLst>
          </p:cNvPr>
          <p:cNvSpPr>
            <a:spLocks noGrp="1"/>
          </p:cNvSpPr>
          <p:nvPr>
            <p:ph type="ftr" sz="quarter" idx="13"/>
          </p:nvPr>
        </p:nvSpPr>
        <p:spPr>
          <a:xfrm>
            <a:off x="1258364" y="4767263"/>
            <a:ext cx="5994401" cy="274637"/>
          </a:xfrm>
        </p:spPr>
        <p:txBody>
          <a:bodyPr/>
          <a:lstStyle/>
          <a:p>
            <a:endParaRPr lang="nl-NL" dirty="0"/>
          </a:p>
        </p:txBody>
      </p:sp>
      <p:sp>
        <p:nvSpPr>
          <p:cNvPr id="14" name="Tijdelijke aanduiding voor dianummer 13">
            <a:extLst>
              <a:ext uri="{FF2B5EF4-FFF2-40B4-BE49-F238E27FC236}">
                <a16:creationId xmlns:a16="http://schemas.microsoft.com/office/drawing/2014/main" id="{DB56C006-F6E0-4E00-9F80-9566D353EA4E}"/>
              </a:ext>
            </a:extLst>
          </p:cNvPr>
          <p:cNvSpPr>
            <a:spLocks noGrp="1"/>
          </p:cNvSpPr>
          <p:nvPr>
            <p:ph type="sldNum" sz="quarter" idx="14"/>
          </p:nvPr>
        </p:nvSpPr>
        <p:spPr>
          <a:xfrm>
            <a:off x="729053" y="4767263"/>
            <a:ext cx="450850" cy="274637"/>
          </a:xfrm>
        </p:spPr>
        <p:txBody>
          <a:bodyPr/>
          <a:lstStyle/>
          <a:p>
            <a:fld id="{82F1406F-2017-4431-B79A-7DFC81A4E36B}" type="slidenum">
              <a:rPr lang="nl-NL" smtClean="0"/>
              <a:pPr/>
              <a:t>‹#›</a:t>
            </a:fld>
            <a:endParaRPr lang="nl-NL"/>
          </a:p>
        </p:txBody>
      </p:sp>
      <p:sp>
        <p:nvSpPr>
          <p:cNvPr id="16" name="Tijdelijke aanduiding voor inhoud 15">
            <a:extLst>
              <a:ext uri="{FF2B5EF4-FFF2-40B4-BE49-F238E27FC236}">
                <a16:creationId xmlns:a16="http://schemas.microsoft.com/office/drawing/2014/main" id="{95EAD7FD-9E2E-446E-ABC5-913951BAF344}"/>
              </a:ext>
            </a:extLst>
          </p:cNvPr>
          <p:cNvSpPr>
            <a:spLocks noGrp="1"/>
          </p:cNvSpPr>
          <p:nvPr>
            <p:ph sz="quarter" idx="15"/>
          </p:nvPr>
        </p:nvSpPr>
        <p:spPr>
          <a:xfrm>
            <a:off x="728663" y="1347788"/>
            <a:ext cx="7443787" cy="3060700"/>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Tree>
    <p:extLst>
      <p:ext uri="{BB962C8B-B14F-4D97-AF65-F5344CB8AC3E}">
        <p14:creationId xmlns:p14="http://schemas.microsoft.com/office/powerpoint/2010/main" val="494338519"/>
      </p:ext>
    </p:extLst>
  </p:cSld>
  <p:clrMapOvr>
    <a:masterClrMapping/>
  </p:clrMapOvr>
  <p:extLst>
    <p:ext uri="{DCECCB84-F9BA-43D5-87BE-67443E8EF086}">
      <p15:sldGuideLst xmlns:p15="http://schemas.microsoft.com/office/powerpoint/2012/main">
        <p15:guide id="1" pos="453"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Vergelijking">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B4D4BE46-82C7-48CE-BFD3-54BCCDB005B1}"/>
              </a:ext>
            </a:extLst>
          </p:cNvPr>
          <p:cNvSpPr>
            <a:spLocks noGrp="1"/>
          </p:cNvSpPr>
          <p:nvPr>
            <p:ph type="title"/>
          </p:nvPr>
        </p:nvSpPr>
        <p:spPr>
          <a:xfrm>
            <a:off x="729053" y="244476"/>
            <a:ext cx="7443397" cy="993775"/>
          </a:xfrm>
        </p:spPr>
        <p:txBody>
          <a:bodyPr/>
          <a:lstStyle/>
          <a:p>
            <a:r>
              <a:rPr lang="nl-NL"/>
              <a:t>Klik om stijl te bewerken</a:t>
            </a:r>
          </a:p>
        </p:txBody>
      </p:sp>
      <p:sp>
        <p:nvSpPr>
          <p:cNvPr id="11" name="Tijdelijke aanduiding voor datum 10">
            <a:extLst>
              <a:ext uri="{FF2B5EF4-FFF2-40B4-BE49-F238E27FC236}">
                <a16:creationId xmlns:a16="http://schemas.microsoft.com/office/drawing/2014/main" id="{7D7E7F37-22C8-429B-BAD4-57F0735174CA}"/>
              </a:ext>
            </a:extLst>
          </p:cNvPr>
          <p:cNvSpPr>
            <a:spLocks noGrp="1"/>
          </p:cNvSpPr>
          <p:nvPr>
            <p:ph type="dt" sz="half" idx="12"/>
          </p:nvPr>
        </p:nvSpPr>
        <p:spPr>
          <a:xfrm>
            <a:off x="7359650" y="4767263"/>
            <a:ext cx="812800" cy="274637"/>
          </a:xfrm>
        </p:spPr>
        <p:txBody>
          <a:bodyPr/>
          <a:lstStyle/>
          <a:p>
            <a:fld id="{982E87CE-8545-4B28-9101-1ABE11BF1B41}" type="datetime1">
              <a:rPr lang="nl-NL" smtClean="0"/>
              <a:t>19-11-2025</a:t>
            </a:fld>
            <a:endParaRPr lang="nl-NL"/>
          </a:p>
        </p:txBody>
      </p:sp>
      <p:sp>
        <p:nvSpPr>
          <p:cNvPr id="12" name="Tijdelijke aanduiding voor voettekst 11">
            <a:extLst>
              <a:ext uri="{FF2B5EF4-FFF2-40B4-BE49-F238E27FC236}">
                <a16:creationId xmlns:a16="http://schemas.microsoft.com/office/drawing/2014/main" id="{0CB7902A-6436-4E71-9CC0-B50585D9A0B7}"/>
              </a:ext>
            </a:extLst>
          </p:cNvPr>
          <p:cNvSpPr>
            <a:spLocks noGrp="1"/>
          </p:cNvSpPr>
          <p:nvPr>
            <p:ph type="ftr" sz="quarter" idx="13"/>
          </p:nvPr>
        </p:nvSpPr>
        <p:spPr>
          <a:xfrm>
            <a:off x="1258364" y="4767263"/>
            <a:ext cx="5994401" cy="274637"/>
          </a:xfrm>
        </p:spPr>
        <p:txBody>
          <a:bodyPr/>
          <a:lstStyle/>
          <a:p>
            <a:endParaRPr lang="nl-NL" dirty="0"/>
          </a:p>
        </p:txBody>
      </p:sp>
      <p:sp>
        <p:nvSpPr>
          <p:cNvPr id="14" name="Tijdelijke aanduiding voor dianummer 13">
            <a:extLst>
              <a:ext uri="{FF2B5EF4-FFF2-40B4-BE49-F238E27FC236}">
                <a16:creationId xmlns:a16="http://schemas.microsoft.com/office/drawing/2014/main" id="{DB56C006-F6E0-4E00-9F80-9566D353EA4E}"/>
              </a:ext>
            </a:extLst>
          </p:cNvPr>
          <p:cNvSpPr>
            <a:spLocks noGrp="1"/>
          </p:cNvSpPr>
          <p:nvPr>
            <p:ph type="sldNum" sz="quarter" idx="14"/>
          </p:nvPr>
        </p:nvSpPr>
        <p:spPr>
          <a:xfrm>
            <a:off x="729053" y="4767263"/>
            <a:ext cx="450850" cy="274637"/>
          </a:xfrm>
        </p:spPr>
        <p:txBody>
          <a:bodyPr/>
          <a:lstStyle/>
          <a:p>
            <a:fld id="{82F1406F-2017-4431-B79A-7DFC81A4E36B}" type="slidenum">
              <a:rPr lang="nl-NL" smtClean="0"/>
              <a:pPr/>
              <a:t>‹#›</a:t>
            </a:fld>
            <a:endParaRPr lang="nl-NL"/>
          </a:p>
        </p:txBody>
      </p:sp>
      <p:sp>
        <p:nvSpPr>
          <p:cNvPr id="16" name="Tijdelijke aanduiding voor inhoud 15">
            <a:extLst>
              <a:ext uri="{FF2B5EF4-FFF2-40B4-BE49-F238E27FC236}">
                <a16:creationId xmlns:a16="http://schemas.microsoft.com/office/drawing/2014/main" id="{95EAD7FD-9E2E-446E-ABC5-913951BAF344}"/>
              </a:ext>
            </a:extLst>
          </p:cNvPr>
          <p:cNvSpPr>
            <a:spLocks noGrp="1"/>
          </p:cNvSpPr>
          <p:nvPr>
            <p:ph sz="quarter" idx="15"/>
          </p:nvPr>
        </p:nvSpPr>
        <p:spPr>
          <a:xfrm>
            <a:off x="728662" y="1874837"/>
            <a:ext cx="3600000" cy="2533651"/>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7" name="Tijdelijke aanduiding voor inhoud 15">
            <a:extLst>
              <a:ext uri="{FF2B5EF4-FFF2-40B4-BE49-F238E27FC236}">
                <a16:creationId xmlns:a16="http://schemas.microsoft.com/office/drawing/2014/main" id="{4FC9E3EF-B5D6-4148-81B7-175C3D016450}"/>
              </a:ext>
            </a:extLst>
          </p:cNvPr>
          <p:cNvSpPr>
            <a:spLocks noGrp="1"/>
          </p:cNvSpPr>
          <p:nvPr>
            <p:ph sz="quarter" idx="16"/>
          </p:nvPr>
        </p:nvSpPr>
        <p:spPr>
          <a:xfrm>
            <a:off x="4572000" y="1874837"/>
            <a:ext cx="3600451" cy="2533651"/>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3" name="Tijdelijke aanduiding voor tekst 2">
            <a:extLst>
              <a:ext uri="{FF2B5EF4-FFF2-40B4-BE49-F238E27FC236}">
                <a16:creationId xmlns:a16="http://schemas.microsoft.com/office/drawing/2014/main" id="{C6EDF895-B7D1-4441-89CE-FC604E2C61AD}"/>
              </a:ext>
            </a:extLst>
          </p:cNvPr>
          <p:cNvSpPr>
            <a:spLocks noGrp="1"/>
          </p:cNvSpPr>
          <p:nvPr>
            <p:ph type="body" sz="quarter" idx="17"/>
          </p:nvPr>
        </p:nvSpPr>
        <p:spPr>
          <a:xfrm>
            <a:off x="728662" y="1258888"/>
            <a:ext cx="3600000" cy="595312"/>
          </a:xfrm>
        </p:spPr>
        <p:txBody>
          <a:bodyPr/>
          <a:lstStyle>
            <a:lvl1pPr marL="0" indent="0">
              <a:buNone/>
              <a:defRPr b="1"/>
            </a:lvl1pPr>
          </a:lstStyle>
          <a:p>
            <a:pPr lvl="0"/>
            <a:r>
              <a:rPr lang="nl-NL"/>
              <a:t>Klikken om de tekststijl van het model te bewerken</a:t>
            </a:r>
          </a:p>
        </p:txBody>
      </p:sp>
      <p:sp>
        <p:nvSpPr>
          <p:cNvPr id="15" name="Tijdelijke aanduiding voor tekst 2">
            <a:extLst>
              <a:ext uri="{FF2B5EF4-FFF2-40B4-BE49-F238E27FC236}">
                <a16:creationId xmlns:a16="http://schemas.microsoft.com/office/drawing/2014/main" id="{18D6D157-830E-472B-A8A5-982AAFED6519}"/>
              </a:ext>
            </a:extLst>
          </p:cNvPr>
          <p:cNvSpPr>
            <a:spLocks noGrp="1"/>
          </p:cNvSpPr>
          <p:nvPr>
            <p:ph type="body" sz="quarter" idx="18"/>
          </p:nvPr>
        </p:nvSpPr>
        <p:spPr>
          <a:xfrm>
            <a:off x="4571548" y="1258888"/>
            <a:ext cx="3600451" cy="595312"/>
          </a:xfrm>
        </p:spPr>
        <p:txBody>
          <a:bodyPr/>
          <a:lstStyle>
            <a:lvl1pPr marL="0" indent="0">
              <a:buNone/>
              <a:defRPr b="1"/>
            </a:lvl1pPr>
          </a:lstStyle>
          <a:p>
            <a:pPr lvl="0"/>
            <a:r>
              <a:rPr lang="nl-NL"/>
              <a:t>Klikken om de tekststijl van het model te bewerken</a:t>
            </a:r>
          </a:p>
        </p:txBody>
      </p:sp>
    </p:spTree>
    <p:extLst>
      <p:ext uri="{BB962C8B-B14F-4D97-AF65-F5344CB8AC3E}">
        <p14:creationId xmlns:p14="http://schemas.microsoft.com/office/powerpoint/2010/main" val="28331031"/>
      </p:ext>
    </p:extLst>
  </p:cSld>
  <p:clrMapOvr>
    <a:masterClrMapping/>
  </p:clrMapOvr>
  <p:extLst>
    <p:ext uri="{DCECCB84-F9BA-43D5-87BE-67443E8EF086}">
      <p15:sldGuideLst xmlns:p15="http://schemas.microsoft.com/office/powerpoint/2012/main">
        <p15:guide id="1" pos="453">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efening">
    <p:spTree>
      <p:nvGrpSpPr>
        <p:cNvPr id="1" name=""/>
        <p:cNvGrpSpPr/>
        <p:nvPr/>
      </p:nvGrpSpPr>
      <p:grpSpPr>
        <a:xfrm>
          <a:off x="0" y="0"/>
          <a:ext cx="0" cy="0"/>
          <a:chOff x="0" y="0"/>
          <a:chExt cx="0" cy="0"/>
        </a:xfrm>
      </p:grpSpPr>
      <p:sp>
        <p:nvSpPr>
          <p:cNvPr id="11" name="Tijdelijke aanduiding voor datum 10">
            <a:extLst>
              <a:ext uri="{FF2B5EF4-FFF2-40B4-BE49-F238E27FC236}">
                <a16:creationId xmlns:a16="http://schemas.microsoft.com/office/drawing/2014/main" id="{7D7E7F37-22C8-429B-BAD4-57F0735174CA}"/>
              </a:ext>
            </a:extLst>
          </p:cNvPr>
          <p:cNvSpPr>
            <a:spLocks noGrp="1"/>
          </p:cNvSpPr>
          <p:nvPr>
            <p:ph type="dt" sz="half" idx="12"/>
          </p:nvPr>
        </p:nvSpPr>
        <p:spPr>
          <a:xfrm>
            <a:off x="7359650" y="4767263"/>
            <a:ext cx="812800" cy="274637"/>
          </a:xfrm>
        </p:spPr>
        <p:txBody>
          <a:bodyPr/>
          <a:lstStyle/>
          <a:p>
            <a:fld id="{982E87CE-8545-4B28-9101-1ABE11BF1B41}" type="datetime1">
              <a:rPr lang="nl-NL" smtClean="0"/>
              <a:t>19-11-2025</a:t>
            </a:fld>
            <a:endParaRPr lang="nl-NL"/>
          </a:p>
        </p:txBody>
      </p:sp>
      <p:sp>
        <p:nvSpPr>
          <p:cNvPr id="12" name="Tijdelijke aanduiding voor voettekst 11">
            <a:extLst>
              <a:ext uri="{FF2B5EF4-FFF2-40B4-BE49-F238E27FC236}">
                <a16:creationId xmlns:a16="http://schemas.microsoft.com/office/drawing/2014/main" id="{0CB7902A-6436-4E71-9CC0-B50585D9A0B7}"/>
              </a:ext>
            </a:extLst>
          </p:cNvPr>
          <p:cNvSpPr>
            <a:spLocks noGrp="1"/>
          </p:cNvSpPr>
          <p:nvPr>
            <p:ph type="ftr" sz="quarter" idx="13"/>
          </p:nvPr>
        </p:nvSpPr>
        <p:spPr>
          <a:xfrm>
            <a:off x="1258364" y="4767263"/>
            <a:ext cx="5994401" cy="274637"/>
          </a:xfrm>
        </p:spPr>
        <p:txBody>
          <a:bodyPr/>
          <a:lstStyle/>
          <a:p>
            <a:endParaRPr lang="nl-NL" dirty="0"/>
          </a:p>
        </p:txBody>
      </p:sp>
      <p:sp>
        <p:nvSpPr>
          <p:cNvPr id="14" name="Tijdelijke aanduiding voor dianummer 13">
            <a:extLst>
              <a:ext uri="{FF2B5EF4-FFF2-40B4-BE49-F238E27FC236}">
                <a16:creationId xmlns:a16="http://schemas.microsoft.com/office/drawing/2014/main" id="{DB56C006-F6E0-4E00-9F80-9566D353EA4E}"/>
              </a:ext>
            </a:extLst>
          </p:cNvPr>
          <p:cNvSpPr>
            <a:spLocks noGrp="1"/>
          </p:cNvSpPr>
          <p:nvPr>
            <p:ph type="sldNum" sz="quarter" idx="14"/>
          </p:nvPr>
        </p:nvSpPr>
        <p:spPr>
          <a:xfrm>
            <a:off x="729053" y="4767263"/>
            <a:ext cx="450850" cy="274637"/>
          </a:xfrm>
        </p:spPr>
        <p:txBody>
          <a:bodyPr/>
          <a:lstStyle/>
          <a:p>
            <a:fld id="{82F1406F-2017-4431-B79A-7DFC81A4E36B}" type="slidenum">
              <a:rPr lang="nl-NL" smtClean="0"/>
              <a:pPr/>
              <a:t>‹#›</a:t>
            </a:fld>
            <a:endParaRPr lang="nl-NL"/>
          </a:p>
        </p:txBody>
      </p:sp>
      <p:sp>
        <p:nvSpPr>
          <p:cNvPr id="16" name="Tijdelijke aanduiding voor inhoud 15">
            <a:extLst>
              <a:ext uri="{FF2B5EF4-FFF2-40B4-BE49-F238E27FC236}">
                <a16:creationId xmlns:a16="http://schemas.microsoft.com/office/drawing/2014/main" id="{95EAD7FD-9E2E-446E-ABC5-913951BAF344}"/>
              </a:ext>
            </a:extLst>
          </p:cNvPr>
          <p:cNvSpPr>
            <a:spLocks noGrp="1"/>
          </p:cNvSpPr>
          <p:nvPr>
            <p:ph sz="quarter" idx="15"/>
          </p:nvPr>
        </p:nvSpPr>
        <p:spPr>
          <a:xfrm>
            <a:off x="728663" y="1347788"/>
            <a:ext cx="7443787" cy="3060700"/>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10" name="Titel 9">
            <a:extLst>
              <a:ext uri="{FF2B5EF4-FFF2-40B4-BE49-F238E27FC236}">
                <a16:creationId xmlns:a16="http://schemas.microsoft.com/office/drawing/2014/main" id="{B4D4BE46-82C7-48CE-BFD3-54BCCDB005B1}"/>
              </a:ext>
            </a:extLst>
          </p:cNvPr>
          <p:cNvSpPr>
            <a:spLocks noGrp="1"/>
          </p:cNvSpPr>
          <p:nvPr>
            <p:ph type="title"/>
          </p:nvPr>
        </p:nvSpPr>
        <p:spPr>
          <a:xfrm>
            <a:off x="729053" y="244476"/>
            <a:ext cx="7443397" cy="993775"/>
          </a:xfrm>
        </p:spPr>
        <p:txBody>
          <a:bodyPr/>
          <a:lstStyle/>
          <a:p>
            <a:r>
              <a:rPr lang="nl-NL"/>
              <a:t>Klik om stijl te bewerken</a:t>
            </a:r>
          </a:p>
        </p:txBody>
      </p:sp>
      <p:pic>
        <p:nvPicPr>
          <p:cNvPr id="7" name="Pictogram">
            <a:extLst>
              <a:ext uri="{FF2B5EF4-FFF2-40B4-BE49-F238E27FC236}">
                <a16:creationId xmlns:a16="http://schemas.microsoft.com/office/drawing/2014/main" id="{6BB6BD9F-BBC2-4C62-B72A-1D9C3C2DC9B6}"/>
              </a:ext>
            </a:extLst>
          </p:cNvPr>
          <p:cNvPicPr>
            <a:picLocks noChangeAspect="1"/>
          </p:cNvPicPr>
          <p:nvPr userDrawn="1"/>
        </p:nvPicPr>
        <p:blipFill>
          <a:blip r:embed="rId2"/>
          <a:stretch>
            <a:fillRect/>
          </a:stretch>
        </p:blipFill>
        <p:spPr>
          <a:xfrm>
            <a:off x="8259751" y="432639"/>
            <a:ext cx="695564" cy="693634"/>
          </a:xfrm>
          <a:prstGeom prst="rect">
            <a:avLst/>
          </a:prstGeom>
        </p:spPr>
      </p:pic>
    </p:spTree>
    <p:extLst>
      <p:ext uri="{BB962C8B-B14F-4D97-AF65-F5344CB8AC3E}">
        <p14:creationId xmlns:p14="http://schemas.microsoft.com/office/powerpoint/2010/main" val="1504276276"/>
      </p:ext>
    </p:extLst>
  </p:cSld>
  <p:clrMapOvr>
    <a:masterClrMapping/>
  </p:clrMapOvr>
  <p:extLst>
    <p:ext uri="{DCECCB84-F9BA-43D5-87BE-67443E8EF086}">
      <p15:sldGuideLst xmlns:p15="http://schemas.microsoft.com/office/powerpoint/2012/main">
        <p15:guide id="1" pos="453">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efening uitwerking">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B4D4BE46-82C7-48CE-BFD3-54BCCDB005B1}"/>
              </a:ext>
            </a:extLst>
          </p:cNvPr>
          <p:cNvSpPr>
            <a:spLocks noGrp="1"/>
          </p:cNvSpPr>
          <p:nvPr>
            <p:ph type="title"/>
          </p:nvPr>
        </p:nvSpPr>
        <p:spPr>
          <a:xfrm>
            <a:off x="729053" y="244476"/>
            <a:ext cx="7443397" cy="993775"/>
          </a:xfrm>
        </p:spPr>
        <p:txBody>
          <a:bodyPr/>
          <a:lstStyle/>
          <a:p>
            <a:r>
              <a:rPr lang="nl-NL"/>
              <a:t>Klik om stijl te bewerken</a:t>
            </a:r>
          </a:p>
        </p:txBody>
      </p:sp>
      <p:sp>
        <p:nvSpPr>
          <p:cNvPr id="11" name="Tijdelijke aanduiding voor datum 10">
            <a:extLst>
              <a:ext uri="{FF2B5EF4-FFF2-40B4-BE49-F238E27FC236}">
                <a16:creationId xmlns:a16="http://schemas.microsoft.com/office/drawing/2014/main" id="{7D7E7F37-22C8-429B-BAD4-57F0735174CA}"/>
              </a:ext>
            </a:extLst>
          </p:cNvPr>
          <p:cNvSpPr>
            <a:spLocks noGrp="1"/>
          </p:cNvSpPr>
          <p:nvPr>
            <p:ph type="dt" sz="half" idx="12"/>
          </p:nvPr>
        </p:nvSpPr>
        <p:spPr>
          <a:xfrm>
            <a:off x="7359650" y="4767263"/>
            <a:ext cx="812800" cy="274637"/>
          </a:xfrm>
        </p:spPr>
        <p:txBody>
          <a:bodyPr/>
          <a:lstStyle/>
          <a:p>
            <a:fld id="{982E87CE-8545-4B28-9101-1ABE11BF1B41}" type="datetime1">
              <a:rPr lang="nl-NL" smtClean="0"/>
              <a:t>19-11-2025</a:t>
            </a:fld>
            <a:endParaRPr lang="nl-NL"/>
          </a:p>
        </p:txBody>
      </p:sp>
      <p:sp>
        <p:nvSpPr>
          <p:cNvPr id="12" name="Tijdelijke aanduiding voor voettekst 11">
            <a:extLst>
              <a:ext uri="{FF2B5EF4-FFF2-40B4-BE49-F238E27FC236}">
                <a16:creationId xmlns:a16="http://schemas.microsoft.com/office/drawing/2014/main" id="{0CB7902A-6436-4E71-9CC0-B50585D9A0B7}"/>
              </a:ext>
            </a:extLst>
          </p:cNvPr>
          <p:cNvSpPr>
            <a:spLocks noGrp="1"/>
          </p:cNvSpPr>
          <p:nvPr>
            <p:ph type="ftr" sz="quarter" idx="13"/>
          </p:nvPr>
        </p:nvSpPr>
        <p:spPr>
          <a:xfrm>
            <a:off x="1258364" y="4767263"/>
            <a:ext cx="5994401" cy="274637"/>
          </a:xfrm>
        </p:spPr>
        <p:txBody>
          <a:bodyPr/>
          <a:lstStyle/>
          <a:p>
            <a:endParaRPr lang="nl-NL" dirty="0"/>
          </a:p>
        </p:txBody>
      </p:sp>
      <p:sp>
        <p:nvSpPr>
          <p:cNvPr id="14" name="Tijdelijke aanduiding voor dianummer 13">
            <a:extLst>
              <a:ext uri="{FF2B5EF4-FFF2-40B4-BE49-F238E27FC236}">
                <a16:creationId xmlns:a16="http://schemas.microsoft.com/office/drawing/2014/main" id="{DB56C006-F6E0-4E00-9F80-9566D353EA4E}"/>
              </a:ext>
            </a:extLst>
          </p:cNvPr>
          <p:cNvSpPr>
            <a:spLocks noGrp="1"/>
          </p:cNvSpPr>
          <p:nvPr>
            <p:ph type="sldNum" sz="quarter" idx="14"/>
          </p:nvPr>
        </p:nvSpPr>
        <p:spPr>
          <a:xfrm>
            <a:off x="729053" y="4767263"/>
            <a:ext cx="450850" cy="274637"/>
          </a:xfrm>
        </p:spPr>
        <p:txBody>
          <a:bodyPr/>
          <a:lstStyle/>
          <a:p>
            <a:fld id="{82F1406F-2017-4431-B79A-7DFC81A4E36B}" type="slidenum">
              <a:rPr lang="nl-NL" smtClean="0"/>
              <a:pPr/>
              <a:t>‹#›</a:t>
            </a:fld>
            <a:endParaRPr lang="nl-NL"/>
          </a:p>
        </p:txBody>
      </p:sp>
      <p:sp>
        <p:nvSpPr>
          <p:cNvPr id="16" name="Tijdelijke aanduiding voor inhoud 15">
            <a:extLst>
              <a:ext uri="{FF2B5EF4-FFF2-40B4-BE49-F238E27FC236}">
                <a16:creationId xmlns:a16="http://schemas.microsoft.com/office/drawing/2014/main" id="{95EAD7FD-9E2E-446E-ABC5-913951BAF344}"/>
              </a:ext>
            </a:extLst>
          </p:cNvPr>
          <p:cNvSpPr>
            <a:spLocks noGrp="1"/>
          </p:cNvSpPr>
          <p:nvPr>
            <p:ph sz="quarter" idx="15"/>
          </p:nvPr>
        </p:nvSpPr>
        <p:spPr>
          <a:xfrm>
            <a:off x="728663" y="1347788"/>
            <a:ext cx="7443787" cy="3060700"/>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pic>
        <p:nvPicPr>
          <p:cNvPr id="8" name="Picture 7">
            <a:extLst>
              <a:ext uri="{FF2B5EF4-FFF2-40B4-BE49-F238E27FC236}">
                <a16:creationId xmlns:a16="http://schemas.microsoft.com/office/drawing/2014/main" id="{176CBBC2-229A-4179-BF74-E29AAD55A4BA}"/>
              </a:ext>
            </a:extLst>
          </p:cNvPr>
          <p:cNvPicPr>
            <a:picLocks noChangeAspect="1"/>
          </p:cNvPicPr>
          <p:nvPr userDrawn="1"/>
        </p:nvPicPr>
        <p:blipFill>
          <a:blip r:embed="rId2"/>
          <a:stretch>
            <a:fillRect/>
          </a:stretch>
        </p:blipFill>
        <p:spPr>
          <a:xfrm>
            <a:off x="8142515" y="351860"/>
            <a:ext cx="812800" cy="774413"/>
          </a:xfrm>
          <a:prstGeom prst="rect">
            <a:avLst/>
          </a:prstGeom>
        </p:spPr>
      </p:pic>
    </p:spTree>
    <p:extLst>
      <p:ext uri="{BB962C8B-B14F-4D97-AF65-F5344CB8AC3E}">
        <p14:creationId xmlns:p14="http://schemas.microsoft.com/office/powerpoint/2010/main" val="2548200596"/>
      </p:ext>
    </p:extLst>
  </p:cSld>
  <p:clrMapOvr>
    <a:masterClrMapping/>
  </p:clrMapOvr>
  <p:extLst>
    <p:ext uri="{DCECCB84-F9BA-43D5-87BE-67443E8EF086}">
      <p15:sldGuideLst xmlns:p15="http://schemas.microsoft.com/office/powerpoint/2012/main">
        <p15:guide id="1" pos="453">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lleen titel">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B4D4BE46-82C7-48CE-BFD3-54BCCDB005B1}"/>
              </a:ext>
            </a:extLst>
          </p:cNvPr>
          <p:cNvSpPr>
            <a:spLocks noGrp="1"/>
          </p:cNvSpPr>
          <p:nvPr>
            <p:ph type="title"/>
          </p:nvPr>
        </p:nvSpPr>
        <p:spPr>
          <a:xfrm>
            <a:off x="729053" y="244476"/>
            <a:ext cx="7443397" cy="993775"/>
          </a:xfrm>
        </p:spPr>
        <p:txBody>
          <a:bodyPr/>
          <a:lstStyle/>
          <a:p>
            <a:r>
              <a:rPr lang="nl-NL"/>
              <a:t>Klik om stijl te bewerken</a:t>
            </a:r>
          </a:p>
        </p:txBody>
      </p:sp>
      <p:sp>
        <p:nvSpPr>
          <p:cNvPr id="11" name="Tijdelijke aanduiding voor datum 10">
            <a:extLst>
              <a:ext uri="{FF2B5EF4-FFF2-40B4-BE49-F238E27FC236}">
                <a16:creationId xmlns:a16="http://schemas.microsoft.com/office/drawing/2014/main" id="{7D7E7F37-22C8-429B-BAD4-57F0735174CA}"/>
              </a:ext>
            </a:extLst>
          </p:cNvPr>
          <p:cNvSpPr>
            <a:spLocks noGrp="1"/>
          </p:cNvSpPr>
          <p:nvPr>
            <p:ph type="dt" sz="half" idx="12"/>
          </p:nvPr>
        </p:nvSpPr>
        <p:spPr>
          <a:xfrm>
            <a:off x="7359650" y="4767263"/>
            <a:ext cx="812800" cy="274637"/>
          </a:xfrm>
        </p:spPr>
        <p:txBody>
          <a:bodyPr/>
          <a:lstStyle/>
          <a:p>
            <a:fld id="{982E87CE-8545-4B28-9101-1ABE11BF1B41}" type="datetime1">
              <a:rPr lang="nl-NL" smtClean="0"/>
              <a:t>19-11-2025</a:t>
            </a:fld>
            <a:endParaRPr lang="nl-NL"/>
          </a:p>
        </p:txBody>
      </p:sp>
      <p:sp>
        <p:nvSpPr>
          <p:cNvPr id="12" name="Tijdelijke aanduiding voor voettekst 11">
            <a:extLst>
              <a:ext uri="{FF2B5EF4-FFF2-40B4-BE49-F238E27FC236}">
                <a16:creationId xmlns:a16="http://schemas.microsoft.com/office/drawing/2014/main" id="{0CB7902A-6436-4E71-9CC0-B50585D9A0B7}"/>
              </a:ext>
            </a:extLst>
          </p:cNvPr>
          <p:cNvSpPr>
            <a:spLocks noGrp="1"/>
          </p:cNvSpPr>
          <p:nvPr>
            <p:ph type="ftr" sz="quarter" idx="13"/>
          </p:nvPr>
        </p:nvSpPr>
        <p:spPr>
          <a:xfrm>
            <a:off x="1258364" y="4767263"/>
            <a:ext cx="5994401" cy="274637"/>
          </a:xfrm>
        </p:spPr>
        <p:txBody>
          <a:bodyPr/>
          <a:lstStyle/>
          <a:p>
            <a:endParaRPr lang="nl-NL" dirty="0"/>
          </a:p>
        </p:txBody>
      </p:sp>
      <p:sp>
        <p:nvSpPr>
          <p:cNvPr id="14" name="Tijdelijke aanduiding voor dianummer 13">
            <a:extLst>
              <a:ext uri="{FF2B5EF4-FFF2-40B4-BE49-F238E27FC236}">
                <a16:creationId xmlns:a16="http://schemas.microsoft.com/office/drawing/2014/main" id="{DB56C006-F6E0-4E00-9F80-9566D353EA4E}"/>
              </a:ext>
            </a:extLst>
          </p:cNvPr>
          <p:cNvSpPr>
            <a:spLocks noGrp="1"/>
          </p:cNvSpPr>
          <p:nvPr>
            <p:ph type="sldNum" sz="quarter" idx="14"/>
          </p:nvPr>
        </p:nvSpPr>
        <p:spPr>
          <a:xfrm>
            <a:off x="729053" y="4767263"/>
            <a:ext cx="450850" cy="274637"/>
          </a:xfrm>
        </p:spPr>
        <p:txBody>
          <a:bodyPr/>
          <a:lstStyle/>
          <a:p>
            <a:fld id="{82F1406F-2017-4431-B79A-7DFC81A4E36B}" type="slidenum">
              <a:rPr lang="nl-NL" smtClean="0"/>
              <a:pPr/>
              <a:t>‹#›</a:t>
            </a:fld>
            <a:endParaRPr lang="nl-NL"/>
          </a:p>
        </p:txBody>
      </p:sp>
    </p:spTree>
    <p:extLst>
      <p:ext uri="{BB962C8B-B14F-4D97-AF65-F5344CB8AC3E}">
        <p14:creationId xmlns:p14="http://schemas.microsoft.com/office/powerpoint/2010/main" val="1399565069"/>
      </p:ext>
    </p:extLst>
  </p:cSld>
  <p:clrMapOvr>
    <a:masterClrMapping/>
  </p:clrMapOvr>
  <p:extLst>
    <p:ext uri="{DCECCB84-F9BA-43D5-87BE-67443E8EF086}">
      <p15:sldGuideLst xmlns:p15="http://schemas.microsoft.com/office/powerpoint/2012/main">
        <p15:guide id="1" pos="453">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eg">
    <p:spTree>
      <p:nvGrpSpPr>
        <p:cNvPr id="1" name=""/>
        <p:cNvGrpSpPr/>
        <p:nvPr/>
      </p:nvGrpSpPr>
      <p:grpSpPr>
        <a:xfrm>
          <a:off x="0" y="0"/>
          <a:ext cx="0" cy="0"/>
          <a:chOff x="0" y="0"/>
          <a:chExt cx="0" cy="0"/>
        </a:xfrm>
      </p:grpSpPr>
      <p:sp>
        <p:nvSpPr>
          <p:cNvPr id="11" name="Tijdelijke aanduiding voor datum 10">
            <a:extLst>
              <a:ext uri="{FF2B5EF4-FFF2-40B4-BE49-F238E27FC236}">
                <a16:creationId xmlns:a16="http://schemas.microsoft.com/office/drawing/2014/main" id="{7D7E7F37-22C8-429B-BAD4-57F0735174CA}"/>
              </a:ext>
            </a:extLst>
          </p:cNvPr>
          <p:cNvSpPr>
            <a:spLocks noGrp="1"/>
          </p:cNvSpPr>
          <p:nvPr>
            <p:ph type="dt" sz="half" idx="12"/>
          </p:nvPr>
        </p:nvSpPr>
        <p:spPr>
          <a:xfrm>
            <a:off x="7359650" y="4767263"/>
            <a:ext cx="812800" cy="274637"/>
          </a:xfrm>
        </p:spPr>
        <p:txBody>
          <a:bodyPr/>
          <a:lstStyle/>
          <a:p>
            <a:fld id="{982E87CE-8545-4B28-9101-1ABE11BF1B41}" type="datetime1">
              <a:rPr lang="nl-NL" smtClean="0"/>
              <a:t>19-11-2025</a:t>
            </a:fld>
            <a:endParaRPr lang="nl-NL"/>
          </a:p>
        </p:txBody>
      </p:sp>
      <p:sp>
        <p:nvSpPr>
          <p:cNvPr id="12" name="Tijdelijke aanduiding voor voettekst 11">
            <a:extLst>
              <a:ext uri="{FF2B5EF4-FFF2-40B4-BE49-F238E27FC236}">
                <a16:creationId xmlns:a16="http://schemas.microsoft.com/office/drawing/2014/main" id="{0CB7902A-6436-4E71-9CC0-B50585D9A0B7}"/>
              </a:ext>
            </a:extLst>
          </p:cNvPr>
          <p:cNvSpPr>
            <a:spLocks noGrp="1"/>
          </p:cNvSpPr>
          <p:nvPr>
            <p:ph type="ftr" sz="quarter" idx="13"/>
          </p:nvPr>
        </p:nvSpPr>
        <p:spPr>
          <a:xfrm>
            <a:off x="1258364" y="4767263"/>
            <a:ext cx="5994401" cy="274637"/>
          </a:xfrm>
        </p:spPr>
        <p:txBody>
          <a:bodyPr/>
          <a:lstStyle/>
          <a:p>
            <a:endParaRPr lang="nl-NL" dirty="0"/>
          </a:p>
        </p:txBody>
      </p:sp>
      <p:sp>
        <p:nvSpPr>
          <p:cNvPr id="14" name="Tijdelijke aanduiding voor dianummer 13">
            <a:extLst>
              <a:ext uri="{FF2B5EF4-FFF2-40B4-BE49-F238E27FC236}">
                <a16:creationId xmlns:a16="http://schemas.microsoft.com/office/drawing/2014/main" id="{DB56C006-F6E0-4E00-9F80-9566D353EA4E}"/>
              </a:ext>
            </a:extLst>
          </p:cNvPr>
          <p:cNvSpPr>
            <a:spLocks noGrp="1"/>
          </p:cNvSpPr>
          <p:nvPr>
            <p:ph type="sldNum" sz="quarter" idx="14"/>
          </p:nvPr>
        </p:nvSpPr>
        <p:spPr>
          <a:xfrm>
            <a:off x="729053" y="4767263"/>
            <a:ext cx="450850" cy="274637"/>
          </a:xfrm>
        </p:spPr>
        <p:txBody>
          <a:bodyPr/>
          <a:lstStyle/>
          <a:p>
            <a:fld id="{82F1406F-2017-4431-B79A-7DFC81A4E36B}" type="slidenum">
              <a:rPr lang="nl-NL" smtClean="0"/>
              <a:pPr/>
              <a:t>‹#›</a:t>
            </a:fld>
            <a:endParaRPr lang="nl-NL"/>
          </a:p>
        </p:txBody>
      </p:sp>
    </p:spTree>
    <p:extLst>
      <p:ext uri="{BB962C8B-B14F-4D97-AF65-F5344CB8AC3E}">
        <p14:creationId xmlns:p14="http://schemas.microsoft.com/office/powerpoint/2010/main" val="1122927220"/>
      </p:ext>
    </p:extLst>
  </p:cSld>
  <p:clrMapOvr>
    <a:masterClrMapping/>
  </p:clrMapOvr>
  <p:extLst>
    <p:ext uri="{DCECCB84-F9BA-43D5-87BE-67443E8EF086}">
      <p15:sldGuideLst xmlns:p15="http://schemas.microsoft.com/office/powerpoint/2012/main">
        <p15:guide id="1" pos="453">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Voorblad">
    <p:spTree>
      <p:nvGrpSpPr>
        <p:cNvPr id="1" name=""/>
        <p:cNvGrpSpPr/>
        <p:nvPr/>
      </p:nvGrpSpPr>
      <p:grpSpPr>
        <a:xfrm>
          <a:off x="0" y="0"/>
          <a:ext cx="0" cy="0"/>
          <a:chOff x="0" y="0"/>
          <a:chExt cx="0" cy="0"/>
        </a:xfrm>
      </p:grpSpPr>
      <p:sp>
        <p:nvSpPr>
          <p:cNvPr id="4" name="Achtergrond"/>
          <p:cNvSpPr/>
          <p:nvPr userDrawn="1"/>
        </p:nvSpPr>
        <p:spPr>
          <a:xfrm>
            <a:off x="0" y="0"/>
            <a:ext cx="9144000"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9" name="Dianummer">
            <a:extLst>
              <a:ext uri="{FF2B5EF4-FFF2-40B4-BE49-F238E27FC236}">
                <a16:creationId xmlns:a16="http://schemas.microsoft.com/office/drawing/2014/main" id="{26848480-8112-419D-B34B-C11933364B34}"/>
              </a:ext>
            </a:extLst>
          </p:cNvPr>
          <p:cNvSpPr>
            <a:spLocks noGrp="1"/>
          </p:cNvSpPr>
          <p:nvPr>
            <p:ph type="sldNum" sz="quarter" idx="13"/>
          </p:nvPr>
        </p:nvSpPr>
        <p:spPr>
          <a:xfrm>
            <a:off x="529152" y="4424363"/>
            <a:ext cx="792000" cy="274637"/>
          </a:xfrm>
        </p:spPr>
        <p:txBody>
          <a:bodyPr/>
          <a:lstStyle>
            <a:lvl1pPr>
              <a:defRPr>
                <a:solidFill>
                  <a:schemeClr val="bg1"/>
                </a:solidFill>
              </a:defRPr>
            </a:lvl1pPr>
          </a:lstStyle>
          <a:p>
            <a:fld id="{82F1406F-2017-4431-B79A-7DFC81A4E36B}" type="slidenum">
              <a:rPr lang="nl-NL" smtClean="0"/>
              <a:pPr/>
              <a:t>‹#›</a:t>
            </a:fld>
            <a:endParaRPr lang="nl-NL"/>
          </a:p>
        </p:txBody>
      </p:sp>
      <p:sp>
        <p:nvSpPr>
          <p:cNvPr id="8" name="Voettekst">
            <a:extLst>
              <a:ext uri="{FF2B5EF4-FFF2-40B4-BE49-F238E27FC236}">
                <a16:creationId xmlns:a16="http://schemas.microsoft.com/office/drawing/2014/main" id="{6D2DF633-EA52-45A8-879B-C026C255004A}"/>
              </a:ext>
            </a:extLst>
          </p:cNvPr>
          <p:cNvSpPr>
            <a:spLocks noGrp="1"/>
          </p:cNvSpPr>
          <p:nvPr>
            <p:ph type="ftr" sz="quarter" idx="12"/>
          </p:nvPr>
        </p:nvSpPr>
        <p:spPr>
          <a:xfrm>
            <a:off x="1619250" y="4424363"/>
            <a:ext cx="4644000" cy="274637"/>
          </a:xfrm>
        </p:spPr>
        <p:txBody>
          <a:bodyPr/>
          <a:lstStyle>
            <a:lvl1pPr>
              <a:defRPr>
                <a:solidFill>
                  <a:schemeClr val="bg1"/>
                </a:solidFill>
              </a:defRPr>
            </a:lvl1pPr>
          </a:lstStyle>
          <a:p>
            <a:endParaRPr lang="nl-NL" dirty="0"/>
          </a:p>
        </p:txBody>
      </p:sp>
      <p:sp>
        <p:nvSpPr>
          <p:cNvPr id="3" name="Datum">
            <a:extLst>
              <a:ext uri="{FF2B5EF4-FFF2-40B4-BE49-F238E27FC236}">
                <a16:creationId xmlns:a16="http://schemas.microsoft.com/office/drawing/2014/main" id="{E77EF371-812E-477A-8EE0-D26B8676C7A8}"/>
              </a:ext>
            </a:extLst>
          </p:cNvPr>
          <p:cNvSpPr>
            <a:spLocks noGrp="1"/>
          </p:cNvSpPr>
          <p:nvPr>
            <p:ph type="dt" sz="half" idx="11"/>
          </p:nvPr>
        </p:nvSpPr>
        <p:spPr>
          <a:xfrm>
            <a:off x="6469152" y="4424363"/>
            <a:ext cx="1260000" cy="274637"/>
          </a:xfrm>
        </p:spPr>
        <p:txBody>
          <a:bodyPr/>
          <a:lstStyle>
            <a:lvl1pPr>
              <a:defRPr>
                <a:solidFill>
                  <a:schemeClr val="bg1"/>
                </a:solidFill>
              </a:defRPr>
            </a:lvl1pPr>
          </a:lstStyle>
          <a:p>
            <a:fld id="{982E87CE-8545-4B28-9101-1ABE11BF1B41}" type="datetime1">
              <a:rPr lang="nl-NL" smtClean="0"/>
              <a:pPr/>
              <a:t>19-11-2025</a:t>
            </a:fld>
            <a:endParaRPr lang="nl-NL"/>
          </a:p>
        </p:txBody>
      </p:sp>
      <p:pic>
        <p:nvPicPr>
          <p:cNvPr id="6" name="Logo" descr="hu voluit.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29152" y="686255"/>
            <a:ext cx="3023980" cy="738461"/>
          </a:xfrm>
          <a:prstGeom prst="rect">
            <a:avLst/>
          </a:prstGeom>
        </p:spPr>
      </p:pic>
      <p:sp>
        <p:nvSpPr>
          <p:cNvPr id="7" name="Ondertitel">
            <a:extLst>
              <a:ext uri="{FF2B5EF4-FFF2-40B4-BE49-F238E27FC236}">
                <a16:creationId xmlns:a16="http://schemas.microsoft.com/office/drawing/2014/main" id="{5A67F249-E426-4913-A7A1-0DC6C47F6A5A}"/>
              </a:ext>
            </a:extLst>
          </p:cNvPr>
          <p:cNvSpPr>
            <a:spLocks noGrp="1"/>
          </p:cNvSpPr>
          <p:nvPr>
            <p:ph type="body" sz="quarter" idx="10" hasCustomPrompt="1"/>
          </p:nvPr>
        </p:nvSpPr>
        <p:spPr>
          <a:xfrm>
            <a:off x="528252" y="2710144"/>
            <a:ext cx="7200900" cy="925513"/>
          </a:xfrm>
          <a:prstGeom prst="rect">
            <a:avLst/>
          </a:prstGeom>
        </p:spPr>
        <p:txBody>
          <a:bodyPr/>
          <a:lstStyle>
            <a:lvl1pPr marL="0" indent="0">
              <a:buNone/>
              <a:defRPr sz="2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l-NL" dirty="0"/>
              <a:t>Ondertitel</a:t>
            </a:r>
          </a:p>
        </p:txBody>
      </p:sp>
      <p:sp>
        <p:nvSpPr>
          <p:cNvPr id="2" name="Titel">
            <a:extLst>
              <a:ext uri="{FF2B5EF4-FFF2-40B4-BE49-F238E27FC236}">
                <a16:creationId xmlns:a16="http://schemas.microsoft.com/office/drawing/2014/main" id="{18F44797-10EF-4356-B568-4F79B1B93404}"/>
              </a:ext>
            </a:extLst>
          </p:cNvPr>
          <p:cNvSpPr>
            <a:spLocks noGrp="1"/>
          </p:cNvSpPr>
          <p:nvPr>
            <p:ph type="title"/>
          </p:nvPr>
        </p:nvSpPr>
        <p:spPr>
          <a:xfrm>
            <a:off x="529152" y="2110085"/>
            <a:ext cx="7200000" cy="461665"/>
          </a:xfrm>
          <a:prstGeom prst="rect">
            <a:avLst/>
          </a:prstGeom>
        </p:spPr>
        <p:txBody>
          <a:bodyPr/>
          <a:lstStyle>
            <a:lvl1pPr>
              <a:defRPr sz="3200">
                <a:solidFill>
                  <a:schemeClr val="bg1"/>
                </a:solidFill>
              </a:defRPr>
            </a:lvl1pPr>
          </a:lstStyle>
          <a:p>
            <a:r>
              <a:rPr lang="nl-NL"/>
              <a:t>Klik om stijl te bewerken</a:t>
            </a:r>
            <a:endParaRPr lang="nl-NL" dirty="0"/>
          </a:p>
        </p:txBody>
      </p:sp>
    </p:spTree>
    <p:extLst>
      <p:ext uri="{BB962C8B-B14F-4D97-AF65-F5344CB8AC3E}">
        <p14:creationId xmlns:p14="http://schemas.microsoft.com/office/powerpoint/2010/main" val="14717049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evoorblad">
    <p:spTree>
      <p:nvGrpSpPr>
        <p:cNvPr id="1" name=""/>
        <p:cNvGrpSpPr/>
        <p:nvPr/>
      </p:nvGrpSpPr>
      <p:grpSpPr>
        <a:xfrm>
          <a:off x="0" y="0"/>
          <a:ext cx="0" cy="0"/>
          <a:chOff x="0" y="0"/>
          <a:chExt cx="0" cy="0"/>
        </a:xfrm>
      </p:grpSpPr>
      <p:sp>
        <p:nvSpPr>
          <p:cNvPr id="7" name="Achtergrond"/>
          <p:cNvSpPr/>
          <p:nvPr userDrawn="1"/>
        </p:nvSpPr>
        <p:spPr>
          <a:xfrm>
            <a:off x="0" y="0"/>
            <a:ext cx="9144000"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2" name="Datum">
            <a:extLst>
              <a:ext uri="{FF2B5EF4-FFF2-40B4-BE49-F238E27FC236}">
                <a16:creationId xmlns:a16="http://schemas.microsoft.com/office/drawing/2014/main" id="{10927F8C-5A80-4319-BDBF-9A3AB0138747}"/>
              </a:ext>
            </a:extLst>
          </p:cNvPr>
          <p:cNvSpPr>
            <a:spLocks noGrp="1"/>
          </p:cNvSpPr>
          <p:nvPr>
            <p:ph type="dt" sz="half" idx="12"/>
          </p:nvPr>
        </p:nvSpPr>
        <p:spPr>
          <a:xfrm>
            <a:off x="7137772" y="4767263"/>
            <a:ext cx="812800" cy="274637"/>
          </a:xfrm>
        </p:spPr>
        <p:txBody>
          <a:bodyPr/>
          <a:lstStyle>
            <a:lvl1pPr>
              <a:defRPr>
                <a:solidFill>
                  <a:schemeClr val="bg1"/>
                </a:solidFill>
              </a:defRPr>
            </a:lvl1pPr>
          </a:lstStyle>
          <a:p>
            <a:fld id="{982E87CE-8545-4B28-9101-1ABE11BF1B41}" type="datetime1">
              <a:rPr lang="nl-NL" smtClean="0"/>
              <a:pPr/>
              <a:t>19-11-2025</a:t>
            </a:fld>
            <a:endParaRPr lang="nl-NL"/>
          </a:p>
        </p:txBody>
      </p:sp>
      <p:sp>
        <p:nvSpPr>
          <p:cNvPr id="3" name="Voettekst">
            <a:extLst>
              <a:ext uri="{FF2B5EF4-FFF2-40B4-BE49-F238E27FC236}">
                <a16:creationId xmlns:a16="http://schemas.microsoft.com/office/drawing/2014/main" id="{490227BA-4906-4781-8AD2-5643A020889C}"/>
              </a:ext>
            </a:extLst>
          </p:cNvPr>
          <p:cNvSpPr>
            <a:spLocks noGrp="1"/>
          </p:cNvSpPr>
          <p:nvPr>
            <p:ph type="ftr" sz="quarter" idx="13"/>
          </p:nvPr>
        </p:nvSpPr>
        <p:spPr>
          <a:xfrm>
            <a:off x="1425725" y="4767263"/>
            <a:ext cx="5559276" cy="274638"/>
          </a:xfrm>
        </p:spPr>
        <p:txBody>
          <a:bodyPr/>
          <a:lstStyle>
            <a:lvl1pPr>
              <a:defRPr>
                <a:solidFill>
                  <a:schemeClr val="bg1"/>
                </a:solidFill>
              </a:defRPr>
            </a:lvl1pPr>
          </a:lstStyle>
          <a:p>
            <a:endParaRPr lang="nl-NL" dirty="0"/>
          </a:p>
        </p:txBody>
      </p:sp>
      <p:sp>
        <p:nvSpPr>
          <p:cNvPr id="4" name="Dianummer">
            <a:extLst>
              <a:ext uri="{FF2B5EF4-FFF2-40B4-BE49-F238E27FC236}">
                <a16:creationId xmlns:a16="http://schemas.microsoft.com/office/drawing/2014/main" id="{1A1E9383-ECE6-4B18-8D0E-B56E4972407C}"/>
              </a:ext>
            </a:extLst>
          </p:cNvPr>
          <p:cNvSpPr>
            <a:spLocks noGrp="1"/>
          </p:cNvSpPr>
          <p:nvPr>
            <p:ph type="sldNum" sz="quarter" idx="14"/>
          </p:nvPr>
        </p:nvSpPr>
        <p:spPr>
          <a:xfrm>
            <a:off x="755650" y="4767263"/>
            <a:ext cx="450850" cy="274637"/>
          </a:xfrm>
        </p:spPr>
        <p:txBody>
          <a:bodyPr/>
          <a:lstStyle>
            <a:lvl1pPr>
              <a:defRPr>
                <a:solidFill>
                  <a:schemeClr val="bg1"/>
                </a:solidFill>
              </a:defRPr>
            </a:lvl1pPr>
          </a:lstStyle>
          <a:p>
            <a:fld id="{82F1406F-2017-4431-B79A-7DFC81A4E36B}" type="slidenum">
              <a:rPr lang="nl-NL" smtClean="0"/>
              <a:pPr/>
              <a:t>‹#›</a:t>
            </a:fld>
            <a:endParaRPr lang="nl-NL"/>
          </a:p>
        </p:txBody>
      </p:sp>
      <p:pic>
        <p:nvPicPr>
          <p:cNvPr id="9" name="Logo" descr="HU logo payoff wit rood.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39113" y="281357"/>
            <a:ext cx="657225" cy="996341"/>
          </a:xfrm>
          <a:prstGeom prst="rect">
            <a:avLst/>
          </a:prstGeom>
        </p:spPr>
      </p:pic>
      <p:sp>
        <p:nvSpPr>
          <p:cNvPr id="11" name="Titeldecoratie"/>
          <p:cNvSpPr/>
          <p:nvPr userDrawn="1"/>
        </p:nvSpPr>
        <p:spPr>
          <a:xfrm>
            <a:off x="529142" y="3480249"/>
            <a:ext cx="108000" cy="732714"/>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3" name="Ondertitel">
            <a:extLst>
              <a:ext uri="{FF2B5EF4-FFF2-40B4-BE49-F238E27FC236}">
                <a16:creationId xmlns:a16="http://schemas.microsoft.com/office/drawing/2014/main" id="{3C731FDD-BD4E-40B2-B5C7-E1DB10585B5B}"/>
              </a:ext>
            </a:extLst>
          </p:cNvPr>
          <p:cNvSpPr>
            <a:spLocks noGrp="1"/>
          </p:cNvSpPr>
          <p:nvPr>
            <p:ph type="body" sz="quarter" idx="11" hasCustomPrompt="1"/>
          </p:nvPr>
        </p:nvSpPr>
        <p:spPr>
          <a:xfrm>
            <a:off x="750888" y="3909752"/>
            <a:ext cx="7199312" cy="731838"/>
          </a:xfrm>
          <a:prstGeom prst="rect">
            <a:avLst/>
          </a:prstGeom>
        </p:spPr>
        <p:txBody>
          <a:bodyPr/>
          <a:lstStyle>
            <a:lvl1pPr marL="0" indent="0">
              <a:buNone/>
              <a:defRPr sz="2800">
                <a:solidFill>
                  <a:schemeClr val="bg1"/>
                </a:solidFill>
              </a:defRPr>
            </a:lvl1pPr>
          </a:lstStyle>
          <a:p>
            <a:pPr lvl="0"/>
            <a:r>
              <a:rPr lang="nl-NL" dirty="0"/>
              <a:t>Ondertitel</a:t>
            </a:r>
          </a:p>
        </p:txBody>
      </p:sp>
      <p:sp>
        <p:nvSpPr>
          <p:cNvPr id="6" name="Titel"/>
          <p:cNvSpPr>
            <a:spLocks noGrp="1"/>
          </p:cNvSpPr>
          <p:nvPr>
            <p:ph type="title"/>
          </p:nvPr>
        </p:nvSpPr>
        <p:spPr>
          <a:xfrm>
            <a:off x="750572" y="3333492"/>
            <a:ext cx="7200000" cy="461665"/>
          </a:xfrm>
          <a:prstGeom prst="rect">
            <a:avLst/>
          </a:prstGeom>
        </p:spPr>
        <p:txBody>
          <a:bodyPr/>
          <a:lstStyle>
            <a:lvl1pPr>
              <a:defRPr>
                <a:solidFill>
                  <a:schemeClr val="bg1"/>
                </a:solidFill>
              </a:defRPr>
            </a:lvl1pPr>
          </a:lstStyle>
          <a:p>
            <a:r>
              <a:rPr lang="nl-NL"/>
              <a:t>Klik om stijl te bewerken</a:t>
            </a:r>
            <a:endParaRPr lang="nl-NL" dirty="0"/>
          </a:p>
        </p:txBody>
      </p:sp>
    </p:spTree>
    <p:extLst>
      <p:ext uri="{BB962C8B-B14F-4D97-AF65-F5344CB8AC3E}">
        <p14:creationId xmlns:p14="http://schemas.microsoft.com/office/powerpoint/2010/main" val="2278770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evoorblad met afbeelding">
    <p:spTree>
      <p:nvGrpSpPr>
        <p:cNvPr id="1" name=""/>
        <p:cNvGrpSpPr/>
        <p:nvPr/>
      </p:nvGrpSpPr>
      <p:grpSpPr>
        <a:xfrm>
          <a:off x="0" y="0"/>
          <a:ext cx="0" cy="0"/>
          <a:chOff x="0" y="0"/>
          <a:chExt cx="0" cy="0"/>
        </a:xfrm>
      </p:grpSpPr>
      <p:sp>
        <p:nvSpPr>
          <p:cNvPr id="10" name="Achtergrond"/>
          <p:cNvSpPr/>
          <p:nvPr userDrawn="1"/>
        </p:nvSpPr>
        <p:spPr>
          <a:xfrm>
            <a:off x="0" y="0"/>
            <a:ext cx="9144000"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solidFill>
                <a:schemeClr val="bg1"/>
              </a:solidFill>
            </a:endParaRPr>
          </a:p>
        </p:txBody>
      </p:sp>
      <p:sp>
        <p:nvSpPr>
          <p:cNvPr id="2" name="Datum">
            <a:extLst>
              <a:ext uri="{FF2B5EF4-FFF2-40B4-BE49-F238E27FC236}">
                <a16:creationId xmlns:a16="http://schemas.microsoft.com/office/drawing/2014/main" id="{D539146E-4701-437B-BCA5-5AC8EE309ACB}"/>
              </a:ext>
            </a:extLst>
          </p:cNvPr>
          <p:cNvSpPr>
            <a:spLocks noGrp="1"/>
          </p:cNvSpPr>
          <p:nvPr>
            <p:ph type="dt" sz="half" idx="12"/>
          </p:nvPr>
        </p:nvSpPr>
        <p:spPr>
          <a:xfrm>
            <a:off x="7137400" y="4767263"/>
            <a:ext cx="812800" cy="274637"/>
          </a:xfrm>
        </p:spPr>
        <p:txBody>
          <a:bodyPr/>
          <a:lstStyle>
            <a:lvl1pPr>
              <a:defRPr>
                <a:solidFill>
                  <a:schemeClr val="bg1"/>
                </a:solidFill>
              </a:defRPr>
            </a:lvl1pPr>
          </a:lstStyle>
          <a:p>
            <a:fld id="{982E87CE-8545-4B28-9101-1ABE11BF1B41}" type="datetime1">
              <a:rPr lang="nl-NL" smtClean="0"/>
              <a:pPr/>
              <a:t>19-11-2025</a:t>
            </a:fld>
            <a:endParaRPr lang="nl-NL" dirty="0"/>
          </a:p>
        </p:txBody>
      </p:sp>
      <p:sp>
        <p:nvSpPr>
          <p:cNvPr id="5" name="Voettekst">
            <a:extLst>
              <a:ext uri="{FF2B5EF4-FFF2-40B4-BE49-F238E27FC236}">
                <a16:creationId xmlns:a16="http://schemas.microsoft.com/office/drawing/2014/main" id="{B785231E-3480-411A-8355-2793DB32CC6D}"/>
              </a:ext>
            </a:extLst>
          </p:cNvPr>
          <p:cNvSpPr>
            <a:spLocks noGrp="1"/>
          </p:cNvSpPr>
          <p:nvPr>
            <p:ph type="ftr" sz="quarter" idx="13"/>
          </p:nvPr>
        </p:nvSpPr>
        <p:spPr/>
        <p:txBody>
          <a:bodyPr/>
          <a:lstStyle>
            <a:lvl1pPr>
              <a:defRPr>
                <a:solidFill>
                  <a:schemeClr val="bg1"/>
                </a:solidFill>
              </a:defRPr>
            </a:lvl1pPr>
          </a:lstStyle>
          <a:p>
            <a:endParaRPr lang="nl-NL" dirty="0"/>
          </a:p>
        </p:txBody>
      </p:sp>
      <p:sp>
        <p:nvSpPr>
          <p:cNvPr id="6" name="Dianummer">
            <a:extLst>
              <a:ext uri="{FF2B5EF4-FFF2-40B4-BE49-F238E27FC236}">
                <a16:creationId xmlns:a16="http://schemas.microsoft.com/office/drawing/2014/main" id="{1A9E668B-D224-466A-89CE-5C3C945EE619}"/>
              </a:ext>
            </a:extLst>
          </p:cNvPr>
          <p:cNvSpPr>
            <a:spLocks noGrp="1"/>
          </p:cNvSpPr>
          <p:nvPr>
            <p:ph type="sldNum" sz="quarter" idx="14"/>
          </p:nvPr>
        </p:nvSpPr>
        <p:spPr>
          <a:xfrm>
            <a:off x="742950" y="4767263"/>
            <a:ext cx="450850" cy="274637"/>
          </a:xfrm>
        </p:spPr>
        <p:txBody>
          <a:bodyPr/>
          <a:lstStyle>
            <a:lvl1pPr>
              <a:defRPr>
                <a:solidFill>
                  <a:schemeClr val="bg1"/>
                </a:solidFill>
              </a:defRPr>
            </a:lvl1pPr>
          </a:lstStyle>
          <a:p>
            <a:fld id="{82F1406F-2017-4431-B79A-7DFC81A4E36B}" type="slidenum">
              <a:rPr lang="nl-NL" smtClean="0"/>
              <a:pPr/>
              <a:t>‹#›</a:t>
            </a:fld>
            <a:endParaRPr lang="nl-NL"/>
          </a:p>
        </p:txBody>
      </p:sp>
      <p:sp>
        <p:nvSpPr>
          <p:cNvPr id="15" name="Afbeelding"/>
          <p:cNvSpPr>
            <a:spLocks noGrp="1"/>
          </p:cNvSpPr>
          <p:nvPr>
            <p:ph type="pic" sz="quarter" idx="10"/>
          </p:nvPr>
        </p:nvSpPr>
        <p:spPr>
          <a:xfrm>
            <a:off x="0" y="1"/>
            <a:ext cx="6692000" cy="3569506"/>
          </a:xfrm>
          <a:prstGeom prst="rect">
            <a:avLst/>
          </a:prstGeom>
          <a:solidFill>
            <a:schemeClr val="bg1">
              <a:lumMod val="75000"/>
            </a:schemeClr>
          </a:solidFill>
        </p:spPr>
        <p:txBody>
          <a:bodyPr vert="horz" anchor="ctr" anchorCtr="0"/>
          <a:lstStyle>
            <a:lvl1pPr marL="0" indent="0" algn="ctr">
              <a:buNone/>
              <a:defRPr sz="2000"/>
            </a:lvl1pPr>
          </a:lstStyle>
          <a:p>
            <a:r>
              <a:rPr lang="nl-NL"/>
              <a:t>Klik op het pictogram als u een afbeelding wilt toevoegen</a:t>
            </a:r>
            <a:endParaRPr lang="nl-NL" dirty="0"/>
          </a:p>
        </p:txBody>
      </p:sp>
      <p:pic>
        <p:nvPicPr>
          <p:cNvPr id="16" name="Logo" descr="HU logo payoff wit rood.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39113" y="281357"/>
            <a:ext cx="657225" cy="996341"/>
          </a:xfrm>
          <a:prstGeom prst="rect">
            <a:avLst/>
          </a:prstGeom>
        </p:spPr>
      </p:pic>
      <p:sp>
        <p:nvSpPr>
          <p:cNvPr id="13" name="Titeldecoratie"/>
          <p:cNvSpPr/>
          <p:nvPr userDrawn="1"/>
        </p:nvSpPr>
        <p:spPr>
          <a:xfrm>
            <a:off x="529142" y="3862576"/>
            <a:ext cx="108000" cy="732714"/>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3" name="Ondertitel">
            <a:extLst>
              <a:ext uri="{FF2B5EF4-FFF2-40B4-BE49-F238E27FC236}">
                <a16:creationId xmlns:a16="http://schemas.microsoft.com/office/drawing/2014/main" id="{5CA13914-06A2-46D7-A98A-1CC2B2F056F9}"/>
              </a:ext>
            </a:extLst>
          </p:cNvPr>
          <p:cNvSpPr>
            <a:spLocks noGrp="1"/>
          </p:cNvSpPr>
          <p:nvPr>
            <p:ph type="body" sz="quarter" idx="11" hasCustomPrompt="1"/>
          </p:nvPr>
        </p:nvSpPr>
        <p:spPr>
          <a:xfrm>
            <a:off x="750888" y="4265352"/>
            <a:ext cx="7199312" cy="460511"/>
          </a:xfrm>
          <a:prstGeom prst="rect">
            <a:avLst/>
          </a:prstGeom>
        </p:spPr>
        <p:txBody>
          <a:bodyPr/>
          <a:lstStyle>
            <a:lvl1pPr marL="0" indent="0">
              <a:buNone/>
              <a:defRPr sz="2800">
                <a:solidFill>
                  <a:schemeClr val="bg1"/>
                </a:solidFill>
              </a:defRPr>
            </a:lvl1pPr>
          </a:lstStyle>
          <a:p>
            <a:pPr lvl="0"/>
            <a:r>
              <a:rPr lang="nl-NL" dirty="0"/>
              <a:t>Ondertitel</a:t>
            </a:r>
          </a:p>
        </p:txBody>
      </p:sp>
      <p:sp>
        <p:nvSpPr>
          <p:cNvPr id="4" name="Titel"/>
          <p:cNvSpPr>
            <a:spLocks noGrp="1"/>
          </p:cNvSpPr>
          <p:nvPr>
            <p:ph type="title"/>
          </p:nvPr>
        </p:nvSpPr>
        <p:spPr>
          <a:xfrm>
            <a:off x="750570" y="3715817"/>
            <a:ext cx="7200000" cy="460511"/>
          </a:xfrm>
          <a:prstGeom prst="rect">
            <a:avLst/>
          </a:prstGeom>
        </p:spPr>
        <p:txBody>
          <a:bodyPr/>
          <a:lstStyle>
            <a:lvl1pPr>
              <a:defRPr>
                <a:solidFill>
                  <a:schemeClr val="bg1"/>
                </a:solidFill>
              </a:defRPr>
            </a:lvl1pPr>
          </a:lstStyle>
          <a:p>
            <a:r>
              <a:rPr lang="nl-NL"/>
              <a:t>Klik om stijl te bewerken</a:t>
            </a:r>
            <a:endParaRPr lang="nl-NL" dirty="0"/>
          </a:p>
        </p:txBody>
      </p:sp>
    </p:spTree>
    <p:extLst>
      <p:ext uri="{BB962C8B-B14F-4D97-AF65-F5344CB8AC3E}">
        <p14:creationId xmlns:p14="http://schemas.microsoft.com/office/powerpoint/2010/main" val="9665056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nhoud vervolg">
    <p:spTree>
      <p:nvGrpSpPr>
        <p:cNvPr id="1" name=""/>
        <p:cNvGrpSpPr/>
        <p:nvPr/>
      </p:nvGrpSpPr>
      <p:grpSpPr>
        <a:xfrm>
          <a:off x="0" y="0"/>
          <a:ext cx="0" cy="0"/>
          <a:chOff x="0" y="0"/>
          <a:chExt cx="0" cy="0"/>
        </a:xfrm>
      </p:grpSpPr>
      <p:sp>
        <p:nvSpPr>
          <p:cNvPr id="2" name="Datum">
            <a:extLst>
              <a:ext uri="{FF2B5EF4-FFF2-40B4-BE49-F238E27FC236}">
                <a16:creationId xmlns:a16="http://schemas.microsoft.com/office/drawing/2014/main" id="{9B40D12A-149A-4DCE-8C42-4088CD7A8FA3}"/>
              </a:ext>
            </a:extLst>
          </p:cNvPr>
          <p:cNvSpPr>
            <a:spLocks noGrp="1"/>
          </p:cNvSpPr>
          <p:nvPr>
            <p:ph type="dt" sz="half" idx="14"/>
          </p:nvPr>
        </p:nvSpPr>
        <p:spPr/>
        <p:txBody>
          <a:bodyPr/>
          <a:lstStyle/>
          <a:p>
            <a:fld id="{982E87CE-8545-4B28-9101-1ABE11BF1B41}" type="datetime1">
              <a:rPr lang="nl-NL" smtClean="0"/>
              <a:t>19-11-2025</a:t>
            </a:fld>
            <a:endParaRPr lang="nl-NL"/>
          </a:p>
        </p:txBody>
      </p:sp>
      <p:sp>
        <p:nvSpPr>
          <p:cNvPr id="3" name="Voettekst">
            <a:extLst>
              <a:ext uri="{FF2B5EF4-FFF2-40B4-BE49-F238E27FC236}">
                <a16:creationId xmlns:a16="http://schemas.microsoft.com/office/drawing/2014/main" id="{E5A64523-357B-4B86-93CD-B3CF0626CB62}"/>
              </a:ext>
            </a:extLst>
          </p:cNvPr>
          <p:cNvSpPr>
            <a:spLocks noGrp="1"/>
          </p:cNvSpPr>
          <p:nvPr>
            <p:ph type="ftr" sz="quarter" idx="15"/>
          </p:nvPr>
        </p:nvSpPr>
        <p:spPr/>
        <p:txBody>
          <a:bodyPr/>
          <a:lstStyle/>
          <a:p>
            <a:endParaRPr lang="nl-NL" dirty="0"/>
          </a:p>
        </p:txBody>
      </p:sp>
      <p:sp>
        <p:nvSpPr>
          <p:cNvPr id="4" name="Dianummer">
            <a:extLst>
              <a:ext uri="{FF2B5EF4-FFF2-40B4-BE49-F238E27FC236}">
                <a16:creationId xmlns:a16="http://schemas.microsoft.com/office/drawing/2014/main" id="{B7CEBE79-820C-40D2-A38E-27E5CDBCA5BA}"/>
              </a:ext>
            </a:extLst>
          </p:cNvPr>
          <p:cNvSpPr>
            <a:spLocks noGrp="1"/>
          </p:cNvSpPr>
          <p:nvPr>
            <p:ph type="sldNum" sz="quarter" idx="16"/>
          </p:nvPr>
        </p:nvSpPr>
        <p:spPr/>
        <p:txBody>
          <a:bodyPr/>
          <a:lstStyle/>
          <a:p>
            <a:fld id="{82F1406F-2017-4431-B79A-7DFC81A4E36B}" type="slidenum">
              <a:rPr lang="nl-NL" smtClean="0"/>
              <a:pPr/>
              <a:t>‹#›</a:t>
            </a:fld>
            <a:endParaRPr lang="nl-NL"/>
          </a:p>
        </p:txBody>
      </p:sp>
      <p:sp>
        <p:nvSpPr>
          <p:cNvPr id="6" name="Inhoud">
            <a:extLst>
              <a:ext uri="{FF2B5EF4-FFF2-40B4-BE49-F238E27FC236}">
                <a16:creationId xmlns:a16="http://schemas.microsoft.com/office/drawing/2014/main" id="{CA2DE4A9-D9F4-4AE1-A336-BFCE81BB6F48}"/>
              </a:ext>
            </a:extLst>
          </p:cNvPr>
          <p:cNvSpPr>
            <a:spLocks noGrp="1"/>
          </p:cNvSpPr>
          <p:nvPr>
            <p:ph sz="quarter" idx="17" hasCustomPrompt="1"/>
          </p:nvPr>
        </p:nvSpPr>
        <p:spPr>
          <a:xfrm>
            <a:off x="611188" y="584200"/>
            <a:ext cx="7561262" cy="3824288"/>
          </a:xfrm>
        </p:spPr>
        <p:txBody>
          <a:bodyPr/>
          <a:lstStyle>
            <a:lvl1pPr marL="0" indent="0">
              <a:buNone/>
              <a:defRPr/>
            </a:lvl1pPr>
          </a:lstStyle>
          <a:p>
            <a:pPr lvl="0"/>
            <a:r>
              <a:rPr lang="nl-NL" dirty="0"/>
              <a:t>Vervolg</a:t>
            </a:r>
          </a:p>
        </p:txBody>
      </p:sp>
    </p:spTree>
    <p:extLst>
      <p:ext uri="{BB962C8B-B14F-4D97-AF65-F5344CB8AC3E}">
        <p14:creationId xmlns:p14="http://schemas.microsoft.com/office/powerpoint/2010/main" val="19808615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nhoud 2 afbeeldingen boven">
    <p:spTree>
      <p:nvGrpSpPr>
        <p:cNvPr id="1" name=""/>
        <p:cNvGrpSpPr/>
        <p:nvPr/>
      </p:nvGrpSpPr>
      <p:grpSpPr>
        <a:xfrm>
          <a:off x="0" y="0"/>
          <a:ext cx="0" cy="0"/>
          <a:chOff x="0" y="0"/>
          <a:chExt cx="0" cy="0"/>
        </a:xfrm>
      </p:grpSpPr>
      <p:sp>
        <p:nvSpPr>
          <p:cNvPr id="12" name="Afbeelding links"/>
          <p:cNvSpPr>
            <a:spLocks noGrp="1"/>
          </p:cNvSpPr>
          <p:nvPr>
            <p:ph type="pic" sz="quarter" idx="13"/>
          </p:nvPr>
        </p:nvSpPr>
        <p:spPr>
          <a:xfrm>
            <a:off x="5" y="-1512"/>
            <a:ext cx="4570483" cy="2566988"/>
          </a:xfrm>
          <a:prstGeom prst="rect">
            <a:avLst/>
          </a:prstGeom>
          <a:solidFill>
            <a:schemeClr val="bg1">
              <a:lumMod val="75000"/>
            </a:schemeClr>
          </a:solidFill>
        </p:spPr>
        <p:txBody>
          <a:bodyPr vert="horz" anchor="ctr" anchorCtr="0"/>
          <a:lstStyle>
            <a:lvl1pPr marL="0" indent="0" algn="ctr">
              <a:buNone/>
              <a:defRPr sz="2000"/>
            </a:lvl1pPr>
          </a:lstStyle>
          <a:p>
            <a:r>
              <a:rPr lang="nl-NL"/>
              <a:t>Klik op het pictogram als u een afbeelding wilt toevoegen</a:t>
            </a:r>
            <a:endParaRPr lang="nl-NL" dirty="0"/>
          </a:p>
        </p:txBody>
      </p:sp>
      <p:sp>
        <p:nvSpPr>
          <p:cNvPr id="13" name="Afbeelding rechts"/>
          <p:cNvSpPr>
            <a:spLocks noGrp="1"/>
          </p:cNvSpPr>
          <p:nvPr>
            <p:ph type="pic" sz="quarter" idx="15"/>
          </p:nvPr>
        </p:nvSpPr>
        <p:spPr>
          <a:xfrm>
            <a:off x="4570488" y="-1512"/>
            <a:ext cx="4570483" cy="2566988"/>
          </a:xfrm>
          <a:prstGeom prst="rect">
            <a:avLst/>
          </a:prstGeom>
          <a:solidFill>
            <a:schemeClr val="bg1">
              <a:lumMod val="75000"/>
            </a:schemeClr>
          </a:solidFill>
        </p:spPr>
        <p:txBody>
          <a:bodyPr vert="horz" anchor="ctr" anchorCtr="0"/>
          <a:lstStyle>
            <a:lvl1pPr marL="0" indent="0" algn="ctr">
              <a:buNone/>
              <a:defRPr sz="2000"/>
            </a:lvl1pPr>
          </a:lstStyle>
          <a:p>
            <a:r>
              <a:rPr lang="nl-NL"/>
              <a:t>Klik op het pictogram als u een afbeelding wilt toevoegen</a:t>
            </a:r>
          </a:p>
        </p:txBody>
      </p:sp>
      <p:sp>
        <p:nvSpPr>
          <p:cNvPr id="23" name="Titeldecoratie"/>
          <p:cNvSpPr/>
          <p:nvPr/>
        </p:nvSpPr>
        <p:spPr>
          <a:xfrm>
            <a:off x="531064" y="2902261"/>
            <a:ext cx="108000" cy="45738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28" name="Tekst"/>
          <p:cNvSpPr>
            <a:spLocks noGrp="1"/>
          </p:cNvSpPr>
          <p:nvPr>
            <p:ph type="body" sz="quarter" idx="17"/>
          </p:nvPr>
        </p:nvSpPr>
        <p:spPr>
          <a:xfrm flipH="1">
            <a:off x="611188" y="3414474"/>
            <a:ext cx="7561262" cy="1074185"/>
          </a:xfrm>
          <a:prstGeom prst="rect">
            <a:avLst/>
          </a:prstGeom>
        </p:spPr>
        <p:txBody>
          <a:bodyPr wrap="square">
            <a:noAutofit/>
          </a:bodyPr>
          <a:lstStyle>
            <a:lvl1pPr marL="0" indent="0">
              <a:buNone/>
              <a:defRPr/>
            </a:lvl1pPr>
          </a:lstStyle>
          <a:p>
            <a:pPr lvl="0"/>
            <a:r>
              <a:rPr lang="nl-NL"/>
              <a:t>Klikken om de tekststijl van het model te bewerken</a:t>
            </a:r>
          </a:p>
        </p:txBody>
      </p:sp>
      <p:sp>
        <p:nvSpPr>
          <p:cNvPr id="3" name="Titel">
            <a:extLst>
              <a:ext uri="{FF2B5EF4-FFF2-40B4-BE49-F238E27FC236}">
                <a16:creationId xmlns:a16="http://schemas.microsoft.com/office/drawing/2014/main" id="{C9D2C67F-4BD6-45C2-9C96-FE2566BA3701}"/>
              </a:ext>
            </a:extLst>
          </p:cNvPr>
          <p:cNvSpPr>
            <a:spLocks noGrp="1"/>
          </p:cNvSpPr>
          <p:nvPr>
            <p:ph type="title"/>
          </p:nvPr>
        </p:nvSpPr>
        <p:spPr>
          <a:xfrm>
            <a:off x="611188" y="2778775"/>
            <a:ext cx="7593550" cy="461665"/>
          </a:xfrm>
          <a:prstGeom prst="rect">
            <a:avLst/>
          </a:prstGeom>
        </p:spPr>
        <p:txBody>
          <a:bodyPr/>
          <a:lstStyle/>
          <a:p>
            <a:r>
              <a:rPr lang="nl-NL"/>
              <a:t>Klik om stijl te bewerken</a:t>
            </a:r>
          </a:p>
        </p:txBody>
      </p:sp>
      <p:sp>
        <p:nvSpPr>
          <p:cNvPr id="2" name="Tijdelijke aanduiding voor datum 1">
            <a:extLst>
              <a:ext uri="{FF2B5EF4-FFF2-40B4-BE49-F238E27FC236}">
                <a16:creationId xmlns:a16="http://schemas.microsoft.com/office/drawing/2014/main" id="{985DDF9D-2B17-4DED-9512-9F8A7A57FE3D}"/>
              </a:ext>
            </a:extLst>
          </p:cNvPr>
          <p:cNvSpPr>
            <a:spLocks noGrp="1"/>
          </p:cNvSpPr>
          <p:nvPr>
            <p:ph type="dt" sz="half" idx="18"/>
          </p:nvPr>
        </p:nvSpPr>
        <p:spPr/>
        <p:txBody>
          <a:bodyPr/>
          <a:lstStyle/>
          <a:p>
            <a:fld id="{982E87CE-8545-4B28-9101-1ABE11BF1B41}" type="datetime1">
              <a:rPr lang="nl-NL" smtClean="0"/>
              <a:t>19-11-2025</a:t>
            </a:fld>
            <a:endParaRPr lang="nl-NL"/>
          </a:p>
        </p:txBody>
      </p:sp>
      <p:sp>
        <p:nvSpPr>
          <p:cNvPr id="4" name="Tijdelijke aanduiding voor voettekst 3">
            <a:extLst>
              <a:ext uri="{FF2B5EF4-FFF2-40B4-BE49-F238E27FC236}">
                <a16:creationId xmlns:a16="http://schemas.microsoft.com/office/drawing/2014/main" id="{B90DEEB3-09D2-4333-9FF1-5461D5D3E997}"/>
              </a:ext>
            </a:extLst>
          </p:cNvPr>
          <p:cNvSpPr>
            <a:spLocks noGrp="1"/>
          </p:cNvSpPr>
          <p:nvPr>
            <p:ph type="ftr" sz="quarter" idx="19"/>
          </p:nvPr>
        </p:nvSpPr>
        <p:spPr/>
        <p:txBody>
          <a:bodyPr/>
          <a:lstStyle/>
          <a:p>
            <a:endParaRPr lang="nl-NL" dirty="0"/>
          </a:p>
        </p:txBody>
      </p:sp>
      <p:sp>
        <p:nvSpPr>
          <p:cNvPr id="5" name="Tijdelijke aanduiding voor dianummer 4">
            <a:extLst>
              <a:ext uri="{FF2B5EF4-FFF2-40B4-BE49-F238E27FC236}">
                <a16:creationId xmlns:a16="http://schemas.microsoft.com/office/drawing/2014/main" id="{34B914B9-9F1D-4C1D-AE7E-826397420BB1}"/>
              </a:ext>
            </a:extLst>
          </p:cNvPr>
          <p:cNvSpPr>
            <a:spLocks noGrp="1"/>
          </p:cNvSpPr>
          <p:nvPr>
            <p:ph type="sldNum" sz="quarter" idx="20"/>
          </p:nvPr>
        </p:nvSpPr>
        <p:spPr/>
        <p:txBody>
          <a:bodyPr/>
          <a:lstStyle/>
          <a:p>
            <a:fld id="{82F1406F-2017-4431-B79A-7DFC81A4E36B}" type="slidenum">
              <a:rPr lang="nl-NL" smtClean="0"/>
              <a:pPr/>
              <a:t>‹#›</a:t>
            </a:fld>
            <a:endParaRPr lang="nl-NL"/>
          </a:p>
        </p:txBody>
      </p:sp>
    </p:spTree>
    <p:extLst>
      <p:ext uri="{BB962C8B-B14F-4D97-AF65-F5344CB8AC3E}">
        <p14:creationId xmlns:p14="http://schemas.microsoft.com/office/powerpoint/2010/main" val="20491128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nhoud 3 afbeeldingen onder">
    <p:spTree>
      <p:nvGrpSpPr>
        <p:cNvPr id="1" name=""/>
        <p:cNvGrpSpPr/>
        <p:nvPr/>
      </p:nvGrpSpPr>
      <p:grpSpPr>
        <a:xfrm>
          <a:off x="0" y="0"/>
          <a:ext cx="0" cy="0"/>
          <a:chOff x="0" y="0"/>
          <a:chExt cx="0" cy="0"/>
        </a:xfrm>
      </p:grpSpPr>
      <p:sp>
        <p:nvSpPr>
          <p:cNvPr id="9" name="Afbeelding rechts"/>
          <p:cNvSpPr>
            <a:spLocks noGrp="1"/>
          </p:cNvSpPr>
          <p:nvPr>
            <p:ph type="pic" sz="quarter" idx="15"/>
          </p:nvPr>
        </p:nvSpPr>
        <p:spPr>
          <a:xfrm>
            <a:off x="6084002" y="2576512"/>
            <a:ext cx="3059999" cy="2566988"/>
          </a:xfrm>
          <a:prstGeom prst="rect">
            <a:avLst/>
          </a:prstGeom>
          <a:solidFill>
            <a:schemeClr val="bg1">
              <a:lumMod val="75000"/>
            </a:schemeClr>
          </a:solidFill>
        </p:spPr>
        <p:txBody>
          <a:bodyPr vert="horz"/>
          <a:lstStyle>
            <a:lvl1pPr marL="0" indent="0">
              <a:buNone/>
              <a:defRPr sz="2000"/>
            </a:lvl1pPr>
          </a:lstStyle>
          <a:p>
            <a:r>
              <a:rPr lang="nl-NL"/>
              <a:t>Klik op het pictogram als u een afbeelding wilt toevoegen</a:t>
            </a:r>
            <a:endParaRPr lang="nl-NL" dirty="0"/>
          </a:p>
        </p:txBody>
      </p:sp>
      <p:sp>
        <p:nvSpPr>
          <p:cNvPr id="10" name="Afbeelding midden"/>
          <p:cNvSpPr>
            <a:spLocks noGrp="1"/>
          </p:cNvSpPr>
          <p:nvPr>
            <p:ph type="pic" sz="quarter" idx="16"/>
          </p:nvPr>
        </p:nvSpPr>
        <p:spPr>
          <a:xfrm>
            <a:off x="3063645" y="2576512"/>
            <a:ext cx="3023998" cy="2566988"/>
          </a:xfrm>
          <a:prstGeom prst="rect">
            <a:avLst/>
          </a:prstGeom>
          <a:solidFill>
            <a:schemeClr val="bg1">
              <a:lumMod val="75000"/>
            </a:schemeClr>
          </a:solidFill>
        </p:spPr>
        <p:txBody>
          <a:bodyPr vert="horz"/>
          <a:lstStyle>
            <a:lvl1pPr marL="0" indent="0">
              <a:buNone/>
              <a:defRPr sz="2000"/>
            </a:lvl1pPr>
          </a:lstStyle>
          <a:p>
            <a:r>
              <a:rPr lang="nl-NL"/>
              <a:t>Klik op het pictogram als u een afbeelding wilt toevoegen</a:t>
            </a:r>
            <a:endParaRPr lang="nl-NL" dirty="0"/>
          </a:p>
        </p:txBody>
      </p:sp>
      <p:sp>
        <p:nvSpPr>
          <p:cNvPr id="8" name="Afbeelding links"/>
          <p:cNvSpPr>
            <a:spLocks noGrp="1"/>
          </p:cNvSpPr>
          <p:nvPr>
            <p:ph type="pic" sz="quarter" idx="13"/>
          </p:nvPr>
        </p:nvSpPr>
        <p:spPr>
          <a:xfrm>
            <a:off x="5" y="2576512"/>
            <a:ext cx="3059999" cy="2566988"/>
          </a:xfrm>
          <a:prstGeom prst="rect">
            <a:avLst/>
          </a:prstGeom>
          <a:solidFill>
            <a:schemeClr val="bg1">
              <a:lumMod val="75000"/>
            </a:schemeClr>
          </a:solidFill>
        </p:spPr>
        <p:txBody>
          <a:bodyPr vert="horz"/>
          <a:lstStyle>
            <a:lvl1pPr marL="0" indent="0">
              <a:buNone/>
              <a:defRPr sz="2000"/>
            </a:lvl1pPr>
          </a:lstStyle>
          <a:p>
            <a:r>
              <a:rPr lang="nl-NL"/>
              <a:t>Klik op het pictogram als u een afbeelding wilt toevoegen</a:t>
            </a:r>
            <a:endParaRPr lang="nl-NL" dirty="0"/>
          </a:p>
        </p:txBody>
      </p:sp>
      <p:sp>
        <p:nvSpPr>
          <p:cNvPr id="3" name="Datum">
            <a:extLst>
              <a:ext uri="{FF2B5EF4-FFF2-40B4-BE49-F238E27FC236}">
                <a16:creationId xmlns:a16="http://schemas.microsoft.com/office/drawing/2014/main" id="{8467795E-BE0E-47E8-BCC2-D151E59EDFF5}"/>
              </a:ext>
            </a:extLst>
          </p:cNvPr>
          <p:cNvSpPr>
            <a:spLocks noGrp="1"/>
          </p:cNvSpPr>
          <p:nvPr>
            <p:ph type="dt" sz="half" idx="17"/>
          </p:nvPr>
        </p:nvSpPr>
        <p:spPr/>
        <p:txBody>
          <a:bodyPr/>
          <a:lstStyle>
            <a:lvl1pPr>
              <a:defRPr>
                <a:solidFill>
                  <a:schemeClr val="bg1"/>
                </a:solidFill>
              </a:defRPr>
            </a:lvl1pPr>
          </a:lstStyle>
          <a:p>
            <a:fld id="{982E87CE-8545-4B28-9101-1ABE11BF1B41}" type="datetime1">
              <a:rPr lang="nl-NL" smtClean="0"/>
              <a:pPr/>
              <a:t>19-11-2025</a:t>
            </a:fld>
            <a:endParaRPr lang="nl-NL"/>
          </a:p>
        </p:txBody>
      </p:sp>
      <p:sp>
        <p:nvSpPr>
          <p:cNvPr id="4" name="Voettekst">
            <a:extLst>
              <a:ext uri="{FF2B5EF4-FFF2-40B4-BE49-F238E27FC236}">
                <a16:creationId xmlns:a16="http://schemas.microsoft.com/office/drawing/2014/main" id="{B2430F08-8263-4811-BC43-F87BF48A780B}"/>
              </a:ext>
            </a:extLst>
          </p:cNvPr>
          <p:cNvSpPr>
            <a:spLocks noGrp="1"/>
          </p:cNvSpPr>
          <p:nvPr>
            <p:ph type="ftr" sz="quarter" idx="18"/>
          </p:nvPr>
        </p:nvSpPr>
        <p:spPr/>
        <p:txBody>
          <a:bodyPr/>
          <a:lstStyle>
            <a:lvl1pPr>
              <a:defRPr>
                <a:solidFill>
                  <a:schemeClr val="bg1"/>
                </a:solidFill>
              </a:defRPr>
            </a:lvl1pPr>
          </a:lstStyle>
          <a:p>
            <a:endParaRPr lang="nl-NL" dirty="0"/>
          </a:p>
        </p:txBody>
      </p:sp>
      <p:sp>
        <p:nvSpPr>
          <p:cNvPr id="5" name="Dianummer">
            <a:extLst>
              <a:ext uri="{FF2B5EF4-FFF2-40B4-BE49-F238E27FC236}">
                <a16:creationId xmlns:a16="http://schemas.microsoft.com/office/drawing/2014/main" id="{7A01C895-BF20-46EC-ABA8-DD9B24E77DE0}"/>
              </a:ext>
            </a:extLst>
          </p:cNvPr>
          <p:cNvSpPr>
            <a:spLocks noGrp="1"/>
          </p:cNvSpPr>
          <p:nvPr>
            <p:ph type="sldNum" sz="quarter" idx="19"/>
          </p:nvPr>
        </p:nvSpPr>
        <p:spPr/>
        <p:txBody>
          <a:bodyPr/>
          <a:lstStyle>
            <a:lvl1pPr>
              <a:defRPr>
                <a:solidFill>
                  <a:schemeClr val="bg1"/>
                </a:solidFill>
              </a:defRPr>
            </a:lvl1pPr>
          </a:lstStyle>
          <a:p>
            <a:fld id="{82F1406F-2017-4431-B79A-7DFC81A4E36B}" type="slidenum">
              <a:rPr lang="nl-NL" smtClean="0"/>
              <a:pPr/>
              <a:t>‹#›</a:t>
            </a:fld>
            <a:endParaRPr lang="nl-NL"/>
          </a:p>
        </p:txBody>
      </p:sp>
      <p:sp>
        <p:nvSpPr>
          <p:cNvPr id="13" name="Tekst"/>
          <p:cNvSpPr>
            <a:spLocks noGrp="1"/>
          </p:cNvSpPr>
          <p:nvPr>
            <p:ph type="body" sz="quarter" idx="11"/>
          </p:nvPr>
        </p:nvSpPr>
        <p:spPr>
          <a:xfrm flipH="1">
            <a:off x="718284" y="1196341"/>
            <a:ext cx="7670066" cy="1104300"/>
          </a:xfrm>
          <a:prstGeom prst="rect">
            <a:avLst/>
          </a:prstGeom>
        </p:spPr>
        <p:txBody>
          <a:bodyPr wrap="square">
            <a:noAutofit/>
          </a:bodyPr>
          <a:lstStyle>
            <a:lvl1pPr marL="0" indent="0">
              <a:buNone/>
              <a:defRPr/>
            </a:lvl1pPr>
          </a:lstStyle>
          <a:p>
            <a:pPr lvl="0"/>
            <a:r>
              <a:rPr lang="nl-NL"/>
              <a:t>Klikken om de tekststijl van het model te bewerken</a:t>
            </a:r>
          </a:p>
        </p:txBody>
      </p:sp>
      <p:pic>
        <p:nvPicPr>
          <p:cNvPr id="12" name="Logo" descr="hu rood.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435218" y="4608939"/>
            <a:ext cx="432000" cy="370027"/>
          </a:xfrm>
          <a:prstGeom prst="rect">
            <a:avLst/>
          </a:prstGeom>
        </p:spPr>
      </p:pic>
      <p:sp>
        <p:nvSpPr>
          <p:cNvPr id="2" name="Titel">
            <a:extLst>
              <a:ext uri="{FF2B5EF4-FFF2-40B4-BE49-F238E27FC236}">
                <a16:creationId xmlns:a16="http://schemas.microsoft.com/office/drawing/2014/main" id="{1BC1CB4D-2DB2-4F85-9CB5-70B257E8EAAF}"/>
              </a:ext>
            </a:extLst>
          </p:cNvPr>
          <p:cNvSpPr>
            <a:spLocks noGrp="1"/>
          </p:cNvSpPr>
          <p:nvPr>
            <p:ph type="title"/>
          </p:nvPr>
        </p:nvSpPr>
        <p:spPr>
          <a:xfrm>
            <a:off x="750572" y="581675"/>
            <a:ext cx="7504428" cy="461665"/>
          </a:xfrm>
          <a:prstGeom prst="rect">
            <a:avLst/>
          </a:prstGeom>
        </p:spPr>
        <p:txBody>
          <a:bodyPr/>
          <a:lstStyle/>
          <a:p>
            <a:r>
              <a:rPr lang="nl-NL"/>
              <a:t>Klik om stijl te bewerken</a:t>
            </a:r>
          </a:p>
        </p:txBody>
      </p:sp>
    </p:spTree>
    <p:extLst>
      <p:ext uri="{BB962C8B-B14F-4D97-AF65-F5344CB8AC3E}">
        <p14:creationId xmlns:p14="http://schemas.microsoft.com/office/powerpoint/2010/main" val="2449272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nhoud 3 afbeeldingen boven">
    <p:spTree>
      <p:nvGrpSpPr>
        <p:cNvPr id="1" name=""/>
        <p:cNvGrpSpPr/>
        <p:nvPr/>
      </p:nvGrpSpPr>
      <p:grpSpPr>
        <a:xfrm>
          <a:off x="0" y="0"/>
          <a:ext cx="0" cy="0"/>
          <a:chOff x="0" y="0"/>
          <a:chExt cx="0" cy="0"/>
        </a:xfrm>
      </p:grpSpPr>
      <p:sp>
        <p:nvSpPr>
          <p:cNvPr id="9" name="Afbeelding rechts"/>
          <p:cNvSpPr>
            <a:spLocks noGrp="1"/>
          </p:cNvSpPr>
          <p:nvPr>
            <p:ph type="pic" sz="quarter" idx="15"/>
          </p:nvPr>
        </p:nvSpPr>
        <p:spPr>
          <a:xfrm>
            <a:off x="6084002" y="4762"/>
            <a:ext cx="3059999" cy="2566988"/>
          </a:xfrm>
          <a:prstGeom prst="rect">
            <a:avLst/>
          </a:prstGeom>
          <a:solidFill>
            <a:schemeClr val="bg1">
              <a:lumMod val="75000"/>
            </a:schemeClr>
          </a:solidFill>
        </p:spPr>
        <p:txBody>
          <a:bodyPr vert="horz"/>
          <a:lstStyle>
            <a:lvl1pPr marL="0" indent="0">
              <a:buNone/>
              <a:defRPr sz="2000"/>
            </a:lvl1pPr>
          </a:lstStyle>
          <a:p>
            <a:r>
              <a:rPr lang="nl-NL"/>
              <a:t>Klik op het pictogram als u een afbeelding wilt toevoegen</a:t>
            </a:r>
            <a:endParaRPr lang="nl-NL" dirty="0"/>
          </a:p>
        </p:txBody>
      </p:sp>
      <p:sp>
        <p:nvSpPr>
          <p:cNvPr id="10" name="Afbeelding midden"/>
          <p:cNvSpPr>
            <a:spLocks noGrp="1"/>
          </p:cNvSpPr>
          <p:nvPr>
            <p:ph type="pic" sz="quarter" idx="16"/>
          </p:nvPr>
        </p:nvSpPr>
        <p:spPr>
          <a:xfrm>
            <a:off x="3063645" y="4762"/>
            <a:ext cx="3023998" cy="2566988"/>
          </a:xfrm>
          <a:prstGeom prst="rect">
            <a:avLst/>
          </a:prstGeom>
          <a:solidFill>
            <a:schemeClr val="bg1">
              <a:lumMod val="75000"/>
            </a:schemeClr>
          </a:solidFill>
        </p:spPr>
        <p:txBody>
          <a:bodyPr vert="horz"/>
          <a:lstStyle>
            <a:lvl1pPr marL="0" indent="0">
              <a:buNone/>
              <a:defRPr sz="2000"/>
            </a:lvl1pPr>
          </a:lstStyle>
          <a:p>
            <a:r>
              <a:rPr lang="nl-NL"/>
              <a:t>Klik op het pictogram als u een afbeelding wilt toevoegen</a:t>
            </a:r>
            <a:endParaRPr lang="nl-NL" dirty="0"/>
          </a:p>
        </p:txBody>
      </p:sp>
      <p:sp>
        <p:nvSpPr>
          <p:cNvPr id="8" name="Afbeelding links"/>
          <p:cNvSpPr>
            <a:spLocks noGrp="1"/>
          </p:cNvSpPr>
          <p:nvPr>
            <p:ph type="pic" sz="quarter" idx="13"/>
          </p:nvPr>
        </p:nvSpPr>
        <p:spPr>
          <a:xfrm>
            <a:off x="5" y="4762"/>
            <a:ext cx="3059999" cy="2566988"/>
          </a:xfrm>
          <a:prstGeom prst="rect">
            <a:avLst/>
          </a:prstGeom>
          <a:solidFill>
            <a:schemeClr val="bg1">
              <a:lumMod val="75000"/>
            </a:schemeClr>
          </a:solidFill>
        </p:spPr>
        <p:txBody>
          <a:bodyPr vert="horz"/>
          <a:lstStyle>
            <a:lvl1pPr marL="0" indent="0">
              <a:buNone/>
              <a:defRPr sz="2000"/>
            </a:lvl1pPr>
          </a:lstStyle>
          <a:p>
            <a:r>
              <a:rPr lang="nl-NL"/>
              <a:t>Klik op het pictogram als u een afbeelding wilt toevoegen</a:t>
            </a:r>
            <a:endParaRPr lang="nl-NL" dirty="0"/>
          </a:p>
        </p:txBody>
      </p:sp>
      <p:sp>
        <p:nvSpPr>
          <p:cNvPr id="3" name="Datum">
            <a:extLst>
              <a:ext uri="{FF2B5EF4-FFF2-40B4-BE49-F238E27FC236}">
                <a16:creationId xmlns:a16="http://schemas.microsoft.com/office/drawing/2014/main" id="{B4F857FD-BFB3-4545-8692-90B56608788F}"/>
              </a:ext>
            </a:extLst>
          </p:cNvPr>
          <p:cNvSpPr>
            <a:spLocks noGrp="1"/>
          </p:cNvSpPr>
          <p:nvPr>
            <p:ph type="dt" sz="half" idx="17"/>
          </p:nvPr>
        </p:nvSpPr>
        <p:spPr/>
        <p:txBody>
          <a:bodyPr/>
          <a:lstStyle/>
          <a:p>
            <a:fld id="{982E87CE-8545-4B28-9101-1ABE11BF1B41}" type="datetime1">
              <a:rPr lang="nl-NL" smtClean="0"/>
              <a:t>19-11-2025</a:t>
            </a:fld>
            <a:endParaRPr lang="nl-NL"/>
          </a:p>
        </p:txBody>
      </p:sp>
      <p:sp>
        <p:nvSpPr>
          <p:cNvPr id="4" name="Voettekst">
            <a:extLst>
              <a:ext uri="{FF2B5EF4-FFF2-40B4-BE49-F238E27FC236}">
                <a16:creationId xmlns:a16="http://schemas.microsoft.com/office/drawing/2014/main" id="{86AFB18C-1EA8-418B-921A-DF7ADE25FA6B}"/>
              </a:ext>
            </a:extLst>
          </p:cNvPr>
          <p:cNvSpPr>
            <a:spLocks noGrp="1"/>
          </p:cNvSpPr>
          <p:nvPr>
            <p:ph type="ftr" sz="quarter" idx="18"/>
          </p:nvPr>
        </p:nvSpPr>
        <p:spPr/>
        <p:txBody>
          <a:bodyPr/>
          <a:lstStyle/>
          <a:p>
            <a:endParaRPr lang="nl-NL" dirty="0"/>
          </a:p>
        </p:txBody>
      </p:sp>
      <p:sp>
        <p:nvSpPr>
          <p:cNvPr id="5" name="Dianummer">
            <a:extLst>
              <a:ext uri="{FF2B5EF4-FFF2-40B4-BE49-F238E27FC236}">
                <a16:creationId xmlns:a16="http://schemas.microsoft.com/office/drawing/2014/main" id="{4148FFCD-33EC-4B70-AB72-C959479C0C92}"/>
              </a:ext>
            </a:extLst>
          </p:cNvPr>
          <p:cNvSpPr>
            <a:spLocks noGrp="1"/>
          </p:cNvSpPr>
          <p:nvPr>
            <p:ph type="sldNum" sz="quarter" idx="19"/>
          </p:nvPr>
        </p:nvSpPr>
        <p:spPr/>
        <p:txBody>
          <a:bodyPr/>
          <a:lstStyle/>
          <a:p>
            <a:fld id="{82F1406F-2017-4431-B79A-7DFC81A4E36B}" type="slidenum">
              <a:rPr lang="nl-NL" smtClean="0"/>
              <a:pPr/>
              <a:t>‹#›</a:t>
            </a:fld>
            <a:endParaRPr lang="nl-NL"/>
          </a:p>
        </p:txBody>
      </p:sp>
      <p:sp>
        <p:nvSpPr>
          <p:cNvPr id="16" name="Titeldecoratie"/>
          <p:cNvSpPr/>
          <p:nvPr/>
        </p:nvSpPr>
        <p:spPr>
          <a:xfrm>
            <a:off x="531064" y="2818441"/>
            <a:ext cx="108000" cy="45738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3" name="Tekst"/>
          <p:cNvSpPr>
            <a:spLocks noGrp="1"/>
          </p:cNvSpPr>
          <p:nvPr>
            <p:ph type="body" sz="quarter" idx="11"/>
          </p:nvPr>
        </p:nvSpPr>
        <p:spPr>
          <a:xfrm flipH="1">
            <a:off x="611188" y="3329941"/>
            <a:ext cx="7561262" cy="1104300"/>
          </a:xfrm>
          <a:prstGeom prst="rect">
            <a:avLst/>
          </a:prstGeom>
        </p:spPr>
        <p:txBody>
          <a:bodyPr wrap="square">
            <a:noAutofit/>
          </a:bodyPr>
          <a:lstStyle>
            <a:lvl1pPr marL="0" indent="0">
              <a:buNone/>
              <a:defRPr/>
            </a:lvl1pPr>
          </a:lstStyle>
          <a:p>
            <a:pPr lvl="0"/>
            <a:r>
              <a:rPr lang="nl-NL"/>
              <a:t>Klikken om de tekststijl van het model te bewerken</a:t>
            </a:r>
          </a:p>
        </p:txBody>
      </p:sp>
      <p:sp>
        <p:nvSpPr>
          <p:cNvPr id="2" name="Titel">
            <a:extLst>
              <a:ext uri="{FF2B5EF4-FFF2-40B4-BE49-F238E27FC236}">
                <a16:creationId xmlns:a16="http://schemas.microsoft.com/office/drawing/2014/main" id="{1BC1CB4D-2DB2-4F85-9CB5-70B257E8EAAF}"/>
              </a:ext>
            </a:extLst>
          </p:cNvPr>
          <p:cNvSpPr>
            <a:spLocks noGrp="1"/>
          </p:cNvSpPr>
          <p:nvPr>
            <p:ph type="title"/>
          </p:nvPr>
        </p:nvSpPr>
        <p:spPr>
          <a:xfrm>
            <a:off x="611188" y="2715275"/>
            <a:ext cx="7561262" cy="461665"/>
          </a:xfrm>
          <a:prstGeom prst="rect">
            <a:avLst/>
          </a:prstGeom>
        </p:spPr>
        <p:txBody>
          <a:bodyPr/>
          <a:lstStyle/>
          <a:p>
            <a:r>
              <a:rPr lang="nl-NL"/>
              <a:t>Klik om stijl te bewerken</a:t>
            </a:r>
          </a:p>
        </p:txBody>
      </p:sp>
    </p:spTree>
    <p:extLst>
      <p:ext uri="{BB962C8B-B14F-4D97-AF65-F5344CB8AC3E}">
        <p14:creationId xmlns:p14="http://schemas.microsoft.com/office/powerpoint/2010/main" val="13245577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nhoud afbeelding links">
    <p:spTree>
      <p:nvGrpSpPr>
        <p:cNvPr id="1" name=""/>
        <p:cNvGrpSpPr/>
        <p:nvPr/>
      </p:nvGrpSpPr>
      <p:grpSpPr>
        <a:xfrm>
          <a:off x="0" y="0"/>
          <a:ext cx="0" cy="0"/>
          <a:chOff x="0" y="0"/>
          <a:chExt cx="0" cy="0"/>
        </a:xfrm>
      </p:grpSpPr>
      <p:sp>
        <p:nvSpPr>
          <p:cNvPr id="6" name="Afbeelding"/>
          <p:cNvSpPr>
            <a:spLocks noGrp="1"/>
          </p:cNvSpPr>
          <p:nvPr>
            <p:ph type="pic" sz="quarter" idx="13"/>
          </p:nvPr>
        </p:nvSpPr>
        <p:spPr>
          <a:xfrm>
            <a:off x="5" y="0"/>
            <a:ext cx="4570483" cy="5143500"/>
          </a:xfrm>
          <a:prstGeom prst="rect">
            <a:avLst/>
          </a:prstGeom>
          <a:solidFill>
            <a:schemeClr val="bg1">
              <a:lumMod val="75000"/>
            </a:schemeClr>
          </a:solidFill>
        </p:spPr>
        <p:txBody>
          <a:bodyPr vert="horz" anchor="ctr" anchorCtr="0"/>
          <a:lstStyle>
            <a:lvl1pPr marL="0" indent="0" algn="ctr">
              <a:buNone/>
              <a:defRPr sz="2000"/>
            </a:lvl1pPr>
          </a:lstStyle>
          <a:p>
            <a:r>
              <a:rPr lang="nl-NL"/>
              <a:t>Klik op het pictogram als u een afbeelding wilt toevoegen</a:t>
            </a:r>
            <a:endParaRPr lang="nl-NL" dirty="0"/>
          </a:p>
        </p:txBody>
      </p:sp>
      <p:sp>
        <p:nvSpPr>
          <p:cNvPr id="3" name="Datum">
            <a:extLst>
              <a:ext uri="{FF2B5EF4-FFF2-40B4-BE49-F238E27FC236}">
                <a16:creationId xmlns:a16="http://schemas.microsoft.com/office/drawing/2014/main" id="{7D99692A-D52A-4A80-B7FC-3D6FDD82666F}"/>
              </a:ext>
            </a:extLst>
          </p:cNvPr>
          <p:cNvSpPr>
            <a:spLocks noGrp="1"/>
          </p:cNvSpPr>
          <p:nvPr>
            <p:ph type="dt" sz="half" idx="14"/>
          </p:nvPr>
        </p:nvSpPr>
        <p:spPr/>
        <p:txBody>
          <a:bodyPr/>
          <a:lstStyle/>
          <a:p>
            <a:fld id="{982E87CE-8545-4B28-9101-1ABE11BF1B41}" type="datetime1">
              <a:rPr lang="nl-NL" smtClean="0"/>
              <a:t>19-11-2025</a:t>
            </a:fld>
            <a:endParaRPr lang="nl-NL"/>
          </a:p>
        </p:txBody>
      </p:sp>
      <p:sp>
        <p:nvSpPr>
          <p:cNvPr id="4" name="Voettekst">
            <a:extLst>
              <a:ext uri="{FF2B5EF4-FFF2-40B4-BE49-F238E27FC236}">
                <a16:creationId xmlns:a16="http://schemas.microsoft.com/office/drawing/2014/main" id="{0322DF50-32EF-41B2-8EA1-3A3486DABB23}"/>
              </a:ext>
            </a:extLst>
          </p:cNvPr>
          <p:cNvSpPr>
            <a:spLocks noGrp="1"/>
          </p:cNvSpPr>
          <p:nvPr>
            <p:ph type="ftr" sz="quarter" idx="15"/>
          </p:nvPr>
        </p:nvSpPr>
        <p:spPr/>
        <p:txBody>
          <a:bodyPr/>
          <a:lstStyle>
            <a:lvl1pPr>
              <a:defRPr>
                <a:solidFill>
                  <a:schemeClr val="bg1"/>
                </a:solidFill>
              </a:defRPr>
            </a:lvl1pPr>
          </a:lstStyle>
          <a:p>
            <a:endParaRPr lang="nl-NL" dirty="0"/>
          </a:p>
        </p:txBody>
      </p:sp>
      <p:sp>
        <p:nvSpPr>
          <p:cNvPr id="5" name="Dianummer">
            <a:extLst>
              <a:ext uri="{FF2B5EF4-FFF2-40B4-BE49-F238E27FC236}">
                <a16:creationId xmlns:a16="http://schemas.microsoft.com/office/drawing/2014/main" id="{CDB85868-4AF2-4121-8E41-546A5A0F3C66}"/>
              </a:ext>
            </a:extLst>
          </p:cNvPr>
          <p:cNvSpPr>
            <a:spLocks noGrp="1"/>
          </p:cNvSpPr>
          <p:nvPr>
            <p:ph type="sldNum" sz="quarter" idx="16"/>
          </p:nvPr>
        </p:nvSpPr>
        <p:spPr/>
        <p:txBody>
          <a:bodyPr/>
          <a:lstStyle>
            <a:lvl1pPr>
              <a:defRPr>
                <a:solidFill>
                  <a:schemeClr val="bg1"/>
                </a:solidFill>
              </a:defRPr>
            </a:lvl1pPr>
          </a:lstStyle>
          <a:p>
            <a:fld id="{82F1406F-2017-4431-B79A-7DFC81A4E36B}" type="slidenum">
              <a:rPr lang="nl-NL" smtClean="0"/>
              <a:pPr/>
              <a:t>‹#›</a:t>
            </a:fld>
            <a:endParaRPr lang="nl-NL"/>
          </a:p>
        </p:txBody>
      </p:sp>
      <p:sp>
        <p:nvSpPr>
          <p:cNvPr id="11" name="Titeldecoratie"/>
          <p:cNvSpPr/>
          <p:nvPr/>
        </p:nvSpPr>
        <p:spPr>
          <a:xfrm>
            <a:off x="5104925" y="684841"/>
            <a:ext cx="108000" cy="45738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3" name="Tekst"/>
          <p:cNvSpPr>
            <a:spLocks noGrp="1"/>
          </p:cNvSpPr>
          <p:nvPr>
            <p:ph type="body" sz="quarter" idx="11"/>
          </p:nvPr>
        </p:nvSpPr>
        <p:spPr>
          <a:xfrm flipH="1">
            <a:off x="5292148" y="1196341"/>
            <a:ext cx="2880301" cy="3292316"/>
          </a:xfrm>
          <a:prstGeom prst="rect">
            <a:avLst/>
          </a:prstGeom>
        </p:spPr>
        <p:txBody>
          <a:bodyPr wrap="square">
            <a:noAutofit/>
          </a:bodyPr>
          <a:lstStyle>
            <a:lvl1pPr>
              <a:defRPr/>
            </a:lvl1pPr>
          </a:lstStyle>
          <a:p>
            <a:pPr lvl="0"/>
            <a:r>
              <a:rPr lang="nl-NL"/>
              <a:t>Klikken om de tekststijl van het model te bewerken</a:t>
            </a:r>
          </a:p>
        </p:txBody>
      </p:sp>
      <p:sp>
        <p:nvSpPr>
          <p:cNvPr id="2" name="Titel">
            <a:extLst>
              <a:ext uri="{FF2B5EF4-FFF2-40B4-BE49-F238E27FC236}">
                <a16:creationId xmlns:a16="http://schemas.microsoft.com/office/drawing/2014/main" id="{1AD873CB-895E-4138-8DAB-6B7F915652DD}"/>
              </a:ext>
            </a:extLst>
          </p:cNvPr>
          <p:cNvSpPr>
            <a:spLocks noGrp="1"/>
          </p:cNvSpPr>
          <p:nvPr>
            <p:ph type="title"/>
          </p:nvPr>
        </p:nvSpPr>
        <p:spPr>
          <a:xfrm>
            <a:off x="5292149" y="550958"/>
            <a:ext cx="2880301" cy="461665"/>
          </a:xfrm>
          <a:prstGeom prst="rect">
            <a:avLst/>
          </a:prstGeom>
        </p:spPr>
        <p:txBody>
          <a:bodyPr/>
          <a:lstStyle>
            <a:lvl1pPr>
              <a:defRPr sz="2400"/>
            </a:lvl1pPr>
          </a:lstStyle>
          <a:p>
            <a:r>
              <a:rPr lang="nl-NL"/>
              <a:t>Klik om stijl te bewerken</a:t>
            </a:r>
            <a:endParaRPr lang="nl-NL" dirty="0"/>
          </a:p>
        </p:txBody>
      </p:sp>
    </p:spTree>
    <p:extLst>
      <p:ext uri="{BB962C8B-B14F-4D97-AF65-F5344CB8AC3E}">
        <p14:creationId xmlns:p14="http://schemas.microsoft.com/office/powerpoint/2010/main" val="19464629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nhoud afbeelding rechts">
    <p:spTree>
      <p:nvGrpSpPr>
        <p:cNvPr id="1" name=""/>
        <p:cNvGrpSpPr/>
        <p:nvPr/>
      </p:nvGrpSpPr>
      <p:grpSpPr>
        <a:xfrm>
          <a:off x="0" y="0"/>
          <a:ext cx="0" cy="0"/>
          <a:chOff x="0" y="0"/>
          <a:chExt cx="0" cy="0"/>
        </a:xfrm>
      </p:grpSpPr>
      <p:sp>
        <p:nvSpPr>
          <p:cNvPr id="6" name="Afbeelding"/>
          <p:cNvSpPr>
            <a:spLocks noGrp="1"/>
          </p:cNvSpPr>
          <p:nvPr>
            <p:ph type="pic" sz="quarter" idx="13"/>
          </p:nvPr>
        </p:nvSpPr>
        <p:spPr>
          <a:xfrm>
            <a:off x="4573522" y="0"/>
            <a:ext cx="4570483" cy="5143500"/>
          </a:xfrm>
          <a:prstGeom prst="rect">
            <a:avLst/>
          </a:prstGeom>
          <a:solidFill>
            <a:schemeClr val="bg1">
              <a:lumMod val="75000"/>
            </a:schemeClr>
          </a:solidFill>
        </p:spPr>
        <p:txBody>
          <a:bodyPr vert="horz" anchor="ctr" anchorCtr="0"/>
          <a:lstStyle>
            <a:lvl1pPr marL="0" indent="0" algn="ctr">
              <a:buNone/>
              <a:defRPr sz="2000"/>
            </a:lvl1pPr>
          </a:lstStyle>
          <a:p>
            <a:r>
              <a:rPr lang="nl-NL"/>
              <a:t>Klik op het pictogram als u een afbeelding wilt toevoegen</a:t>
            </a:r>
            <a:endParaRPr lang="nl-NL" dirty="0"/>
          </a:p>
        </p:txBody>
      </p:sp>
      <p:pic>
        <p:nvPicPr>
          <p:cNvPr id="8" name="Logo" descr="hu rood.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435218" y="4608939"/>
            <a:ext cx="432000" cy="370027"/>
          </a:xfrm>
          <a:prstGeom prst="rect">
            <a:avLst/>
          </a:prstGeom>
        </p:spPr>
      </p:pic>
      <p:sp>
        <p:nvSpPr>
          <p:cNvPr id="3" name="Datum">
            <a:extLst>
              <a:ext uri="{FF2B5EF4-FFF2-40B4-BE49-F238E27FC236}">
                <a16:creationId xmlns:a16="http://schemas.microsoft.com/office/drawing/2014/main" id="{9D31CFC5-410C-4748-B6C7-A722E6949738}"/>
              </a:ext>
            </a:extLst>
          </p:cNvPr>
          <p:cNvSpPr>
            <a:spLocks noGrp="1"/>
          </p:cNvSpPr>
          <p:nvPr>
            <p:ph type="dt" sz="half" idx="14"/>
          </p:nvPr>
        </p:nvSpPr>
        <p:spPr/>
        <p:txBody>
          <a:bodyPr/>
          <a:lstStyle/>
          <a:p>
            <a:fld id="{982E87CE-8545-4B28-9101-1ABE11BF1B41}" type="datetime1">
              <a:rPr lang="nl-NL" smtClean="0"/>
              <a:t>19-11-2025</a:t>
            </a:fld>
            <a:endParaRPr lang="nl-NL"/>
          </a:p>
        </p:txBody>
      </p:sp>
      <p:sp>
        <p:nvSpPr>
          <p:cNvPr id="4" name="Voettekst">
            <a:extLst>
              <a:ext uri="{FF2B5EF4-FFF2-40B4-BE49-F238E27FC236}">
                <a16:creationId xmlns:a16="http://schemas.microsoft.com/office/drawing/2014/main" id="{0CB614FB-0599-4F33-AE24-A266A79E9AE5}"/>
              </a:ext>
            </a:extLst>
          </p:cNvPr>
          <p:cNvSpPr>
            <a:spLocks noGrp="1"/>
          </p:cNvSpPr>
          <p:nvPr>
            <p:ph type="ftr" sz="quarter" idx="15"/>
          </p:nvPr>
        </p:nvSpPr>
        <p:spPr/>
        <p:txBody>
          <a:bodyPr/>
          <a:lstStyle/>
          <a:p>
            <a:endParaRPr lang="nl-NL" dirty="0"/>
          </a:p>
        </p:txBody>
      </p:sp>
      <p:sp>
        <p:nvSpPr>
          <p:cNvPr id="5" name="Dianummer">
            <a:extLst>
              <a:ext uri="{FF2B5EF4-FFF2-40B4-BE49-F238E27FC236}">
                <a16:creationId xmlns:a16="http://schemas.microsoft.com/office/drawing/2014/main" id="{F7361324-3AD2-4A1C-B9DE-436592B7E800}"/>
              </a:ext>
            </a:extLst>
          </p:cNvPr>
          <p:cNvSpPr>
            <a:spLocks noGrp="1"/>
          </p:cNvSpPr>
          <p:nvPr>
            <p:ph type="sldNum" sz="quarter" idx="16"/>
          </p:nvPr>
        </p:nvSpPr>
        <p:spPr/>
        <p:txBody>
          <a:bodyPr/>
          <a:lstStyle/>
          <a:p>
            <a:fld id="{82F1406F-2017-4431-B79A-7DFC81A4E36B}" type="slidenum">
              <a:rPr lang="nl-NL" smtClean="0"/>
              <a:pPr/>
              <a:t>‹#›</a:t>
            </a:fld>
            <a:endParaRPr lang="nl-NL"/>
          </a:p>
        </p:txBody>
      </p:sp>
      <p:sp>
        <p:nvSpPr>
          <p:cNvPr id="14" name="Tekst"/>
          <p:cNvSpPr>
            <a:spLocks noGrp="1"/>
          </p:cNvSpPr>
          <p:nvPr>
            <p:ph type="body" sz="quarter" idx="11"/>
          </p:nvPr>
        </p:nvSpPr>
        <p:spPr>
          <a:xfrm flipH="1">
            <a:off x="600224" y="1196341"/>
            <a:ext cx="3611736" cy="3292316"/>
          </a:xfrm>
          <a:prstGeom prst="rect">
            <a:avLst/>
          </a:prstGeom>
        </p:spPr>
        <p:txBody>
          <a:bodyPr wrap="square">
            <a:noAutofit/>
          </a:bodyPr>
          <a:lstStyle>
            <a:lvl1pPr>
              <a:defRPr/>
            </a:lvl1pPr>
          </a:lstStyle>
          <a:p>
            <a:pPr lvl="0"/>
            <a:r>
              <a:rPr lang="nl-NL"/>
              <a:t>Klikken om de tekststijl van het model te bewerken</a:t>
            </a:r>
          </a:p>
        </p:txBody>
      </p:sp>
      <p:sp>
        <p:nvSpPr>
          <p:cNvPr id="9" name="Titel">
            <a:extLst>
              <a:ext uri="{FF2B5EF4-FFF2-40B4-BE49-F238E27FC236}">
                <a16:creationId xmlns:a16="http://schemas.microsoft.com/office/drawing/2014/main" id="{6D366FD9-FE48-4E10-8BCE-1292B606660F}"/>
              </a:ext>
            </a:extLst>
          </p:cNvPr>
          <p:cNvSpPr>
            <a:spLocks noGrp="1"/>
          </p:cNvSpPr>
          <p:nvPr>
            <p:ph type="title"/>
          </p:nvPr>
        </p:nvSpPr>
        <p:spPr>
          <a:xfrm>
            <a:off x="600225" y="244476"/>
            <a:ext cx="3611736" cy="993775"/>
          </a:xfrm>
        </p:spPr>
        <p:txBody>
          <a:bodyPr>
            <a:normAutofit/>
          </a:bodyPr>
          <a:lstStyle>
            <a:lvl1pPr>
              <a:defRPr sz="2400"/>
            </a:lvl1pPr>
          </a:lstStyle>
          <a:p>
            <a:r>
              <a:rPr lang="nl-NL"/>
              <a:t>Klik om stijl te bewerken</a:t>
            </a:r>
            <a:endParaRPr lang="nl-NL" dirty="0"/>
          </a:p>
        </p:txBody>
      </p:sp>
    </p:spTree>
    <p:extLst>
      <p:ext uri="{BB962C8B-B14F-4D97-AF65-F5344CB8AC3E}">
        <p14:creationId xmlns:p14="http://schemas.microsoft.com/office/powerpoint/2010/main" val="15849269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10" name="Achtergrond"/>
          <p:cNvSpPr/>
          <p:nvPr/>
        </p:nvSpPr>
        <p:spPr>
          <a:xfrm>
            <a:off x="0" y="0"/>
            <a:ext cx="9144000"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3" name="Datum">
            <a:extLst>
              <a:ext uri="{FF2B5EF4-FFF2-40B4-BE49-F238E27FC236}">
                <a16:creationId xmlns:a16="http://schemas.microsoft.com/office/drawing/2014/main" id="{68A5FA88-603D-448E-A991-878A5BF919D6}"/>
              </a:ext>
            </a:extLst>
          </p:cNvPr>
          <p:cNvSpPr>
            <a:spLocks noGrp="1"/>
          </p:cNvSpPr>
          <p:nvPr>
            <p:ph type="dt" sz="half" idx="10"/>
          </p:nvPr>
        </p:nvSpPr>
        <p:spPr/>
        <p:txBody>
          <a:bodyPr/>
          <a:lstStyle>
            <a:lvl1pPr>
              <a:defRPr>
                <a:solidFill>
                  <a:schemeClr val="bg1"/>
                </a:solidFill>
              </a:defRPr>
            </a:lvl1pPr>
          </a:lstStyle>
          <a:p>
            <a:fld id="{982E87CE-8545-4B28-9101-1ABE11BF1B41}" type="datetime1">
              <a:rPr lang="nl-NL" smtClean="0"/>
              <a:pPr/>
              <a:t>19-11-2025</a:t>
            </a:fld>
            <a:endParaRPr lang="nl-NL"/>
          </a:p>
        </p:txBody>
      </p:sp>
      <p:sp>
        <p:nvSpPr>
          <p:cNvPr id="5" name="Voettekst">
            <a:extLst>
              <a:ext uri="{FF2B5EF4-FFF2-40B4-BE49-F238E27FC236}">
                <a16:creationId xmlns:a16="http://schemas.microsoft.com/office/drawing/2014/main" id="{C447EC34-3FCD-4AF9-93D4-2F7E44A3B731}"/>
              </a:ext>
            </a:extLst>
          </p:cNvPr>
          <p:cNvSpPr>
            <a:spLocks noGrp="1"/>
          </p:cNvSpPr>
          <p:nvPr>
            <p:ph type="ftr" sz="quarter" idx="11"/>
          </p:nvPr>
        </p:nvSpPr>
        <p:spPr/>
        <p:txBody>
          <a:bodyPr/>
          <a:lstStyle>
            <a:lvl1pPr>
              <a:defRPr>
                <a:solidFill>
                  <a:schemeClr val="bg1"/>
                </a:solidFill>
              </a:defRPr>
            </a:lvl1pPr>
          </a:lstStyle>
          <a:p>
            <a:endParaRPr lang="nl-NL" dirty="0"/>
          </a:p>
        </p:txBody>
      </p:sp>
      <p:sp>
        <p:nvSpPr>
          <p:cNvPr id="6" name="Dianummer">
            <a:extLst>
              <a:ext uri="{FF2B5EF4-FFF2-40B4-BE49-F238E27FC236}">
                <a16:creationId xmlns:a16="http://schemas.microsoft.com/office/drawing/2014/main" id="{3FB4A23C-1705-4B39-9C44-37CD709908EC}"/>
              </a:ext>
            </a:extLst>
          </p:cNvPr>
          <p:cNvSpPr>
            <a:spLocks noGrp="1"/>
          </p:cNvSpPr>
          <p:nvPr>
            <p:ph type="sldNum" sz="quarter" idx="12"/>
          </p:nvPr>
        </p:nvSpPr>
        <p:spPr/>
        <p:txBody>
          <a:bodyPr/>
          <a:lstStyle>
            <a:lvl1pPr>
              <a:defRPr>
                <a:solidFill>
                  <a:schemeClr val="bg1"/>
                </a:solidFill>
              </a:defRPr>
            </a:lvl1pPr>
          </a:lstStyle>
          <a:p>
            <a:fld id="{82F1406F-2017-4431-B79A-7DFC81A4E36B}" type="slidenum">
              <a:rPr lang="nl-NL" smtClean="0"/>
              <a:pPr/>
              <a:t>‹#›</a:t>
            </a:fld>
            <a:endParaRPr lang="nl-NL"/>
          </a:p>
        </p:txBody>
      </p:sp>
      <p:pic>
        <p:nvPicPr>
          <p:cNvPr id="9" name="Logo" descr="hu rood.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435218" y="4608939"/>
            <a:ext cx="432000" cy="370027"/>
          </a:xfrm>
          <a:prstGeom prst="rect">
            <a:avLst/>
          </a:prstGeom>
        </p:spPr>
      </p:pic>
      <p:sp>
        <p:nvSpPr>
          <p:cNvPr id="12" name="Titeldecoratie"/>
          <p:cNvSpPr/>
          <p:nvPr/>
        </p:nvSpPr>
        <p:spPr>
          <a:xfrm>
            <a:off x="529142" y="686249"/>
            <a:ext cx="108000" cy="732714"/>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2" name="Titel">
            <a:extLst>
              <a:ext uri="{FF2B5EF4-FFF2-40B4-BE49-F238E27FC236}">
                <a16:creationId xmlns:a16="http://schemas.microsoft.com/office/drawing/2014/main" id="{2BA0D956-0B37-4F2B-BD64-4682BAE8EBDC}"/>
              </a:ext>
            </a:extLst>
          </p:cNvPr>
          <p:cNvSpPr>
            <a:spLocks noGrp="1"/>
          </p:cNvSpPr>
          <p:nvPr>
            <p:ph type="title"/>
          </p:nvPr>
        </p:nvSpPr>
        <p:spPr>
          <a:xfrm>
            <a:off x="600224" y="485776"/>
            <a:ext cx="7572225" cy="993775"/>
          </a:xfrm>
        </p:spPr>
        <p:txBody>
          <a:bodyPr anchor="t"/>
          <a:lstStyle>
            <a:lvl1pPr>
              <a:spcBef>
                <a:spcPts val="1200"/>
              </a:spcBef>
              <a:defRPr i="1">
                <a:solidFill>
                  <a:schemeClr val="bg1"/>
                </a:solidFill>
              </a:defRPr>
            </a:lvl1pPr>
          </a:lstStyle>
          <a:p>
            <a:r>
              <a:rPr lang="nl-NL"/>
              <a:t>Klik om stijl te bewerken</a:t>
            </a:r>
            <a:endParaRPr lang="nl-NL" dirty="0"/>
          </a:p>
        </p:txBody>
      </p:sp>
    </p:spTree>
    <p:extLst>
      <p:ext uri="{BB962C8B-B14F-4D97-AF65-F5344CB8AC3E}">
        <p14:creationId xmlns:p14="http://schemas.microsoft.com/office/powerpoint/2010/main" val="4795198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nhoud blauwe kop">
    <p:spTree>
      <p:nvGrpSpPr>
        <p:cNvPr id="1" name=""/>
        <p:cNvGrpSpPr/>
        <p:nvPr/>
      </p:nvGrpSpPr>
      <p:grpSpPr>
        <a:xfrm>
          <a:off x="0" y="0"/>
          <a:ext cx="0" cy="0"/>
          <a:chOff x="0" y="0"/>
          <a:chExt cx="0" cy="0"/>
        </a:xfrm>
      </p:grpSpPr>
      <p:sp>
        <p:nvSpPr>
          <p:cNvPr id="10" name="Blauwe balk"/>
          <p:cNvSpPr/>
          <p:nvPr/>
        </p:nvSpPr>
        <p:spPr>
          <a:xfrm>
            <a:off x="0" y="3"/>
            <a:ext cx="9144000" cy="16001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9" name="Titeldecoratie"/>
          <p:cNvSpPr/>
          <p:nvPr/>
        </p:nvSpPr>
        <p:spPr>
          <a:xfrm>
            <a:off x="531064" y="684841"/>
            <a:ext cx="108000" cy="45738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2" name="Titel">
            <a:extLst>
              <a:ext uri="{FF2B5EF4-FFF2-40B4-BE49-F238E27FC236}">
                <a16:creationId xmlns:a16="http://schemas.microsoft.com/office/drawing/2014/main" id="{48FD308B-A17C-459D-AD21-0988223F51AA}"/>
              </a:ext>
            </a:extLst>
          </p:cNvPr>
          <p:cNvSpPr>
            <a:spLocks noGrp="1"/>
          </p:cNvSpPr>
          <p:nvPr>
            <p:ph type="title"/>
          </p:nvPr>
        </p:nvSpPr>
        <p:spPr/>
        <p:txBody>
          <a:bodyPr/>
          <a:lstStyle>
            <a:lvl1pPr>
              <a:defRPr>
                <a:solidFill>
                  <a:schemeClr val="bg1"/>
                </a:solidFill>
              </a:defRPr>
            </a:lvl1pPr>
          </a:lstStyle>
          <a:p>
            <a:r>
              <a:rPr lang="nl-NL"/>
              <a:t>Klik om stijl te bewerken</a:t>
            </a:r>
          </a:p>
        </p:txBody>
      </p:sp>
      <p:sp>
        <p:nvSpPr>
          <p:cNvPr id="13" name="Tijdelijke aanduiding voor inhoud 12">
            <a:extLst>
              <a:ext uri="{FF2B5EF4-FFF2-40B4-BE49-F238E27FC236}">
                <a16:creationId xmlns:a16="http://schemas.microsoft.com/office/drawing/2014/main" id="{A6F08B07-1555-4E47-8951-0ECAD9F5A341}"/>
              </a:ext>
            </a:extLst>
          </p:cNvPr>
          <p:cNvSpPr>
            <a:spLocks noGrp="1"/>
          </p:cNvSpPr>
          <p:nvPr>
            <p:ph sz="quarter" idx="10"/>
          </p:nvPr>
        </p:nvSpPr>
        <p:spPr>
          <a:xfrm>
            <a:off x="611188" y="1582595"/>
            <a:ext cx="7572375" cy="2825894"/>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Tree>
    <p:extLst>
      <p:ext uri="{BB962C8B-B14F-4D97-AF65-F5344CB8AC3E}">
        <p14:creationId xmlns:p14="http://schemas.microsoft.com/office/powerpoint/2010/main" val="19310384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Links in blauw">
    <p:spTree>
      <p:nvGrpSpPr>
        <p:cNvPr id="1" name=""/>
        <p:cNvGrpSpPr/>
        <p:nvPr/>
      </p:nvGrpSpPr>
      <p:grpSpPr>
        <a:xfrm>
          <a:off x="0" y="0"/>
          <a:ext cx="0" cy="0"/>
          <a:chOff x="0" y="0"/>
          <a:chExt cx="0" cy="0"/>
        </a:xfrm>
      </p:grpSpPr>
      <p:sp>
        <p:nvSpPr>
          <p:cNvPr id="21" name="Rechthoek 20"/>
          <p:cNvSpPr/>
          <p:nvPr/>
        </p:nvSpPr>
        <p:spPr>
          <a:xfrm>
            <a:off x="0" y="0"/>
            <a:ext cx="4572000"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8" name="Rechthoek 17"/>
          <p:cNvSpPr/>
          <p:nvPr/>
        </p:nvSpPr>
        <p:spPr>
          <a:xfrm>
            <a:off x="531064" y="684841"/>
            <a:ext cx="108000" cy="45738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20" name="Tijdelijke aanduiding voor tekst 10"/>
          <p:cNvSpPr>
            <a:spLocks noGrp="1"/>
          </p:cNvSpPr>
          <p:nvPr>
            <p:ph type="body" sz="quarter" idx="11"/>
          </p:nvPr>
        </p:nvSpPr>
        <p:spPr>
          <a:xfrm flipH="1">
            <a:off x="600222" y="1196341"/>
            <a:ext cx="3672566" cy="3292316"/>
          </a:xfrm>
          <a:prstGeom prst="rect">
            <a:avLst/>
          </a:prstGeom>
        </p:spPr>
        <p:txBody>
          <a:bodyPr wrap="square">
            <a:noAutofit/>
          </a:bodyPr>
          <a:lstStyle>
            <a:lvl1pPr>
              <a:defRPr/>
            </a:lvl1pPr>
          </a:lstStyle>
          <a:p>
            <a:pPr lvl="0"/>
            <a:r>
              <a:rPr lang="nl-NL"/>
              <a:t>Klikken om de tekststijl van het model te bewerken</a:t>
            </a:r>
          </a:p>
        </p:txBody>
      </p:sp>
      <p:sp>
        <p:nvSpPr>
          <p:cNvPr id="2" name="Titel 1">
            <a:extLst>
              <a:ext uri="{FF2B5EF4-FFF2-40B4-BE49-F238E27FC236}">
                <a16:creationId xmlns:a16="http://schemas.microsoft.com/office/drawing/2014/main" id="{73E799FC-BB9B-4680-9378-7D7DAE7AEECB}"/>
              </a:ext>
            </a:extLst>
          </p:cNvPr>
          <p:cNvSpPr>
            <a:spLocks noGrp="1"/>
          </p:cNvSpPr>
          <p:nvPr>
            <p:ph type="title"/>
          </p:nvPr>
        </p:nvSpPr>
        <p:spPr>
          <a:xfrm>
            <a:off x="600224" y="244476"/>
            <a:ext cx="3672565" cy="993775"/>
          </a:xfrm>
        </p:spPr>
        <p:txBody>
          <a:bodyPr>
            <a:normAutofit/>
          </a:bodyPr>
          <a:lstStyle>
            <a:lvl1pPr>
              <a:defRPr sz="2400">
                <a:solidFill>
                  <a:schemeClr val="bg1"/>
                </a:solidFill>
              </a:defRPr>
            </a:lvl1pPr>
          </a:lstStyle>
          <a:p>
            <a:r>
              <a:rPr lang="nl-NL"/>
              <a:t>Klik om stijl te bewerken</a:t>
            </a:r>
            <a:endParaRPr lang="nl-NL" dirty="0"/>
          </a:p>
        </p:txBody>
      </p:sp>
      <p:sp>
        <p:nvSpPr>
          <p:cNvPr id="3" name="Tijdelijke aanduiding voor datum 2">
            <a:extLst>
              <a:ext uri="{FF2B5EF4-FFF2-40B4-BE49-F238E27FC236}">
                <a16:creationId xmlns:a16="http://schemas.microsoft.com/office/drawing/2014/main" id="{1059847E-1AEB-4364-9B40-CB9FE59D2139}"/>
              </a:ext>
            </a:extLst>
          </p:cNvPr>
          <p:cNvSpPr>
            <a:spLocks noGrp="1"/>
          </p:cNvSpPr>
          <p:nvPr>
            <p:ph type="dt" sz="half" idx="12"/>
          </p:nvPr>
        </p:nvSpPr>
        <p:spPr/>
        <p:txBody>
          <a:bodyPr/>
          <a:lstStyle/>
          <a:p>
            <a:fld id="{982E87CE-8545-4B28-9101-1ABE11BF1B41}" type="datetime1">
              <a:rPr lang="nl-NL" smtClean="0"/>
              <a:t>19-11-2025</a:t>
            </a:fld>
            <a:endParaRPr lang="nl-NL"/>
          </a:p>
        </p:txBody>
      </p:sp>
      <p:sp>
        <p:nvSpPr>
          <p:cNvPr id="4" name="Tijdelijke aanduiding voor voettekst 3">
            <a:extLst>
              <a:ext uri="{FF2B5EF4-FFF2-40B4-BE49-F238E27FC236}">
                <a16:creationId xmlns:a16="http://schemas.microsoft.com/office/drawing/2014/main" id="{F112DF11-8467-40DB-B310-0BE80520F91E}"/>
              </a:ext>
            </a:extLst>
          </p:cNvPr>
          <p:cNvSpPr>
            <a:spLocks noGrp="1"/>
          </p:cNvSpPr>
          <p:nvPr>
            <p:ph type="ftr" sz="quarter" idx="13"/>
          </p:nvPr>
        </p:nvSpPr>
        <p:spPr/>
        <p:txBody>
          <a:bodyPr/>
          <a:lstStyle>
            <a:lvl1pPr>
              <a:defRPr>
                <a:solidFill>
                  <a:schemeClr val="bg1"/>
                </a:solidFill>
              </a:defRPr>
            </a:lvl1pPr>
          </a:lstStyle>
          <a:p>
            <a:endParaRPr lang="nl-NL" dirty="0"/>
          </a:p>
        </p:txBody>
      </p:sp>
      <p:sp>
        <p:nvSpPr>
          <p:cNvPr id="5" name="Tijdelijke aanduiding voor dianummer 4">
            <a:extLst>
              <a:ext uri="{FF2B5EF4-FFF2-40B4-BE49-F238E27FC236}">
                <a16:creationId xmlns:a16="http://schemas.microsoft.com/office/drawing/2014/main" id="{771B7FDD-8445-4B6C-928C-42E20728C1D4}"/>
              </a:ext>
            </a:extLst>
          </p:cNvPr>
          <p:cNvSpPr>
            <a:spLocks noGrp="1"/>
          </p:cNvSpPr>
          <p:nvPr>
            <p:ph type="sldNum" sz="quarter" idx="14"/>
          </p:nvPr>
        </p:nvSpPr>
        <p:spPr/>
        <p:txBody>
          <a:bodyPr/>
          <a:lstStyle>
            <a:lvl1pPr>
              <a:defRPr>
                <a:solidFill>
                  <a:schemeClr val="bg1"/>
                </a:solidFill>
              </a:defRPr>
            </a:lvl1pPr>
          </a:lstStyle>
          <a:p>
            <a:fld id="{82F1406F-2017-4431-B79A-7DFC81A4E36B}" type="slidenum">
              <a:rPr lang="nl-NL" smtClean="0"/>
              <a:pPr/>
              <a:t>‹#›</a:t>
            </a:fld>
            <a:endParaRPr lang="nl-NL"/>
          </a:p>
        </p:txBody>
      </p:sp>
    </p:spTree>
    <p:extLst>
      <p:ext uri="{BB962C8B-B14F-4D97-AF65-F5344CB8AC3E}">
        <p14:creationId xmlns:p14="http://schemas.microsoft.com/office/powerpoint/2010/main" val="2414321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Afbeelding">
    <p:spTree>
      <p:nvGrpSpPr>
        <p:cNvPr id="1" name=""/>
        <p:cNvGrpSpPr/>
        <p:nvPr/>
      </p:nvGrpSpPr>
      <p:grpSpPr>
        <a:xfrm>
          <a:off x="0" y="0"/>
          <a:ext cx="0" cy="0"/>
          <a:chOff x="0" y="0"/>
          <a:chExt cx="0" cy="0"/>
        </a:xfrm>
      </p:grpSpPr>
      <p:sp>
        <p:nvSpPr>
          <p:cNvPr id="6" name="Afbeelding"/>
          <p:cNvSpPr>
            <a:spLocks noGrp="1"/>
          </p:cNvSpPr>
          <p:nvPr>
            <p:ph type="pic" sz="quarter" idx="13"/>
          </p:nvPr>
        </p:nvSpPr>
        <p:spPr>
          <a:xfrm>
            <a:off x="0" y="0"/>
            <a:ext cx="9144000" cy="5143500"/>
          </a:xfrm>
          <a:prstGeom prst="rect">
            <a:avLst/>
          </a:prstGeom>
          <a:solidFill>
            <a:schemeClr val="bg1">
              <a:lumMod val="75000"/>
            </a:schemeClr>
          </a:solidFill>
        </p:spPr>
        <p:txBody>
          <a:bodyPr vert="horz" anchor="ctr" anchorCtr="0"/>
          <a:lstStyle>
            <a:lvl1pPr marL="0" indent="0" algn="ctr">
              <a:buNone/>
              <a:defRPr sz="2000"/>
            </a:lvl1pPr>
          </a:lstStyle>
          <a:p>
            <a:r>
              <a:rPr lang="nl-NL"/>
              <a:t>Klik op het pictogram als u een afbeelding wilt toevoegen</a:t>
            </a:r>
            <a:endParaRPr lang="nl-NL" dirty="0"/>
          </a:p>
        </p:txBody>
      </p:sp>
      <p:pic>
        <p:nvPicPr>
          <p:cNvPr id="5" name="Logo" descr="hu roo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35218" y="4608939"/>
            <a:ext cx="432000" cy="370027"/>
          </a:xfrm>
          <a:prstGeom prst="rect">
            <a:avLst/>
          </a:prstGeom>
        </p:spPr>
      </p:pic>
      <p:sp>
        <p:nvSpPr>
          <p:cNvPr id="2" name="Datum">
            <a:extLst>
              <a:ext uri="{FF2B5EF4-FFF2-40B4-BE49-F238E27FC236}">
                <a16:creationId xmlns:a16="http://schemas.microsoft.com/office/drawing/2014/main" id="{E2087E8A-EBF1-4939-A6EC-C8B71CD1F234}"/>
              </a:ext>
            </a:extLst>
          </p:cNvPr>
          <p:cNvSpPr>
            <a:spLocks noGrp="1"/>
          </p:cNvSpPr>
          <p:nvPr>
            <p:ph type="dt" sz="half" idx="14"/>
          </p:nvPr>
        </p:nvSpPr>
        <p:spPr/>
        <p:txBody>
          <a:bodyPr/>
          <a:lstStyle>
            <a:lvl1pPr>
              <a:defRPr>
                <a:solidFill>
                  <a:schemeClr val="bg1"/>
                </a:solidFill>
              </a:defRPr>
            </a:lvl1pPr>
          </a:lstStyle>
          <a:p>
            <a:fld id="{982E87CE-8545-4B28-9101-1ABE11BF1B41}" type="datetime1">
              <a:rPr lang="nl-NL" smtClean="0"/>
              <a:pPr/>
              <a:t>19-11-2025</a:t>
            </a:fld>
            <a:endParaRPr lang="nl-NL"/>
          </a:p>
        </p:txBody>
      </p:sp>
      <p:sp>
        <p:nvSpPr>
          <p:cNvPr id="3" name="Voettekst">
            <a:extLst>
              <a:ext uri="{FF2B5EF4-FFF2-40B4-BE49-F238E27FC236}">
                <a16:creationId xmlns:a16="http://schemas.microsoft.com/office/drawing/2014/main" id="{51ABAC98-76D6-4AA2-8123-35DE7B9C5D00}"/>
              </a:ext>
            </a:extLst>
          </p:cNvPr>
          <p:cNvSpPr>
            <a:spLocks noGrp="1"/>
          </p:cNvSpPr>
          <p:nvPr>
            <p:ph type="ftr" sz="quarter" idx="15"/>
          </p:nvPr>
        </p:nvSpPr>
        <p:spPr/>
        <p:txBody>
          <a:bodyPr/>
          <a:lstStyle>
            <a:lvl1pPr>
              <a:defRPr>
                <a:solidFill>
                  <a:schemeClr val="bg1"/>
                </a:solidFill>
              </a:defRPr>
            </a:lvl1pPr>
          </a:lstStyle>
          <a:p>
            <a:endParaRPr lang="nl-NL" dirty="0"/>
          </a:p>
        </p:txBody>
      </p:sp>
      <p:sp>
        <p:nvSpPr>
          <p:cNvPr id="4" name="Dianummer">
            <a:extLst>
              <a:ext uri="{FF2B5EF4-FFF2-40B4-BE49-F238E27FC236}">
                <a16:creationId xmlns:a16="http://schemas.microsoft.com/office/drawing/2014/main" id="{F035DCDC-840A-41D8-8CF0-86E58D1BEDB5}"/>
              </a:ext>
            </a:extLst>
          </p:cNvPr>
          <p:cNvSpPr>
            <a:spLocks noGrp="1"/>
          </p:cNvSpPr>
          <p:nvPr>
            <p:ph type="sldNum" sz="quarter" idx="16"/>
          </p:nvPr>
        </p:nvSpPr>
        <p:spPr/>
        <p:txBody>
          <a:bodyPr/>
          <a:lstStyle>
            <a:lvl1pPr>
              <a:defRPr>
                <a:solidFill>
                  <a:schemeClr val="bg1"/>
                </a:solidFill>
              </a:defRPr>
            </a:lvl1pPr>
          </a:lstStyle>
          <a:p>
            <a:fld id="{82F1406F-2017-4431-B79A-7DFC81A4E36B}" type="slidenum">
              <a:rPr lang="nl-NL" smtClean="0"/>
              <a:pPr/>
              <a:t>‹#›</a:t>
            </a:fld>
            <a:endParaRPr lang="nl-NL"/>
          </a:p>
        </p:txBody>
      </p:sp>
    </p:spTree>
    <p:extLst>
      <p:ext uri="{BB962C8B-B14F-4D97-AF65-F5344CB8AC3E}">
        <p14:creationId xmlns:p14="http://schemas.microsoft.com/office/powerpoint/2010/main" val="11542921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Afbeelding met bijschrift">
    <p:spTree>
      <p:nvGrpSpPr>
        <p:cNvPr id="1" name=""/>
        <p:cNvGrpSpPr/>
        <p:nvPr/>
      </p:nvGrpSpPr>
      <p:grpSpPr>
        <a:xfrm>
          <a:off x="0" y="0"/>
          <a:ext cx="0" cy="0"/>
          <a:chOff x="0" y="0"/>
          <a:chExt cx="0" cy="0"/>
        </a:xfrm>
      </p:grpSpPr>
      <p:sp>
        <p:nvSpPr>
          <p:cNvPr id="7" name="Afbeelding"/>
          <p:cNvSpPr>
            <a:spLocks noGrp="1"/>
          </p:cNvSpPr>
          <p:nvPr>
            <p:ph type="pic" sz="quarter" idx="13"/>
          </p:nvPr>
        </p:nvSpPr>
        <p:spPr>
          <a:xfrm>
            <a:off x="0" y="6362"/>
            <a:ext cx="9144000" cy="3323034"/>
          </a:xfrm>
          <a:prstGeom prst="rect">
            <a:avLst/>
          </a:prstGeom>
          <a:solidFill>
            <a:schemeClr val="bg1">
              <a:lumMod val="75000"/>
            </a:schemeClr>
          </a:solidFill>
        </p:spPr>
        <p:txBody>
          <a:bodyPr vert="horz" anchor="ctr" anchorCtr="0"/>
          <a:lstStyle>
            <a:lvl1pPr marL="0" indent="0" algn="ctr">
              <a:buNone/>
              <a:defRPr sz="2000"/>
            </a:lvl1pPr>
          </a:lstStyle>
          <a:p>
            <a:r>
              <a:rPr lang="nl-NL"/>
              <a:t>Klik op het pictogram als u een afbeelding wilt toevoegen</a:t>
            </a:r>
            <a:endParaRPr lang="nl-NL" dirty="0"/>
          </a:p>
        </p:txBody>
      </p:sp>
      <p:sp>
        <p:nvSpPr>
          <p:cNvPr id="2" name="Datum">
            <a:extLst>
              <a:ext uri="{FF2B5EF4-FFF2-40B4-BE49-F238E27FC236}">
                <a16:creationId xmlns:a16="http://schemas.microsoft.com/office/drawing/2014/main" id="{6D906BA2-E053-48E4-AB1A-B98F822F373A}"/>
              </a:ext>
            </a:extLst>
          </p:cNvPr>
          <p:cNvSpPr>
            <a:spLocks noGrp="1"/>
          </p:cNvSpPr>
          <p:nvPr>
            <p:ph type="dt" sz="half" idx="14"/>
          </p:nvPr>
        </p:nvSpPr>
        <p:spPr/>
        <p:txBody>
          <a:bodyPr/>
          <a:lstStyle/>
          <a:p>
            <a:fld id="{982E87CE-8545-4B28-9101-1ABE11BF1B41}" type="datetime1">
              <a:rPr lang="nl-NL" smtClean="0"/>
              <a:t>19-11-2025</a:t>
            </a:fld>
            <a:endParaRPr lang="nl-NL"/>
          </a:p>
        </p:txBody>
      </p:sp>
      <p:sp>
        <p:nvSpPr>
          <p:cNvPr id="3" name="Voettekst">
            <a:extLst>
              <a:ext uri="{FF2B5EF4-FFF2-40B4-BE49-F238E27FC236}">
                <a16:creationId xmlns:a16="http://schemas.microsoft.com/office/drawing/2014/main" id="{9EFAB82E-0F83-4580-84EB-A0052930C744}"/>
              </a:ext>
            </a:extLst>
          </p:cNvPr>
          <p:cNvSpPr>
            <a:spLocks noGrp="1"/>
          </p:cNvSpPr>
          <p:nvPr>
            <p:ph type="ftr" sz="quarter" idx="15"/>
          </p:nvPr>
        </p:nvSpPr>
        <p:spPr/>
        <p:txBody>
          <a:bodyPr/>
          <a:lstStyle/>
          <a:p>
            <a:endParaRPr lang="nl-NL" dirty="0"/>
          </a:p>
        </p:txBody>
      </p:sp>
      <p:sp>
        <p:nvSpPr>
          <p:cNvPr id="4" name="Dianummer">
            <a:extLst>
              <a:ext uri="{FF2B5EF4-FFF2-40B4-BE49-F238E27FC236}">
                <a16:creationId xmlns:a16="http://schemas.microsoft.com/office/drawing/2014/main" id="{E4E548A3-BE10-43A7-8499-801A7AA2EC49}"/>
              </a:ext>
            </a:extLst>
          </p:cNvPr>
          <p:cNvSpPr>
            <a:spLocks noGrp="1"/>
          </p:cNvSpPr>
          <p:nvPr>
            <p:ph type="sldNum" sz="quarter" idx="16"/>
          </p:nvPr>
        </p:nvSpPr>
        <p:spPr/>
        <p:txBody>
          <a:bodyPr/>
          <a:lstStyle/>
          <a:p>
            <a:fld id="{82F1406F-2017-4431-B79A-7DFC81A4E36B}" type="slidenum">
              <a:rPr lang="nl-NL" smtClean="0"/>
              <a:pPr/>
              <a:t>‹#›</a:t>
            </a:fld>
            <a:endParaRPr lang="nl-NL"/>
          </a:p>
        </p:txBody>
      </p:sp>
      <p:sp>
        <p:nvSpPr>
          <p:cNvPr id="9" name="Tekst"/>
          <p:cNvSpPr>
            <a:spLocks noGrp="1"/>
          </p:cNvSpPr>
          <p:nvPr>
            <p:ph type="body" sz="quarter" idx="12" hasCustomPrompt="1"/>
          </p:nvPr>
        </p:nvSpPr>
        <p:spPr>
          <a:xfrm>
            <a:off x="531064" y="3695965"/>
            <a:ext cx="7857286" cy="792692"/>
          </a:xfrm>
          <a:prstGeom prst="rect">
            <a:avLst/>
          </a:prstGeom>
        </p:spPr>
        <p:txBody>
          <a:bodyPr vert="horz" wrap="square">
            <a:noAutofit/>
          </a:bodyPr>
          <a:lstStyle>
            <a:lvl1pPr marL="0" indent="0">
              <a:buNone/>
              <a:defRPr sz="2000" b="0"/>
            </a:lvl1pPr>
            <a:lvl2pPr marL="457200" indent="0">
              <a:buNone/>
              <a:defRPr sz="2000" b="1"/>
            </a:lvl2pPr>
            <a:lvl3pPr marL="914400" indent="0">
              <a:buNone/>
              <a:defRPr sz="2000" b="1"/>
            </a:lvl3pPr>
            <a:lvl4pPr marL="1371600" indent="0">
              <a:buNone/>
              <a:defRPr sz="2000" b="1"/>
            </a:lvl4pPr>
            <a:lvl5pPr marL="1828800" indent="0">
              <a:buNone/>
              <a:defRPr sz="2000" b="1"/>
            </a:lvl5pPr>
          </a:lstStyle>
          <a:p>
            <a:pPr lvl="0"/>
            <a:r>
              <a:rPr lang="en-US" dirty="0" err="1"/>
              <a:t>Bijschrift</a:t>
            </a:r>
            <a:endParaRPr lang="nl-NL" dirty="0"/>
          </a:p>
        </p:txBody>
      </p:sp>
    </p:spTree>
    <p:extLst>
      <p:ext uri="{BB962C8B-B14F-4D97-AF65-F5344CB8AC3E}">
        <p14:creationId xmlns:p14="http://schemas.microsoft.com/office/powerpoint/2010/main" val="19689195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emp slide">
    <p:spTree>
      <p:nvGrpSpPr>
        <p:cNvPr id="1" name=""/>
        <p:cNvGrpSpPr/>
        <p:nvPr/>
      </p:nvGrpSpPr>
      <p:grpSpPr>
        <a:xfrm>
          <a:off x="0" y="0"/>
          <a:ext cx="0" cy="0"/>
          <a:chOff x="0" y="0"/>
          <a:chExt cx="0" cy="0"/>
        </a:xfrm>
      </p:grpSpPr>
      <p:sp>
        <p:nvSpPr>
          <p:cNvPr id="3" name="Vermenigvuldigingsteken 2">
            <a:extLst>
              <a:ext uri="{FF2B5EF4-FFF2-40B4-BE49-F238E27FC236}">
                <a16:creationId xmlns:a16="http://schemas.microsoft.com/office/drawing/2014/main" id="{5EF5B4A5-CF1E-8815-2D3D-16E40DF21443}"/>
              </a:ext>
            </a:extLst>
          </p:cNvPr>
          <p:cNvSpPr/>
          <p:nvPr userDrawn="1"/>
        </p:nvSpPr>
        <p:spPr>
          <a:xfrm>
            <a:off x="8539633" y="18360"/>
            <a:ext cx="604367" cy="543930"/>
          </a:xfrm>
          <a:prstGeom prst="mathMultiply">
            <a:avLst/>
          </a:prstGeom>
          <a:solidFill>
            <a:schemeClr val="accent2"/>
          </a:solidFill>
        </p:spPr>
        <p:txBody>
          <a:bodyPr wrap="none" rtlCol="0" anchor="ctr">
            <a:noAutofit/>
          </a:bodyPr>
          <a:lstStyle/>
          <a:p>
            <a:pPr algn="ctr"/>
            <a:endParaRPr lang="nl-NL" sz="1350" dirty="0" err="1">
              <a:solidFill>
                <a:srgbClr val="000000"/>
              </a:solidFill>
              <a:latin typeface="+mj-lt"/>
            </a:endParaRPr>
          </a:p>
        </p:txBody>
      </p:sp>
      <p:sp>
        <p:nvSpPr>
          <p:cNvPr id="4" name="Vermenigvuldigingsteken 3">
            <a:extLst>
              <a:ext uri="{FF2B5EF4-FFF2-40B4-BE49-F238E27FC236}">
                <a16:creationId xmlns:a16="http://schemas.microsoft.com/office/drawing/2014/main" id="{CA7FB311-AD2F-A106-125B-B6DAB21B7B43}"/>
              </a:ext>
            </a:extLst>
          </p:cNvPr>
          <p:cNvSpPr/>
          <p:nvPr userDrawn="1"/>
        </p:nvSpPr>
        <p:spPr>
          <a:xfrm>
            <a:off x="0" y="0"/>
            <a:ext cx="604367" cy="543930"/>
          </a:xfrm>
          <a:prstGeom prst="mathMultiply">
            <a:avLst/>
          </a:prstGeom>
          <a:solidFill>
            <a:schemeClr val="accent2"/>
          </a:solidFill>
        </p:spPr>
        <p:txBody>
          <a:bodyPr wrap="none" rtlCol="0" anchor="ctr">
            <a:noAutofit/>
          </a:bodyPr>
          <a:lstStyle/>
          <a:p>
            <a:pPr algn="ctr"/>
            <a:endParaRPr lang="nl-NL" sz="1350" dirty="0" err="1">
              <a:solidFill>
                <a:srgbClr val="000000"/>
              </a:solidFill>
              <a:latin typeface="+mj-lt"/>
            </a:endParaRPr>
          </a:p>
        </p:txBody>
      </p:sp>
      <p:sp>
        <p:nvSpPr>
          <p:cNvPr id="5" name="Vermenigvuldigingsteken 4">
            <a:extLst>
              <a:ext uri="{FF2B5EF4-FFF2-40B4-BE49-F238E27FC236}">
                <a16:creationId xmlns:a16="http://schemas.microsoft.com/office/drawing/2014/main" id="{75669856-B144-F3F2-E91B-EE54FAB92BF9}"/>
              </a:ext>
            </a:extLst>
          </p:cNvPr>
          <p:cNvSpPr/>
          <p:nvPr userDrawn="1"/>
        </p:nvSpPr>
        <p:spPr>
          <a:xfrm>
            <a:off x="0" y="4599570"/>
            <a:ext cx="604367" cy="543930"/>
          </a:xfrm>
          <a:prstGeom prst="mathMultiply">
            <a:avLst/>
          </a:prstGeom>
          <a:solidFill>
            <a:schemeClr val="accent2"/>
          </a:solidFill>
        </p:spPr>
        <p:txBody>
          <a:bodyPr wrap="none" rtlCol="0" anchor="ctr">
            <a:noAutofit/>
          </a:bodyPr>
          <a:lstStyle/>
          <a:p>
            <a:pPr algn="ctr"/>
            <a:endParaRPr lang="nl-NL" sz="1350" dirty="0" err="1">
              <a:solidFill>
                <a:srgbClr val="000000"/>
              </a:solidFill>
              <a:latin typeface="+mj-lt"/>
            </a:endParaRPr>
          </a:p>
        </p:txBody>
      </p:sp>
      <p:sp>
        <p:nvSpPr>
          <p:cNvPr id="6" name="Vermenigvuldigingsteken 5">
            <a:extLst>
              <a:ext uri="{FF2B5EF4-FFF2-40B4-BE49-F238E27FC236}">
                <a16:creationId xmlns:a16="http://schemas.microsoft.com/office/drawing/2014/main" id="{75896B02-1261-29FE-FDCB-35CD710D8DEA}"/>
              </a:ext>
            </a:extLst>
          </p:cNvPr>
          <p:cNvSpPr/>
          <p:nvPr userDrawn="1"/>
        </p:nvSpPr>
        <p:spPr>
          <a:xfrm>
            <a:off x="8539633" y="4600259"/>
            <a:ext cx="604367" cy="543930"/>
          </a:xfrm>
          <a:prstGeom prst="mathMultiply">
            <a:avLst/>
          </a:prstGeom>
          <a:solidFill>
            <a:schemeClr val="accent2"/>
          </a:solidFill>
        </p:spPr>
        <p:txBody>
          <a:bodyPr wrap="none" rtlCol="0" anchor="ctr">
            <a:noAutofit/>
          </a:bodyPr>
          <a:lstStyle/>
          <a:p>
            <a:pPr algn="ctr"/>
            <a:endParaRPr lang="nl-NL" sz="1350" dirty="0" err="1">
              <a:solidFill>
                <a:srgbClr val="000000"/>
              </a:solidFill>
              <a:latin typeface="+mj-lt"/>
            </a:endParaRPr>
          </a:p>
        </p:txBody>
      </p:sp>
      <p:sp>
        <p:nvSpPr>
          <p:cNvPr id="7" name="Tekstvak 6">
            <a:extLst>
              <a:ext uri="{FF2B5EF4-FFF2-40B4-BE49-F238E27FC236}">
                <a16:creationId xmlns:a16="http://schemas.microsoft.com/office/drawing/2014/main" id="{820771EC-9190-104D-CA4D-C629DC6D95DA}"/>
              </a:ext>
            </a:extLst>
          </p:cNvPr>
          <p:cNvSpPr txBox="1"/>
          <p:nvPr userDrawn="1"/>
        </p:nvSpPr>
        <p:spPr>
          <a:xfrm>
            <a:off x="3378192" y="16852"/>
            <a:ext cx="2387616" cy="439472"/>
          </a:xfrm>
          <a:prstGeom prst="rect">
            <a:avLst/>
          </a:prstGeom>
        </p:spPr>
        <p:txBody>
          <a:bodyPr vert="horz" wrap="none" lIns="0" tIns="34290" rIns="0" bIns="34290" rtlCol="0">
            <a:normAutofit fontScale="92500" lnSpcReduction="20000"/>
          </a:bodyPr>
          <a:lstStyle/>
          <a:p>
            <a:pPr algn="ctr"/>
            <a:r>
              <a:rPr lang="nl-NL" sz="3000" dirty="0">
                <a:solidFill>
                  <a:schemeClr val="bg1">
                    <a:lumMod val="75000"/>
                  </a:schemeClr>
                </a:solidFill>
                <a:latin typeface="Arial Black" panose="020B0A04020102020204" pitchFamily="34" charset="0"/>
              </a:rPr>
              <a:t>TEMP SLIDE</a:t>
            </a:r>
          </a:p>
        </p:txBody>
      </p:sp>
      <p:sp>
        <p:nvSpPr>
          <p:cNvPr id="8" name="Tekstvak 7">
            <a:extLst>
              <a:ext uri="{FF2B5EF4-FFF2-40B4-BE49-F238E27FC236}">
                <a16:creationId xmlns:a16="http://schemas.microsoft.com/office/drawing/2014/main" id="{28B4A40E-5CBC-A9DD-EE9A-85DD468F81A7}"/>
              </a:ext>
            </a:extLst>
          </p:cNvPr>
          <p:cNvSpPr txBox="1"/>
          <p:nvPr userDrawn="1"/>
        </p:nvSpPr>
        <p:spPr>
          <a:xfrm>
            <a:off x="3378192" y="4785997"/>
            <a:ext cx="2387616" cy="439472"/>
          </a:xfrm>
          <a:prstGeom prst="rect">
            <a:avLst/>
          </a:prstGeom>
        </p:spPr>
        <p:txBody>
          <a:bodyPr vert="horz" wrap="none" lIns="0" tIns="34290" rIns="0" bIns="34290" rtlCol="0">
            <a:normAutofit fontScale="92500" lnSpcReduction="20000"/>
          </a:bodyPr>
          <a:lstStyle/>
          <a:p>
            <a:pPr algn="ctr"/>
            <a:r>
              <a:rPr lang="nl-NL" sz="3000" dirty="0">
                <a:solidFill>
                  <a:schemeClr val="bg1">
                    <a:lumMod val="75000"/>
                  </a:schemeClr>
                </a:solidFill>
                <a:latin typeface="Arial Black" panose="020B0A04020102020204" pitchFamily="34" charset="0"/>
              </a:rPr>
              <a:t>TEMP SLIDE</a:t>
            </a:r>
          </a:p>
        </p:txBody>
      </p:sp>
    </p:spTree>
    <p:extLst>
      <p:ext uri="{BB962C8B-B14F-4D97-AF65-F5344CB8AC3E}">
        <p14:creationId xmlns:p14="http://schemas.microsoft.com/office/powerpoint/2010/main" val="3347192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Datum">
            <a:extLst>
              <a:ext uri="{FF2B5EF4-FFF2-40B4-BE49-F238E27FC236}">
                <a16:creationId xmlns:a16="http://schemas.microsoft.com/office/drawing/2014/main" id="{F43A3598-AD0A-4E2B-A70B-8C66D95EFACE}"/>
              </a:ext>
            </a:extLst>
          </p:cNvPr>
          <p:cNvSpPr>
            <a:spLocks noGrp="1"/>
          </p:cNvSpPr>
          <p:nvPr>
            <p:ph type="dt" sz="half" idx="2"/>
          </p:nvPr>
        </p:nvSpPr>
        <p:spPr>
          <a:xfrm>
            <a:off x="7331225" y="4767263"/>
            <a:ext cx="812800" cy="274637"/>
          </a:xfrm>
          <a:prstGeom prst="rect">
            <a:avLst/>
          </a:prstGeom>
        </p:spPr>
        <p:txBody>
          <a:bodyPr vert="horz" lIns="91440" tIns="45720" rIns="0" bIns="45720" rtlCol="0" anchor="ctr"/>
          <a:lstStyle>
            <a:lvl1pPr algn="r">
              <a:defRPr sz="800">
                <a:solidFill>
                  <a:schemeClr val="tx1">
                    <a:tint val="75000"/>
                  </a:schemeClr>
                </a:solidFill>
              </a:defRPr>
            </a:lvl1pPr>
          </a:lstStyle>
          <a:p>
            <a:fld id="{982E87CE-8545-4B28-9101-1ABE11BF1B41}" type="datetime1">
              <a:rPr lang="nl-NL" smtClean="0"/>
              <a:t>19-11-2025</a:t>
            </a:fld>
            <a:endParaRPr lang="nl-NL"/>
          </a:p>
        </p:txBody>
      </p:sp>
      <p:sp>
        <p:nvSpPr>
          <p:cNvPr id="3" name="Voettekst">
            <a:extLst>
              <a:ext uri="{FF2B5EF4-FFF2-40B4-BE49-F238E27FC236}">
                <a16:creationId xmlns:a16="http://schemas.microsoft.com/office/drawing/2014/main" id="{269FBD5E-0590-4897-8075-09373A16CA52}"/>
              </a:ext>
            </a:extLst>
          </p:cNvPr>
          <p:cNvSpPr>
            <a:spLocks noGrp="1"/>
          </p:cNvSpPr>
          <p:nvPr>
            <p:ph type="ftr" sz="quarter" idx="3"/>
          </p:nvPr>
        </p:nvSpPr>
        <p:spPr>
          <a:xfrm>
            <a:off x="1208162" y="4767263"/>
            <a:ext cx="5994401" cy="27463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nl-NL" dirty="0"/>
          </a:p>
        </p:txBody>
      </p:sp>
      <p:sp>
        <p:nvSpPr>
          <p:cNvPr id="8" name="Dianummer">
            <a:extLst>
              <a:ext uri="{FF2B5EF4-FFF2-40B4-BE49-F238E27FC236}">
                <a16:creationId xmlns:a16="http://schemas.microsoft.com/office/drawing/2014/main" id="{D8B88BBF-A69B-4034-BE87-A93161E3E2EA}"/>
              </a:ext>
            </a:extLst>
          </p:cNvPr>
          <p:cNvSpPr>
            <a:spLocks noGrp="1"/>
          </p:cNvSpPr>
          <p:nvPr>
            <p:ph type="sldNum" sz="quarter" idx="4"/>
          </p:nvPr>
        </p:nvSpPr>
        <p:spPr>
          <a:xfrm>
            <a:off x="628650" y="4767263"/>
            <a:ext cx="450850" cy="274637"/>
          </a:xfrm>
          <a:prstGeom prst="rect">
            <a:avLst/>
          </a:prstGeom>
        </p:spPr>
        <p:txBody>
          <a:bodyPr vert="horz" lIns="0" tIns="45720" rIns="91440" bIns="45720" rtlCol="0" anchor="ctr"/>
          <a:lstStyle>
            <a:lvl1pPr algn="l">
              <a:defRPr sz="800">
                <a:solidFill>
                  <a:schemeClr val="tx1">
                    <a:tint val="75000"/>
                  </a:schemeClr>
                </a:solidFill>
              </a:defRPr>
            </a:lvl1pPr>
          </a:lstStyle>
          <a:p>
            <a:fld id="{82F1406F-2017-4431-B79A-7DFC81A4E36B}" type="slidenum">
              <a:rPr lang="nl-NL" smtClean="0"/>
              <a:pPr/>
              <a:t>‹#›</a:t>
            </a:fld>
            <a:endParaRPr lang="nl-NL"/>
          </a:p>
        </p:txBody>
      </p:sp>
      <p:pic>
        <p:nvPicPr>
          <p:cNvPr id="6" name="Logo" descr="hu logo.png"/>
          <p:cNvPicPr>
            <a:picLocks noChangeAspect="1"/>
          </p:cNvPicPr>
          <p:nvPr userDrawn="1"/>
        </p:nvPicPr>
        <p:blipFill>
          <a:blip r:embed="rId24">
            <a:extLst>
              <a:ext uri="{28A0092B-C50C-407E-A947-70E740481C1C}">
                <a14:useLocalDpi xmlns:a14="http://schemas.microsoft.com/office/drawing/2010/main" val="0"/>
              </a:ext>
            </a:extLst>
          </a:blip>
          <a:stretch>
            <a:fillRect/>
          </a:stretch>
        </p:blipFill>
        <p:spPr>
          <a:xfrm>
            <a:off x="8435218" y="4608939"/>
            <a:ext cx="432000" cy="369461"/>
          </a:xfrm>
          <a:prstGeom prst="rect">
            <a:avLst/>
          </a:prstGeom>
        </p:spPr>
      </p:pic>
      <p:sp>
        <p:nvSpPr>
          <p:cNvPr id="9" name="Tijdelijke aanduiding voor titel 8">
            <a:extLst>
              <a:ext uri="{FF2B5EF4-FFF2-40B4-BE49-F238E27FC236}">
                <a16:creationId xmlns:a16="http://schemas.microsoft.com/office/drawing/2014/main" id="{0977E159-79B6-4267-A1D2-09D475E5B91F}"/>
              </a:ext>
            </a:extLst>
          </p:cNvPr>
          <p:cNvSpPr>
            <a:spLocks noGrp="1"/>
          </p:cNvSpPr>
          <p:nvPr>
            <p:ph type="title"/>
          </p:nvPr>
        </p:nvSpPr>
        <p:spPr>
          <a:xfrm>
            <a:off x="600224" y="244476"/>
            <a:ext cx="7572225" cy="993775"/>
          </a:xfrm>
          <a:prstGeom prst="rect">
            <a:avLst/>
          </a:prstGeom>
        </p:spPr>
        <p:txBody>
          <a:bodyPr vert="horz" lIns="91440" tIns="45720" rIns="91440" bIns="45720" rtlCol="0" anchor="ctr">
            <a:normAutofit/>
          </a:bodyPr>
          <a:lstStyle/>
          <a:p>
            <a:r>
              <a:rPr lang="nl-NL"/>
              <a:t>Klik om stijl te bewerken</a:t>
            </a:r>
          </a:p>
        </p:txBody>
      </p:sp>
      <p:sp>
        <p:nvSpPr>
          <p:cNvPr id="10" name="Tijdelijke aanduiding voor tekst 9">
            <a:extLst>
              <a:ext uri="{FF2B5EF4-FFF2-40B4-BE49-F238E27FC236}">
                <a16:creationId xmlns:a16="http://schemas.microsoft.com/office/drawing/2014/main" id="{E616524E-60E5-4C7A-8687-6CD7C4493891}"/>
              </a:ext>
            </a:extLst>
          </p:cNvPr>
          <p:cNvSpPr>
            <a:spLocks noGrp="1"/>
          </p:cNvSpPr>
          <p:nvPr>
            <p:ph type="body" idx="1"/>
          </p:nvPr>
        </p:nvSpPr>
        <p:spPr>
          <a:xfrm>
            <a:off x="628650" y="1370013"/>
            <a:ext cx="7543800" cy="3042330"/>
          </a:xfrm>
          <a:prstGeom prst="rect">
            <a:avLst/>
          </a:prstGeom>
        </p:spPr>
        <p:txBody>
          <a:bodyPr vert="horz" lIns="91440" tIns="45720" rIns="91440" bIns="45720" rtlCol="0">
            <a:normAutofit/>
          </a:bodyPr>
          <a:lstStyle/>
          <a:p>
            <a:pPr lvl="0"/>
            <a:r>
              <a:rPr lang="nl-NL" dirty="0"/>
              <a:t>Tekststijl van het model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11" name="Titeldecoratie">
            <a:extLst>
              <a:ext uri="{FF2B5EF4-FFF2-40B4-BE49-F238E27FC236}">
                <a16:creationId xmlns:a16="http://schemas.microsoft.com/office/drawing/2014/main" id="{06AB2B47-0CA1-4EC7-8F94-39B16B918B8E}"/>
              </a:ext>
            </a:extLst>
          </p:cNvPr>
          <p:cNvSpPr/>
          <p:nvPr userDrawn="1"/>
        </p:nvSpPr>
        <p:spPr>
          <a:xfrm>
            <a:off x="531064" y="684841"/>
            <a:ext cx="108000" cy="45738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935259387"/>
      </p:ext>
    </p:extLst>
  </p:cSld>
  <p:clrMap bg1="lt1" tx1="dk1" bg2="lt2" tx2="dk2" accent1="accent1" accent2="accent2" accent3="accent3" accent4="accent4" accent5="accent5" accent6="accent6" hlink="hlink" folHlink="folHlink"/>
  <p:sldLayoutIdLst>
    <p:sldLayoutId id="2147483723" r:id="rId1"/>
    <p:sldLayoutId id="2147483695" r:id="rId2"/>
    <p:sldLayoutId id="2147483724" r:id="rId3"/>
    <p:sldLayoutId id="2147483727" r:id="rId4"/>
    <p:sldLayoutId id="2147483728" r:id="rId5"/>
    <p:sldLayoutId id="2147483725" r:id="rId6"/>
    <p:sldLayoutId id="2147483726" r:id="rId7"/>
    <p:sldLayoutId id="2147483692" r:id="rId8"/>
    <p:sldLayoutId id="2147483693" r:id="rId9"/>
    <p:sldLayoutId id="2147483694" r:id="rId10"/>
    <p:sldLayoutId id="2147483698" r:id="rId11"/>
    <p:sldLayoutId id="2147483699" r:id="rId12"/>
    <p:sldLayoutId id="2147483700" r:id="rId13"/>
    <p:sldLayoutId id="2147483710" r:id="rId14"/>
    <p:sldLayoutId id="2147483702" r:id="rId15"/>
    <p:sldLayoutId id="2147483703" r:id="rId16"/>
    <p:sldLayoutId id="2147483704" r:id="rId17"/>
    <p:sldLayoutId id="2147483705" r:id="rId18"/>
    <p:sldLayoutId id="2147483707" r:id="rId19"/>
    <p:sldLayoutId id="2147483708" r:id="rId20"/>
    <p:sldLayoutId id="2147483709" r:id="rId21"/>
    <p:sldLayoutId id="2147483729" r:id="rId22"/>
  </p:sldLayoutIdLst>
  <p:hf sldNum="0" hdr="0" ftr="0" dt="0"/>
  <p:txStyles>
    <p:titleStyle>
      <a:lvl1pPr algn="l" defTabSz="457200" rtl="0" eaLnBrk="1" latinLnBrk="0" hangingPunct="1">
        <a:spcBef>
          <a:spcPct val="0"/>
        </a:spcBef>
        <a:buNone/>
        <a:defRPr sz="3200" b="1" kern="1200">
          <a:solidFill>
            <a:schemeClr val="accent1"/>
          </a:solidFill>
          <a:latin typeface="+mj-lt"/>
          <a:ea typeface="+mj-ea"/>
          <a:cs typeface="+mj-cs"/>
        </a:defRPr>
      </a:lvl1pPr>
    </p:titleStyle>
    <p:bodyStyle>
      <a:lvl1pPr marL="342900" indent="-342900" algn="l" defTabSz="457200" rtl="0" eaLnBrk="1" latinLnBrk="0" hangingPunct="1">
        <a:lnSpc>
          <a:spcPct val="120000"/>
        </a:lnSpc>
        <a:spcBef>
          <a:spcPts val="0"/>
        </a:spcBef>
        <a:buClr>
          <a:schemeClr val="tx2"/>
        </a:buClr>
        <a:buSzPct val="120000"/>
        <a:buFont typeface="Arial" panose="020B0604020202020204" pitchFamily="34" charset="0"/>
        <a:buChar char="•"/>
        <a:defRPr sz="2000" b="0" kern="1200">
          <a:solidFill>
            <a:schemeClr val="tx1"/>
          </a:solidFill>
          <a:latin typeface="+mn-lt"/>
          <a:ea typeface="+mn-ea"/>
          <a:cs typeface="+mn-cs"/>
        </a:defRPr>
      </a:lvl1pPr>
      <a:lvl2pPr marL="800100" indent="-342900" algn="l" defTabSz="457200" rtl="0" eaLnBrk="1" latinLnBrk="0" hangingPunct="1">
        <a:lnSpc>
          <a:spcPct val="120000"/>
        </a:lnSpc>
        <a:spcBef>
          <a:spcPts val="0"/>
        </a:spcBef>
        <a:buClr>
          <a:schemeClr val="tx2"/>
        </a:buClr>
        <a:buFont typeface="Wingdings" panose="05000000000000000000" pitchFamily="2" charset="2"/>
        <a:buChar char="§"/>
        <a:defRPr sz="2000" b="0" kern="1200">
          <a:solidFill>
            <a:schemeClr val="tx1"/>
          </a:solidFill>
          <a:latin typeface="+mn-lt"/>
          <a:ea typeface="+mn-ea"/>
          <a:cs typeface="+mn-cs"/>
        </a:defRPr>
      </a:lvl2pPr>
      <a:lvl3pPr marL="1257300" indent="-342900" algn="l" defTabSz="457200" rtl="0" eaLnBrk="1" latinLnBrk="0" hangingPunct="1">
        <a:lnSpc>
          <a:spcPct val="100000"/>
        </a:lnSpc>
        <a:spcBef>
          <a:spcPts val="0"/>
        </a:spcBef>
        <a:buClr>
          <a:schemeClr val="tx2"/>
        </a:buClr>
        <a:buFont typeface="Courier New" panose="02070309020205020404" pitchFamily="49" charset="0"/>
        <a:buChar char="o"/>
        <a:defRPr sz="2000" b="0" kern="1200">
          <a:solidFill>
            <a:schemeClr val="tx1"/>
          </a:solidFill>
          <a:latin typeface="+mn-lt"/>
          <a:ea typeface="+mn-ea"/>
          <a:cs typeface="+mn-cs"/>
        </a:defRPr>
      </a:lvl3pPr>
      <a:lvl4pPr marL="1371600" indent="0" algn="l" defTabSz="457200" rtl="0" eaLnBrk="1" latinLnBrk="0" hangingPunct="1">
        <a:lnSpc>
          <a:spcPct val="100000"/>
        </a:lnSpc>
        <a:spcBef>
          <a:spcPts val="0"/>
        </a:spcBef>
        <a:buClr>
          <a:schemeClr val="accent1"/>
        </a:buClr>
        <a:buFont typeface="Arial"/>
        <a:buNone/>
        <a:defRPr sz="2000" b="0" kern="1200">
          <a:solidFill>
            <a:schemeClr val="tx1"/>
          </a:solidFill>
          <a:latin typeface="+mn-lt"/>
          <a:ea typeface="+mn-ea"/>
          <a:cs typeface="+mn-cs"/>
        </a:defRPr>
      </a:lvl4pPr>
      <a:lvl5pPr marL="1828800" indent="0" algn="l" defTabSz="457200" rtl="0" eaLnBrk="1" latinLnBrk="0" hangingPunct="1">
        <a:lnSpc>
          <a:spcPct val="100000"/>
        </a:lnSpc>
        <a:spcBef>
          <a:spcPts val="0"/>
        </a:spcBef>
        <a:buClr>
          <a:schemeClr val="accent1"/>
        </a:buClr>
        <a:buFont typeface="Arial"/>
        <a:buNone/>
        <a:defRPr sz="2000" b="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5" userDrawn="1">
          <p15:clr>
            <a:srgbClr val="F26B43"/>
          </p15:clr>
        </p15:guide>
        <p15:guide id="3" pos="5148" userDrawn="1">
          <p15:clr>
            <a:srgbClr val="F26B43"/>
          </p15:clr>
        </p15:guide>
        <p15:guide id="4" orient="horz" pos="3770" userDrawn="1">
          <p15:clr>
            <a:srgbClr val="F26B43"/>
          </p15:clr>
        </p15:guide>
        <p15:guide id="5" orient="horz" pos="849" userDrawn="1">
          <p15:clr>
            <a:srgbClr val="F26B43"/>
          </p15:clr>
        </p15:guide>
        <p15:guide id="6" orient="horz" pos="2777"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jdelijke aanduiding voor tekst 4">
            <a:extLst>
              <a:ext uri="{FF2B5EF4-FFF2-40B4-BE49-F238E27FC236}">
                <a16:creationId xmlns:a16="http://schemas.microsoft.com/office/drawing/2014/main" id="{7D8AFF7C-FCF2-4CC4-9DDD-54BB32B65B11}"/>
              </a:ext>
            </a:extLst>
          </p:cNvPr>
          <p:cNvSpPr>
            <a:spLocks noGrp="1"/>
          </p:cNvSpPr>
          <p:nvPr>
            <p:ph type="body" sz="quarter" idx="10"/>
          </p:nvPr>
        </p:nvSpPr>
        <p:spPr/>
        <p:txBody>
          <a:bodyPr/>
          <a:lstStyle/>
          <a:p>
            <a:r>
              <a:rPr lang="nl-NL" dirty="0"/>
              <a:t>Van </a:t>
            </a:r>
            <a:r>
              <a:rPr lang="nl-NL" dirty="0" err="1"/>
              <a:t>key</a:t>
            </a:r>
            <a:r>
              <a:rPr lang="nl-NL" dirty="0"/>
              <a:t>-driver naar code</a:t>
            </a:r>
          </a:p>
        </p:txBody>
      </p:sp>
      <p:sp>
        <p:nvSpPr>
          <p:cNvPr id="4" name="Titel 3">
            <a:extLst>
              <a:ext uri="{FF2B5EF4-FFF2-40B4-BE49-F238E27FC236}">
                <a16:creationId xmlns:a16="http://schemas.microsoft.com/office/drawing/2014/main" id="{DA79B445-06AE-45A2-966B-8ACA8279EC69}"/>
              </a:ext>
            </a:extLst>
          </p:cNvPr>
          <p:cNvSpPr>
            <a:spLocks noGrp="1"/>
          </p:cNvSpPr>
          <p:nvPr>
            <p:ph type="title"/>
          </p:nvPr>
        </p:nvSpPr>
        <p:spPr/>
        <p:txBody>
          <a:bodyPr>
            <a:normAutofit fontScale="90000"/>
          </a:bodyPr>
          <a:lstStyle/>
          <a:p>
            <a:r>
              <a:rPr lang="nl-NL" dirty="0"/>
              <a:t>Modellen</a:t>
            </a:r>
          </a:p>
        </p:txBody>
      </p:sp>
    </p:spTree>
    <p:extLst>
      <p:ext uri="{BB962C8B-B14F-4D97-AF65-F5344CB8AC3E}">
        <p14:creationId xmlns:p14="http://schemas.microsoft.com/office/powerpoint/2010/main" val="2054309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4FC38-3583-5534-21C0-AC1CD3BB4D0C}"/>
              </a:ext>
            </a:extLst>
          </p:cNvPr>
          <p:cNvSpPr>
            <a:spLocks noGrp="1"/>
          </p:cNvSpPr>
          <p:nvPr>
            <p:ph type="title"/>
          </p:nvPr>
        </p:nvSpPr>
        <p:spPr/>
        <p:txBody>
          <a:bodyPr/>
          <a:lstStyle/>
          <a:p>
            <a:r>
              <a:rPr lang="nl-NL" dirty="0"/>
              <a:t>Agenda</a:t>
            </a:r>
          </a:p>
        </p:txBody>
      </p:sp>
      <p:sp>
        <p:nvSpPr>
          <p:cNvPr id="5" name="Content Placeholder 4">
            <a:extLst>
              <a:ext uri="{FF2B5EF4-FFF2-40B4-BE49-F238E27FC236}">
                <a16:creationId xmlns:a16="http://schemas.microsoft.com/office/drawing/2014/main" id="{DEEB2600-B1D0-75D4-51B3-37F996D3E7DA}"/>
              </a:ext>
            </a:extLst>
          </p:cNvPr>
          <p:cNvSpPr>
            <a:spLocks noGrp="1"/>
          </p:cNvSpPr>
          <p:nvPr>
            <p:ph sz="quarter" idx="15"/>
          </p:nvPr>
        </p:nvSpPr>
        <p:spPr/>
        <p:txBody>
          <a:bodyPr/>
          <a:lstStyle/>
          <a:p>
            <a:r>
              <a:rPr lang="nl-NL" dirty="0"/>
              <a:t>Waarom?</a:t>
            </a:r>
          </a:p>
          <a:p>
            <a:r>
              <a:rPr lang="nl-NL" dirty="0"/>
              <a:t>Opzetten van een </a:t>
            </a:r>
            <a:r>
              <a:rPr lang="nl-NL" dirty="0" err="1"/>
              <a:t>use</a:t>
            </a:r>
            <a:r>
              <a:rPr lang="nl-NL" dirty="0"/>
              <a:t>-case</a:t>
            </a:r>
          </a:p>
          <a:p>
            <a:r>
              <a:rPr lang="nl-NL" dirty="0"/>
              <a:t>Van </a:t>
            </a:r>
            <a:r>
              <a:rPr lang="nl-NL" dirty="0" err="1"/>
              <a:t>use</a:t>
            </a:r>
            <a:r>
              <a:rPr lang="nl-NL" dirty="0"/>
              <a:t> case naar object model</a:t>
            </a:r>
          </a:p>
          <a:p>
            <a:r>
              <a:rPr lang="nl-NL" dirty="0"/>
              <a:t>Cheat sheets </a:t>
            </a:r>
          </a:p>
          <a:p>
            <a:endParaRPr lang="nl-NL" b="1" dirty="0"/>
          </a:p>
        </p:txBody>
      </p:sp>
    </p:spTree>
    <p:extLst>
      <p:ext uri="{BB962C8B-B14F-4D97-AF65-F5344CB8AC3E}">
        <p14:creationId xmlns:p14="http://schemas.microsoft.com/office/powerpoint/2010/main" val="30903192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rawing of a person holding a line&#10;&#10;AI-generated content may be incorrect.">
            <a:extLst>
              <a:ext uri="{FF2B5EF4-FFF2-40B4-BE49-F238E27FC236}">
                <a16:creationId xmlns:a16="http://schemas.microsoft.com/office/drawing/2014/main" id="{B20CECCA-55F5-B970-ABE0-4C9928065739}"/>
              </a:ext>
            </a:extLst>
          </p:cNvPr>
          <p:cNvPicPr>
            <a:picLocks noGrp="1" noChangeAspect="1"/>
          </p:cNvPicPr>
          <p:nvPr>
            <p:ph sz="quarter" idx="15"/>
          </p:nvPr>
        </p:nvPicPr>
        <p:blipFill>
          <a:blip r:embed="rId3"/>
          <a:stretch>
            <a:fillRect/>
          </a:stretch>
        </p:blipFill>
        <p:spPr>
          <a:xfrm>
            <a:off x="1908169" y="720933"/>
            <a:ext cx="5327662" cy="3702274"/>
          </a:xfrm>
        </p:spPr>
      </p:pic>
      <p:sp>
        <p:nvSpPr>
          <p:cNvPr id="2" name="Title 1">
            <a:extLst>
              <a:ext uri="{FF2B5EF4-FFF2-40B4-BE49-F238E27FC236}">
                <a16:creationId xmlns:a16="http://schemas.microsoft.com/office/drawing/2014/main" id="{3C3C7079-9E0D-7732-113E-1BC0947609D0}"/>
              </a:ext>
            </a:extLst>
          </p:cNvPr>
          <p:cNvSpPr>
            <a:spLocks noGrp="1"/>
          </p:cNvSpPr>
          <p:nvPr>
            <p:ph type="title"/>
          </p:nvPr>
        </p:nvSpPr>
        <p:spPr/>
        <p:txBody>
          <a:bodyPr/>
          <a:lstStyle/>
          <a:p>
            <a:r>
              <a:rPr lang="nl-NL" dirty="0"/>
              <a:t>Waarom?</a:t>
            </a:r>
          </a:p>
        </p:txBody>
      </p:sp>
    </p:spTree>
    <p:extLst>
      <p:ext uri="{BB962C8B-B14F-4D97-AF65-F5344CB8AC3E}">
        <p14:creationId xmlns:p14="http://schemas.microsoft.com/office/powerpoint/2010/main" val="37665453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783C1-5401-0FEF-6C0F-083AE5EAD7F0}"/>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38D5BAB-AD06-D0D7-0117-9B5D819A7E56}"/>
              </a:ext>
            </a:extLst>
          </p:cNvPr>
          <p:cNvPicPr>
            <a:picLocks noGrp="1" noChangeAspect="1"/>
          </p:cNvPicPr>
          <p:nvPr>
            <p:ph sz="quarter" idx="15"/>
          </p:nvPr>
        </p:nvPicPr>
        <p:blipFill>
          <a:blip r:embed="rId3"/>
          <a:srcRect/>
          <a:stretch/>
        </p:blipFill>
        <p:spPr>
          <a:xfrm>
            <a:off x="1908169" y="720933"/>
            <a:ext cx="5327662" cy="3702274"/>
          </a:xfrm>
        </p:spPr>
      </p:pic>
      <p:sp>
        <p:nvSpPr>
          <p:cNvPr id="2" name="Title 1">
            <a:extLst>
              <a:ext uri="{FF2B5EF4-FFF2-40B4-BE49-F238E27FC236}">
                <a16:creationId xmlns:a16="http://schemas.microsoft.com/office/drawing/2014/main" id="{187C7C8A-0299-3146-CF69-5B31D4080CE2}"/>
              </a:ext>
            </a:extLst>
          </p:cNvPr>
          <p:cNvSpPr>
            <a:spLocks noGrp="1"/>
          </p:cNvSpPr>
          <p:nvPr>
            <p:ph type="title"/>
          </p:nvPr>
        </p:nvSpPr>
        <p:spPr/>
        <p:txBody>
          <a:bodyPr/>
          <a:lstStyle/>
          <a:p>
            <a:r>
              <a:rPr lang="nl-NL" dirty="0"/>
              <a:t>Waarom?</a:t>
            </a:r>
          </a:p>
        </p:txBody>
      </p:sp>
    </p:spTree>
    <p:extLst>
      <p:ext uri="{BB962C8B-B14F-4D97-AF65-F5344CB8AC3E}">
        <p14:creationId xmlns:p14="http://schemas.microsoft.com/office/powerpoint/2010/main" val="3285977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B69CD-AE7D-6370-75D1-6802EB39C216}"/>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B068DFB-A006-15F6-269D-D3581D0A9C47}"/>
              </a:ext>
            </a:extLst>
          </p:cNvPr>
          <p:cNvPicPr>
            <a:picLocks noGrp="1" noChangeAspect="1"/>
          </p:cNvPicPr>
          <p:nvPr>
            <p:ph sz="quarter" idx="15"/>
          </p:nvPr>
        </p:nvPicPr>
        <p:blipFill>
          <a:blip r:embed="rId3"/>
          <a:srcRect/>
          <a:stretch/>
        </p:blipFill>
        <p:spPr>
          <a:xfrm>
            <a:off x="1908169" y="720933"/>
            <a:ext cx="5327662" cy="3702274"/>
          </a:xfrm>
        </p:spPr>
      </p:pic>
      <p:sp>
        <p:nvSpPr>
          <p:cNvPr id="2" name="Title 1">
            <a:extLst>
              <a:ext uri="{FF2B5EF4-FFF2-40B4-BE49-F238E27FC236}">
                <a16:creationId xmlns:a16="http://schemas.microsoft.com/office/drawing/2014/main" id="{B6CBC9A5-6066-BA29-2118-3C6F992249B8}"/>
              </a:ext>
            </a:extLst>
          </p:cNvPr>
          <p:cNvSpPr>
            <a:spLocks noGrp="1"/>
          </p:cNvSpPr>
          <p:nvPr>
            <p:ph type="title"/>
          </p:nvPr>
        </p:nvSpPr>
        <p:spPr/>
        <p:txBody>
          <a:bodyPr/>
          <a:lstStyle/>
          <a:p>
            <a:r>
              <a:rPr lang="nl-NL" dirty="0"/>
              <a:t>Waarom?</a:t>
            </a:r>
          </a:p>
        </p:txBody>
      </p:sp>
    </p:spTree>
    <p:extLst>
      <p:ext uri="{BB962C8B-B14F-4D97-AF65-F5344CB8AC3E}">
        <p14:creationId xmlns:p14="http://schemas.microsoft.com/office/powerpoint/2010/main" val="2221023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37DF7-EC8B-1A26-A676-01F8C649D9A6}"/>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5CB8072-8C20-005F-7B74-F378B28A2AB7}"/>
              </a:ext>
            </a:extLst>
          </p:cNvPr>
          <p:cNvPicPr>
            <a:picLocks noGrp="1" noChangeAspect="1"/>
          </p:cNvPicPr>
          <p:nvPr>
            <p:ph sz="quarter" idx="15"/>
          </p:nvPr>
        </p:nvPicPr>
        <p:blipFill>
          <a:blip r:embed="rId3">
            <a:alphaModFix amt="20000"/>
          </a:blip>
          <a:srcRect/>
          <a:stretch/>
        </p:blipFill>
        <p:spPr>
          <a:xfrm>
            <a:off x="1908169" y="720933"/>
            <a:ext cx="5327662" cy="3702274"/>
          </a:xfrm>
        </p:spPr>
      </p:pic>
      <p:sp>
        <p:nvSpPr>
          <p:cNvPr id="2" name="Title 1">
            <a:extLst>
              <a:ext uri="{FF2B5EF4-FFF2-40B4-BE49-F238E27FC236}">
                <a16:creationId xmlns:a16="http://schemas.microsoft.com/office/drawing/2014/main" id="{367A15A2-DE8C-F09C-62B3-1D7FD68E1286}"/>
              </a:ext>
            </a:extLst>
          </p:cNvPr>
          <p:cNvSpPr>
            <a:spLocks noGrp="1"/>
          </p:cNvSpPr>
          <p:nvPr>
            <p:ph type="title"/>
          </p:nvPr>
        </p:nvSpPr>
        <p:spPr/>
        <p:txBody>
          <a:bodyPr/>
          <a:lstStyle/>
          <a:p>
            <a:r>
              <a:rPr lang="nl-NL" dirty="0"/>
              <a:t>Waarom?</a:t>
            </a:r>
          </a:p>
        </p:txBody>
      </p:sp>
      <p:sp>
        <p:nvSpPr>
          <p:cNvPr id="3" name="TextBox 2">
            <a:extLst>
              <a:ext uri="{FF2B5EF4-FFF2-40B4-BE49-F238E27FC236}">
                <a16:creationId xmlns:a16="http://schemas.microsoft.com/office/drawing/2014/main" id="{2D6D48DF-7D5A-DB09-C72E-FE7DAE0956CD}"/>
              </a:ext>
            </a:extLst>
          </p:cNvPr>
          <p:cNvSpPr txBox="1"/>
          <p:nvPr/>
        </p:nvSpPr>
        <p:spPr>
          <a:xfrm>
            <a:off x="3208148" y="536267"/>
            <a:ext cx="2727703"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nl-NL" dirty="0" err="1"/>
              <a:t>Key</a:t>
            </a:r>
            <a:r>
              <a:rPr lang="nl-NL" dirty="0"/>
              <a:t>-Drivers = Waarom?</a:t>
            </a:r>
          </a:p>
        </p:txBody>
      </p:sp>
      <p:sp>
        <p:nvSpPr>
          <p:cNvPr id="4" name="TextBox 3">
            <a:extLst>
              <a:ext uri="{FF2B5EF4-FFF2-40B4-BE49-F238E27FC236}">
                <a16:creationId xmlns:a16="http://schemas.microsoft.com/office/drawing/2014/main" id="{70C59910-D5C3-3BC1-4C54-CA408BC9911D}"/>
              </a:ext>
            </a:extLst>
          </p:cNvPr>
          <p:cNvSpPr txBox="1"/>
          <p:nvPr/>
        </p:nvSpPr>
        <p:spPr>
          <a:xfrm>
            <a:off x="544317" y="1238251"/>
            <a:ext cx="3500741"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nl-NL" dirty="0" err="1"/>
              <a:t>Functional</a:t>
            </a:r>
            <a:r>
              <a:rPr lang="nl-NL" dirty="0"/>
              <a:t> </a:t>
            </a:r>
            <a:r>
              <a:rPr lang="nl-NL" dirty="0" err="1"/>
              <a:t>requirements</a:t>
            </a:r>
            <a:r>
              <a:rPr lang="nl-NL" dirty="0"/>
              <a:t> = Wat?</a:t>
            </a:r>
          </a:p>
        </p:txBody>
      </p:sp>
      <p:sp>
        <p:nvSpPr>
          <p:cNvPr id="6" name="TextBox 5">
            <a:extLst>
              <a:ext uri="{FF2B5EF4-FFF2-40B4-BE49-F238E27FC236}">
                <a16:creationId xmlns:a16="http://schemas.microsoft.com/office/drawing/2014/main" id="{3E3651C6-A7F2-F31B-7247-488C29A0318E}"/>
              </a:ext>
            </a:extLst>
          </p:cNvPr>
          <p:cNvSpPr txBox="1"/>
          <p:nvPr/>
        </p:nvSpPr>
        <p:spPr>
          <a:xfrm>
            <a:off x="2410923" y="1796671"/>
            <a:ext cx="4322152"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nl-NL" dirty="0"/>
              <a:t>Non - </a:t>
            </a:r>
            <a:r>
              <a:rPr lang="nl-NL" dirty="0" err="1"/>
              <a:t>Functional</a:t>
            </a:r>
            <a:r>
              <a:rPr lang="nl-NL" dirty="0"/>
              <a:t> </a:t>
            </a:r>
            <a:r>
              <a:rPr lang="nl-NL" dirty="0" err="1"/>
              <a:t>requirements</a:t>
            </a:r>
            <a:r>
              <a:rPr lang="nl-NL" dirty="0"/>
              <a:t> = Hoe?</a:t>
            </a:r>
          </a:p>
        </p:txBody>
      </p:sp>
      <p:sp>
        <p:nvSpPr>
          <p:cNvPr id="7" name="TextBox 6">
            <a:extLst>
              <a:ext uri="{FF2B5EF4-FFF2-40B4-BE49-F238E27FC236}">
                <a16:creationId xmlns:a16="http://schemas.microsoft.com/office/drawing/2014/main" id="{14E4590D-ECD4-63D1-D453-9AC27CABF612}"/>
              </a:ext>
            </a:extLst>
          </p:cNvPr>
          <p:cNvSpPr txBox="1"/>
          <p:nvPr/>
        </p:nvSpPr>
        <p:spPr>
          <a:xfrm>
            <a:off x="5028493" y="1238251"/>
            <a:ext cx="3500741"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nl-NL" dirty="0" err="1"/>
              <a:t>Use</a:t>
            </a:r>
            <a:r>
              <a:rPr lang="nl-NL" dirty="0"/>
              <a:t> cases = Wat + Wie?</a:t>
            </a:r>
          </a:p>
        </p:txBody>
      </p:sp>
      <p:sp>
        <p:nvSpPr>
          <p:cNvPr id="8" name="TextBox 7">
            <a:extLst>
              <a:ext uri="{FF2B5EF4-FFF2-40B4-BE49-F238E27FC236}">
                <a16:creationId xmlns:a16="http://schemas.microsoft.com/office/drawing/2014/main" id="{2D4EF984-3000-1CA4-3AC6-1C16D17A7922}"/>
              </a:ext>
            </a:extLst>
          </p:cNvPr>
          <p:cNvSpPr txBox="1"/>
          <p:nvPr/>
        </p:nvSpPr>
        <p:spPr>
          <a:xfrm>
            <a:off x="2821628" y="3315211"/>
            <a:ext cx="3500741"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nl-NL" dirty="0"/>
              <a:t>Object model</a:t>
            </a:r>
          </a:p>
        </p:txBody>
      </p:sp>
      <p:sp>
        <p:nvSpPr>
          <p:cNvPr id="9" name="TextBox 8">
            <a:extLst>
              <a:ext uri="{FF2B5EF4-FFF2-40B4-BE49-F238E27FC236}">
                <a16:creationId xmlns:a16="http://schemas.microsoft.com/office/drawing/2014/main" id="{DBEFE465-1EB3-4369-0B97-7DB8FB05F8E0}"/>
              </a:ext>
            </a:extLst>
          </p:cNvPr>
          <p:cNvSpPr txBox="1"/>
          <p:nvPr/>
        </p:nvSpPr>
        <p:spPr>
          <a:xfrm>
            <a:off x="2821628" y="3818655"/>
            <a:ext cx="3500741"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nl-NL" dirty="0"/>
              <a:t>Class Diagram</a:t>
            </a:r>
          </a:p>
        </p:txBody>
      </p:sp>
      <p:sp>
        <p:nvSpPr>
          <p:cNvPr id="10" name="TextBox 9">
            <a:extLst>
              <a:ext uri="{FF2B5EF4-FFF2-40B4-BE49-F238E27FC236}">
                <a16:creationId xmlns:a16="http://schemas.microsoft.com/office/drawing/2014/main" id="{4A2D07BA-2668-9BA3-12F4-6F53029DC7CE}"/>
              </a:ext>
            </a:extLst>
          </p:cNvPr>
          <p:cNvSpPr txBox="1"/>
          <p:nvPr/>
        </p:nvSpPr>
        <p:spPr>
          <a:xfrm>
            <a:off x="2821627" y="4289543"/>
            <a:ext cx="3500741"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nl-NL" dirty="0"/>
              <a:t>STD</a:t>
            </a:r>
          </a:p>
        </p:txBody>
      </p:sp>
      <p:cxnSp>
        <p:nvCxnSpPr>
          <p:cNvPr id="12" name="Straight Arrow Connector 11">
            <a:extLst>
              <a:ext uri="{FF2B5EF4-FFF2-40B4-BE49-F238E27FC236}">
                <a16:creationId xmlns:a16="http://schemas.microsoft.com/office/drawing/2014/main" id="{35333C22-EA4B-6657-C5F6-2A5E6460E603}"/>
              </a:ext>
            </a:extLst>
          </p:cNvPr>
          <p:cNvCxnSpPr>
            <a:stCxn id="3" idx="2"/>
            <a:endCxn id="4" idx="0"/>
          </p:cNvCxnSpPr>
          <p:nvPr/>
        </p:nvCxnSpPr>
        <p:spPr>
          <a:xfrm flipH="1">
            <a:off x="2294688" y="905599"/>
            <a:ext cx="2277312" cy="3326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054FB98E-2545-9A6D-D521-093FF6A46D28}"/>
              </a:ext>
            </a:extLst>
          </p:cNvPr>
          <p:cNvCxnSpPr>
            <a:stCxn id="4" idx="3"/>
            <a:endCxn id="7" idx="1"/>
          </p:cNvCxnSpPr>
          <p:nvPr/>
        </p:nvCxnSpPr>
        <p:spPr>
          <a:xfrm>
            <a:off x="4045058" y="1422917"/>
            <a:ext cx="98343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ABDEA1DC-D239-75A6-4588-285DE89AA86D}"/>
              </a:ext>
            </a:extLst>
          </p:cNvPr>
          <p:cNvCxnSpPr>
            <a:stCxn id="4" idx="2"/>
            <a:endCxn id="6" idx="0"/>
          </p:cNvCxnSpPr>
          <p:nvPr/>
        </p:nvCxnSpPr>
        <p:spPr>
          <a:xfrm>
            <a:off x="2294688" y="1607583"/>
            <a:ext cx="2277311" cy="1890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10FAC0CF-C7A5-9622-2780-C5818D8B5556}"/>
              </a:ext>
            </a:extLst>
          </p:cNvPr>
          <p:cNvCxnSpPr>
            <a:stCxn id="6" idx="2"/>
            <a:endCxn id="8" idx="0"/>
          </p:cNvCxnSpPr>
          <p:nvPr/>
        </p:nvCxnSpPr>
        <p:spPr>
          <a:xfrm>
            <a:off x="4571999" y="2166003"/>
            <a:ext cx="0" cy="114920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85ED85BC-4B6F-98C2-9474-FFBF0A9D20CF}"/>
              </a:ext>
            </a:extLst>
          </p:cNvPr>
          <p:cNvCxnSpPr>
            <a:stCxn id="8" idx="2"/>
            <a:endCxn id="9" idx="0"/>
          </p:cNvCxnSpPr>
          <p:nvPr/>
        </p:nvCxnSpPr>
        <p:spPr>
          <a:xfrm>
            <a:off x="4571999" y="3684543"/>
            <a:ext cx="0" cy="1341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53F3EE89-9707-AAC4-6854-11BB0A0299D7}"/>
              </a:ext>
            </a:extLst>
          </p:cNvPr>
          <p:cNvCxnSpPr>
            <a:stCxn id="9" idx="2"/>
            <a:endCxn id="10" idx="0"/>
          </p:cNvCxnSpPr>
          <p:nvPr/>
        </p:nvCxnSpPr>
        <p:spPr>
          <a:xfrm flipH="1">
            <a:off x="4571998" y="4187987"/>
            <a:ext cx="1" cy="1015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668375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4B351-EE12-8C58-3CDF-4DB603ACF888}"/>
              </a:ext>
            </a:extLst>
          </p:cNvPr>
          <p:cNvSpPr>
            <a:spLocks noGrp="1"/>
          </p:cNvSpPr>
          <p:nvPr>
            <p:ph type="title"/>
          </p:nvPr>
        </p:nvSpPr>
        <p:spPr/>
        <p:txBody>
          <a:bodyPr/>
          <a:lstStyle/>
          <a:p>
            <a:r>
              <a:rPr lang="nl-NL" dirty="0"/>
              <a:t>Opzetten van </a:t>
            </a:r>
            <a:r>
              <a:rPr lang="nl-NL" dirty="0" err="1"/>
              <a:t>use</a:t>
            </a:r>
            <a:r>
              <a:rPr lang="nl-NL" dirty="0"/>
              <a:t>-cases</a:t>
            </a:r>
          </a:p>
        </p:txBody>
      </p:sp>
      <p:pic>
        <p:nvPicPr>
          <p:cNvPr id="11" name="Picture 10" descr="A white background with black text&#10;&#10;AI-generated content may be incorrect.">
            <a:extLst>
              <a:ext uri="{FF2B5EF4-FFF2-40B4-BE49-F238E27FC236}">
                <a16:creationId xmlns:a16="http://schemas.microsoft.com/office/drawing/2014/main" id="{AF440AF4-4D64-4950-4967-2C674750FE1E}"/>
              </a:ext>
            </a:extLst>
          </p:cNvPr>
          <p:cNvPicPr>
            <a:picLocks noChangeAspect="1"/>
          </p:cNvPicPr>
          <p:nvPr/>
        </p:nvPicPr>
        <p:blipFill>
          <a:blip r:embed="rId3"/>
          <a:stretch>
            <a:fillRect/>
          </a:stretch>
        </p:blipFill>
        <p:spPr>
          <a:xfrm>
            <a:off x="3385266" y="1403120"/>
            <a:ext cx="3224628" cy="3152255"/>
          </a:xfrm>
          <a:prstGeom prst="rect">
            <a:avLst/>
          </a:prstGeom>
        </p:spPr>
      </p:pic>
    </p:spTree>
    <p:extLst>
      <p:ext uri="{BB962C8B-B14F-4D97-AF65-F5344CB8AC3E}">
        <p14:creationId xmlns:p14="http://schemas.microsoft.com/office/powerpoint/2010/main" val="3780638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92C6D-4B82-5109-3F8B-32FCA19E8A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AE6604-AFE6-CDBD-CB79-207305400313}"/>
              </a:ext>
            </a:extLst>
          </p:cNvPr>
          <p:cNvSpPr>
            <a:spLocks noGrp="1"/>
          </p:cNvSpPr>
          <p:nvPr>
            <p:ph type="title"/>
          </p:nvPr>
        </p:nvSpPr>
        <p:spPr/>
        <p:txBody>
          <a:bodyPr/>
          <a:lstStyle/>
          <a:p>
            <a:r>
              <a:rPr lang="nl-NL" dirty="0"/>
              <a:t>Opzetten van </a:t>
            </a:r>
            <a:r>
              <a:rPr lang="nl-NL" dirty="0" err="1"/>
              <a:t>use</a:t>
            </a:r>
            <a:r>
              <a:rPr lang="nl-NL" dirty="0"/>
              <a:t>-cases</a:t>
            </a:r>
          </a:p>
        </p:txBody>
      </p:sp>
      <p:pic>
        <p:nvPicPr>
          <p:cNvPr id="11" name="Picture 10">
            <a:extLst>
              <a:ext uri="{FF2B5EF4-FFF2-40B4-BE49-F238E27FC236}">
                <a16:creationId xmlns:a16="http://schemas.microsoft.com/office/drawing/2014/main" id="{E68C5845-AD2B-9B5A-BF00-953D4B870B4A}"/>
              </a:ext>
            </a:extLst>
          </p:cNvPr>
          <p:cNvPicPr>
            <a:picLocks noChangeAspect="1"/>
          </p:cNvPicPr>
          <p:nvPr/>
        </p:nvPicPr>
        <p:blipFill>
          <a:blip r:embed="rId3"/>
          <a:srcRect/>
          <a:stretch/>
        </p:blipFill>
        <p:spPr>
          <a:xfrm>
            <a:off x="2540988" y="1502728"/>
            <a:ext cx="3819525" cy="2819687"/>
          </a:xfrm>
          <a:prstGeom prst="rect">
            <a:avLst/>
          </a:prstGeom>
        </p:spPr>
      </p:pic>
    </p:spTree>
    <p:extLst>
      <p:ext uri="{BB962C8B-B14F-4D97-AF65-F5344CB8AC3E}">
        <p14:creationId xmlns:p14="http://schemas.microsoft.com/office/powerpoint/2010/main" val="4210686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B900D-ED9A-FA10-DCA0-B13BF3FB75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100C11-6293-53B3-64AE-6644FA53F357}"/>
              </a:ext>
            </a:extLst>
          </p:cNvPr>
          <p:cNvSpPr>
            <a:spLocks noGrp="1"/>
          </p:cNvSpPr>
          <p:nvPr>
            <p:ph type="title"/>
          </p:nvPr>
        </p:nvSpPr>
        <p:spPr/>
        <p:txBody>
          <a:bodyPr/>
          <a:lstStyle/>
          <a:p>
            <a:r>
              <a:rPr lang="nl-NL" dirty="0"/>
              <a:t>Opzetten van </a:t>
            </a:r>
            <a:r>
              <a:rPr lang="nl-NL" dirty="0" err="1"/>
              <a:t>use</a:t>
            </a:r>
            <a:r>
              <a:rPr lang="nl-NL" dirty="0"/>
              <a:t>-cases</a:t>
            </a:r>
          </a:p>
        </p:txBody>
      </p:sp>
      <p:pic>
        <p:nvPicPr>
          <p:cNvPr id="11" name="Picture 10">
            <a:extLst>
              <a:ext uri="{FF2B5EF4-FFF2-40B4-BE49-F238E27FC236}">
                <a16:creationId xmlns:a16="http://schemas.microsoft.com/office/drawing/2014/main" id="{C5B01B51-3C55-32E8-6A04-4E1FA8EDE7DE}"/>
              </a:ext>
            </a:extLst>
          </p:cNvPr>
          <p:cNvPicPr>
            <a:picLocks noChangeAspect="1"/>
          </p:cNvPicPr>
          <p:nvPr/>
        </p:nvPicPr>
        <p:blipFill>
          <a:blip r:embed="rId3"/>
          <a:srcRect/>
          <a:stretch/>
        </p:blipFill>
        <p:spPr>
          <a:xfrm>
            <a:off x="2540988" y="1502728"/>
            <a:ext cx="3819524" cy="2819687"/>
          </a:xfrm>
          <a:prstGeom prst="rect">
            <a:avLst/>
          </a:prstGeom>
        </p:spPr>
      </p:pic>
    </p:spTree>
    <p:extLst>
      <p:ext uri="{BB962C8B-B14F-4D97-AF65-F5344CB8AC3E}">
        <p14:creationId xmlns:p14="http://schemas.microsoft.com/office/powerpoint/2010/main" val="2519881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52AB2-E886-1752-FD66-7AB41ED306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989D95-1FCE-C70F-7DB0-A9DADD402D8F}"/>
              </a:ext>
            </a:extLst>
          </p:cNvPr>
          <p:cNvSpPr>
            <a:spLocks noGrp="1"/>
          </p:cNvSpPr>
          <p:nvPr>
            <p:ph type="title"/>
          </p:nvPr>
        </p:nvSpPr>
        <p:spPr/>
        <p:txBody>
          <a:bodyPr/>
          <a:lstStyle/>
          <a:p>
            <a:r>
              <a:rPr lang="nl-NL" dirty="0"/>
              <a:t>Opzetten van </a:t>
            </a:r>
            <a:r>
              <a:rPr lang="nl-NL" dirty="0" err="1"/>
              <a:t>use</a:t>
            </a:r>
            <a:r>
              <a:rPr lang="nl-NL" dirty="0"/>
              <a:t>-cases</a:t>
            </a:r>
          </a:p>
        </p:txBody>
      </p:sp>
      <p:pic>
        <p:nvPicPr>
          <p:cNvPr id="11" name="Picture 10">
            <a:extLst>
              <a:ext uri="{FF2B5EF4-FFF2-40B4-BE49-F238E27FC236}">
                <a16:creationId xmlns:a16="http://schemas.microsoft.com/office/drawing/2014/main" id="{607AEF7F-902A-0761-D627-888B4CB6B605}"/>
              </a:ext>
            </a:extLst>
          </p:cNvPr>
          <p:cNvPicPr>
            <a:picLocks noChangeAspect="1"/>
          </p:cNvPicPr>
          <p:nvPr/>
        </p:nvPicPr>
        <p:blipFill>
          <a:blip r:embed="rId3"/>
          <a:srcRect/>
          <a:stretch/>
        </p:blipFill>
        <p:spPr>
          <a:xfrm>
            <a:off x="2651166" y="1502728"/>
            <a:ext cx="3599167" cy="2819687"/>
          </a:xfrm>
          <a:prstGeom prst="rect">
            <a:avLst/>
          </a:prstGeom>
        </p:spPr>
      </p:pic>
    </p:spTree>
    <p:extLst>
      <p:ext uri="{BB962C8B-B14F-4D97-AF65-F5344CB8AC3E}">
        <p14:creationId xmlns:p14="http://schemas.microsoft.com/office/powerpoint/2010/main" val="1480493057"/>
      </p:ext>
    </p:extLst>
  </p:cSld>
  <p:clrMapOvr>
    <a:masterClrMapping/>
  </p:clrMapOvr>
</p:sld>
</file>

<file path=ppt/theme/theme1.xml><?xml version="1.0" encoding="utf-8"?>
<a:theme xmlns:a="http://schemas.openxmlformats.org/drawingml/2006/main" name="HU Breed">
  <a:themeElements>
    <a:clrScheme name="Aangepast 5">
      <a:dk1>
        <a:srgbClr val="000000"/>
      </a:dk1>
      <a:lt1>
        <a:srgbClr val="FFFFFF"/>
      </a:lt1>
      <a:dk2>
        <a:srgbClr val="E6302B"/>
      </a:dk2>
      <a:lt2>
        <a:srgbClr val="00A1E1"/>
      </a:lt2>
      <a:accent1>
        <a:srgbClr val="00A1E1"/>
      </a:accent1>
      <a:accent2>
        <a:srgbClr val="E6302B"/>
      </a:accent2>
      <a:accent3>
        <a:srgbClr val="FFFFFF"/>
      </a:accent3>
      <a:accent4>
        <a:srgbClr val="FFFFFF"/>
      </a:accent4>
      <a:accent5>
        <a:srgbClr val="FFFFFF"/>
      </a:accent5>
      <a:accent6>
        <a:srgbClr val="FFFFFF"/>
      </a:accent6>
      <a:hlink>
        <a:srgbClr val="005070"/>
      </a:hlink>
      <a:folHlink>
        <a:srgbClr val="B71915"/>
      </a:folHlink>
    </a:clrScheme>
    <a:fontScheme name="Office - klassiek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Blank.potx" id="{D95E9361-B43F-40FE-BDBB-38C170CCAA12}" vid="{562A86A4-C74B-45F8-8C82-DF660CA41660}"/>
    </a:ext>
  </a:extLst>
</a:theme>
</file>

<file path=ppt/theme/theme2.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2C639D342843A4BB6A4E0C5A088263E" ma:contentTypeVersion="15" ma:contentTypeDescription="Een nieuw document maken." ma:contentTypeScope="" ma:versionID="669e47292ecfeea512e5357f92f4af45">
  <xsd:schema xmlns:xsd="http://www.w3.org/2001/XMLSchema" xmlns:xs="http://www.w3.org/2001/XMLSchema" xmlns:p="http://schemas.microsoft.com/office/2006/metadata/properties" xmlns:ns2="90a4ddc4-74e3-483f-8564-55664645f259" xmlns:ns3="63c2b5bc-93a6-48bd-a8c0-84f2261f9e75" targetNamespace="http://schemas.microsoft.com/office/2006/metadata/properties" ma:root="true" ma:fieldsID="fc84d1d094f774ce5dfae72787e94d3d" ns2:_="" ns3:_="">
    <xsd:import namespace="90a4ddc4-74e3-483f-8564-55664645f259"/>
    <xsd:import namespace="63c2b5bc-93a6-48bd-a8c0-84f2261f9e75"/>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LengthInSeconds" minOccurs="0"/>
                <xsd:element ref="ns2:MediaServiceDateTaken" minOccurs="0"/>
                <xsd:element ref="ns3:SharedWithUsers" minOccurs="0"/>
                <xsd:element ref="ns3:SharedWithDetails" minOccurs="0"/>
                <xsd:element ref="ns2:MediaServiceObjectDetectorVersions" minOccurs="0"/>
                <xsd:element ref="ns2:MediaServiceGenerationTime" minOccurs="0"/>
                <xsd:element ref="ns2:MediaServiceEventHashCode" minOccurs="0"/>
                <xsd:element ref="ns2:MediaServiceSearchPropertie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0a4ddc4-74e3-483f-8564-55664645f2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DateTaken" ma:index="12" nillable="true" ma:displayName="MediaServiceDateTaken" ma:hidden="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lcf76f155ced4ddcb4097134ff3c332f" ma:index="20" nillable="true" ma:taxonomy="true" ma:internalName="lcf76f155ced4ddcb4097134ff3c332f" ma:taxonomyFieldName="MediaServiceImageTags" ma:displayName="Afbeeldingtags" ma:readOnly="false" ma:fieldId="{5cf76f15-5ced-4ddc-b409-7134ff3c332f}" ma:taxonomyMulti="true" ma:sspId="9115ee84-c194-4add-8ddb-ad54b768e1e2"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3c2b5bc-93a6-48bd-a8c0-84f2261f9e75" elementFormDefault="qualified">
    <xsd:import namespace="http://schemas.microsoft.com/office/2006/documentManagement/types"/>
    <xsd:import namespace="http://schemas.microsoft.com/office/infopath/2007/PartnerControls"/>
    <xsd:element name="SharedWithUsers" ma:index="13"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Gedeeld met details" ma:internalName="SharedWithDetails" ma:readOnly="true">
      <xsd:simpleType>
        <xsd:restriction base="dms:Note">
          <xsd:maxLength value="255"/>
        </xsd:restriction>
      </xsd:simpleType>
    </xsd:element>
    <xsd:element name="TaxCatchAll" ma:index="21" nillable="true" ma:displayName="Taxonomy Catch All Column" ma:hidden="true" ma:list="{3520dcea-edc9-4bf0-8b8f-41d9cbaeaf3a}" ma:internalName="TaxCatchAll" ma:showField="CatchAllData" ma:web="63c2b5bc-93a6-48bd-a8c0-84f2261f9e7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63c2b5bc-93a6-48bd-a8c0-84f2261f9e75" xsi:nil="true"/>
    <lcf76f155ced4ddcb4097134ff3c332f xmlns="90a4ddc4-74e3-483f-8564-55664645f259">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7546B728-4225-4D3D-AA77-3F8600B78A8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0a4ddc4-74e3-483f-8564-55664645f259"/>
    <ds:schemaRef ds:uri="63c2b5bc-93a6-48bd-a8c0-84f2261f9e7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2D085BC-C74D-4DD4-B88B-4E3129798687}">
  <ds:schemaRefs>
    <ds:schemaRef ds:uri="http://schemas.microsoft.com/sharepoint/v3/contenttype/forms"/>
  </ds:schemaRefs>
</ds:datastoreItem>
</file>

<file path=customXml/itemProps3.xml><?xml version="1.0" encoding="utf-8"?>
<ds:datastoreItem xmlns:ds="http://schemas.openxmlformats.org/officeDocument/2006/customXml" ds:itemID="{D61DA4DF-BDAE-46A0-AD23-2AC0E3D68BD7}">
  <ds:schemaRefs>
    <ds:schemaRef ds:uri="http://purl.org/dc/elements/1.1/"/>
    <ds:schemaRef ds:uri="http://purl.org/dc/dcmitype/"/>
    <ds:schemaRef ds:uri="http://schemas.microsoft.com/office/2006/documentManagement/types"/>
    <ds:schemaRef ds:uri="http://schemas.microsoft.com/office/2006/metadata/properties"/>
    <ds:schemaRef ds:uri="http://schemas.microsoft.com/office/infopath/2007/PartnerControls"/>
    <ds:schemaRef ds:uri="http://www.w3.org/XML/1998/namespace"/>
    <ds:schemaRef ds:uri="http://schemas.openxmlformats.org/package/2006/metadata/core-properties"/>
    <ds:schemaRef ds:uri="cc018f0f-33de-4c4c-920d-26dc6e1acc33"/>
    <ds:schemaRef ds:uri="8e39aab0-005d-45b6-a80e-05e5df2908d1"/>
    <ds:schemaRef ds:uri="http://purl.org/dc/terms/"/>
    <ds:schemaRef ds:uri="63c2b5bc-93a6-48bd-a8c0-84f2261f9e75"/>
    <ds:schemaRef ds:uri="90a4ddc4-74e3-483f-8564-55664645f259"/>
  </ds:schemaRefs>
</ds:datastoreItem>
</file>

<file path=docProps/app.xml><?xml version="1.0" encoding="utf-8"?>
<Properties xmlns="http://schemas.openxmlformats.org/officeDocument/2006/extended-properties" xmlns:vt="http://schemas.openxmlformats.org/officeDocument/2006/docPropsVTypes">
  <Template>blank</Template>
  <TotalTime>10682</TotalTime>
  <Words>188</Words>
  <Application>Microsoft Office PowerPoint</Application>
  <PresentationFormat>On-screen Show (16:9)</PresentationFormat>
  <Paragraphs>39</Paragraphs>
  <Slides>10</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Arial Black</vt:lpstr>
      <vt:lpstr>Calibri</vt:lpstr>
      <vt:lpstr>Courier New</vt:lpstr>
      <vt:lpstr>Wingdings</vt:lpstr>
      <vt:lpstr>HU Breed</vt:lpstr>
      <vt:lpstr>Modellen</vt:lpstr>
      <vt:lpstr>Agenda</vt:lpstr>
      <vt:lpstr>Waarom?</vt:lpstr>
      <vt:lpstr>Waarom?</vt:lpstr>
      <vt:lpstr>Waarom?</vt:lpstr>
      <vt:lpstr>Waarom?</vt:lpstr>
      <vt:lpstr>Opzetten van use-cases</vt:lpstr>
      <vt:lpstr>Opzetten van use-cases</vt:lpstr>
      <vt:lpstr>Opzetten van use-cases</vt:lpstr>
      <vt:lpstr>Opzetten van use-cases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Training afstudeervaardigheden</dc:title>
  <dc:creator>Jan-Willem Lankhaar</dc:creator>
  <cp:lastModifiedBy>Teun Pieter Modderman</cp:lastModifiedBy>
  <cp:revision>10</cp:revision>
  <dcterms:created xsi:type="dcterms:W3CDTF">2023-02-13T09:27:53Z</dcterms:created>
  <dcterms:modified xsi:type="dcterms:W3CDTF">2025-11-19T10:55:33Z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0x01010092C639D342843A4BB6A4E0C5A088263E</vt:lpwstr>
  </property>
</Properties>
</file>