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2" r:id="rId8"/>
    <p:sldId id="263" r:id="rId9"/>
    <p:sldId id="299" r:id="rId10"/>
    <p:sldId id="261" r:id="rId11"/>
    <p:sldId id="265" r:id="rId12"/>
    <p:sldId id="270" r:id="rId13"/>
    <p:sldId id="268" r:id="rId14"/>
    <p:sldId id="269" r:id="rId15"/>
    <p:sldId id="329" r:id="rId16"/>
    <p:sldId id="271" r:id="rId17"/>
    <p:sldId id="272" r:id="rId18"/>
    <p:sldId id="273" r:id="rId19"/>
    <p:sldId id="274" r:id="rId20"/>
    <p:sldId id="283" r:id="rId21"/>
    <p:sldId id="284" r:id="rId22"/>
    <p:sldId id="285" r:id="rId23"/>
    <p:sldId id="286" r:id="rId24"/>
    <p:sldId id="288" r:id="rId25"/>
    <p:sldId id="287" r:id="rId26"/>
    <p:sldId id="289" r:id="rId27"/>
    <p:sldId id="291" r:id="rId28"/>
    <p:sldId id="292" r:id="rId29"/>
    <p:sldId id="293" r:id="rId30"/>
    <p:sldId id="368" r:id="rId31"/>
    <p:sldId id="365" r:id="rId32"/>
    <p:sldId id="366" r:id="rId33"/>
    <p:sldId id="370" r:id="rId34"/>
    <p:sldId id="367" r:id="rId35"/>
    <p:sldId id="372" r:id="rId36"/>
    <p:sldId id="294" r:id="rId37"/>
    <p:sldId id="295" r:id="rId38"/>
    <p:sldId id="297" r:id="rId39"/>
    <p:sldId id="330" r:id="rId40"/>
    <p:sldId id="328" r:id="rId41"/>
    <p:sldId id="331" r:id="rId42"/>
    <p:sldId id="298" r:id="rId43"/>
    <p:sldId id="301" r:id="rId44"/>
    <p:sldId id="302" r:id="rId45"/>
    <p:sldId id="303" r:id="rId46"/>
    <p:sldId id="305" r:id="rId47"/>
    <p:sldId id="306" r:id="rId48"/>
    <p:sldId id="307" r:id="rId49"/>
    <p:sldId id="308" r:id="rId50"/>
    <p:sldId id="309" r:id="rId51"/>
    <p:sldId id="314" r:id="rId52"/>
    <p:sldId id="312" r:id="rId53"/>
    <p:sldId id="313" r:id="rId54"/>
    <p:sldId id="310" r:id="rId55"/>
    <p:sldId id="317" r:id="rId56"/>
    <p:sldId id="318" r:id="rId57"/>
    <p:sldId id="319" r:id="rId58"/>
    <p:sldId id="325" r:id="rId59"/>
    <p:sldId id="323" r:id="rId60"/>
    <p:sldId id="326" r:id="rId61"/>
    <p:sldId id="333" r:id="rId62"/>
    <p:sldId id="334" r:id="rId63"/>
    <p:sldId id="316" r:id="rId64"/>
    <p:sldId id="343" r:id="rId65"/>
    <p:sldId id="335" r:id="rId66"/>
    <p:sldId id="336" r:id="rId67"/>
    <p:sldId id="327" r:id="rId68"/>
    <p:sldId id="337" r:id="rId69"/>
    <p:sldId id="338" r:id="rId70"/>
    <p:sldId id="339" r:id="rId71"/>
    <p:sldId id="340" r:id="rId72"/>
    <p:sldId id="341" r:id="rId73"/>
    <p:sldId id="342" r:id="rId74"/>
    <p:sldId id="344" r:id="rId75"/>
    <p:sldId id="345" r:id="rId76"/>
    <p:sldId id="346" r:id="rId77"/>
    <p:sldId id="347" r:id="rId78"/>
    <p:sldId id="348" r:id="rId79"/>
    <p:sldId id="349" r:id="rId80"/>
    <p:sldId id="350" r:id="rId81"/>
    <p:sldId id="351" r:id="rId82"/>
    <p:sldId id="352" r:id="rId83"/>
    <p:sldId id="354" r:id="rId84"/>
    <p:sldId id="357" r:id="rId85"/>
    <p:sldId id="360" r:id="rId86"/>
    <p:sldId id="361" r:id="rId87"/>
    <p:sldId id="362" r:id="rId88"/>
    <p:sldId id="363" r:id="rId89"/>
    <p:sldId id="364" r:id="rId90"/>
    <p:sldId id="356" r:id="rId91"/>
    <p:sldId id="371" r:id="rId9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A47272-51BB-480B-914B-16DE6D153CEF}" v="1387" dt="2026-02-09T18:01:32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Relationship Id="rId9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 Bozon" userId="26c7e87d-a4c1-46b5-bd66-bae5a56eb03c" providerId="ADAL" clId="{E06602E6-6C6E-4463-9671-906A68A7DC73}"/>
    <pc:docChg chg="undo redo custSel addSld delSld modSld sldOrd">
      <pc:chgData name="Bart Bozon" userId="26c7e87d-a4c1-46b5-bd66-bae5a56eb03c" providerId="ADAL" clId="{E06602E6-6C6E-4463-9671-906A68A7DC73}" dt="2026-02-09T18:04:30.226" v="9758" actId="5793"/>
      <pc:docMkLst>
        <pc:docMk/>
      </pc:docMkLst>
      <pc:sldChg chg="modSp mod">
        <pc:chgData name="Bart Bozon" userId="26c7e87d-a4c1-46b5-bd66-bae5a56eb03c" providerId="ADAL" clId="{E06602E6-6C6E-4463-9671-906A68A7DC73}" dt="2026-02-09T18:04:30.226" v="9758" actId="5793"/>
        <pc:sldMkLst>
          <pc:docMk/>
          <pc:sldMk cId="3515717637" sldId="257"/>
        </pc:sldMkLst>
        <pc:spChg chg="mod">
          <ac:chgData name="Bart Bozon" userId="26c7e87d-a4c1-46b5-bd66-bae5a56eb03c" providerId="ADAL" clId="{E06602E6-6C6E-4463-9671-906A68A7DC73}" dt="2026-02-09T18:04:30.226" v="9758" actId="5793"/>
          <ac:spMkLst>
            <pc:docMk/>
            <pc:sldMk cId="3515717637" sldId="257"/>
            <ac:spMk id="3" creationId="{FC89B433-5339-986D-551A-1E5664A906F6}"/>
          </ac:spMkLst>
        </pc:spChg>
        <pc:spChg chg="mod">
          <ac:chgData name="Bart Bozon" userId="26c7e87d-a4c1-46b5-bd66-bae5a56eb03c" providerId="ADAL" clId="{E06602E6-6C6E-4463-9671-906A68A7DC73}" dt="2026-02-08T07:47:53.126" v="7624" actId="20577"/>
          <ac:spMkLst>
            <pc:docMk/>
            <pc:sldMk cId="3515717637" sldId="257"/>
            <ac:spMk id="4" creationId="{5C1B3E21-0A9C-590B-39B9-2D13FBB79DD1}"/>
          </ac:spMkLst>
        </pc:spChg>
      </pc:sldChg>
      <pc:sldChg chg="modAnim">
        <pc:chgData name="Bart Bozon" userId="26c7e87d-a4c1-46b5-bd66-bae5a56eb03c" providerId="ADAL" clId="{E06602E6-6C6E-4463-9671-906A68A7DC73}" dt="2026-01-12T07:45:13.877" v="463"/>
        <pc:sldMkLst>
          <pc:docMk/>
          <pc:sldMk cId="2871438131" sldId="258"/>
        </pc:sldMkLst>
      </pc:sldChg>
      <pc:sldChg chg="addSp delSp modSp add mod modTransition addAnim delAnim modAnim">
        <pc:chgData name="Bart Bozon" userId="26c7e87d-a4c1-46b5-bd66-bae5a56eb03c" providerId="ADAL" clId="{E06602E6-6C6E-4463-9671-906A68A7DC73}" dt="2026-01-12T07:45:39.360" v="474" actId="20577"/>
        <pc:sldMkLst>
          <pc:docMk/>
          <pc:sldMk cId="733426273" sldId="259"/>
        </pc:sldMkLst>
        <pc:spChg chg="mod">
          <ac:chgData name="Bart Bozon" userId="26c7e87d-a4c1-46b5-bd66-bae5a56eb03c" providerId="ADAL" clId="{E06602E6-6C6E-4463-9671-906A68A7DC73}" dt="2026-01-12T07:45:39.360" v="474" actId="20577"/>
          <ac:spMkLst>
            <pc:docMk/>
            <pc:sldMk cId="733426273" sldId="259"/>
            <ac:spMk id="3" creationId="{0818659B-0B2B-1AE6-EA98-3F316FFB1F77}"/>
          </ac:spMkLst>
        </pc:spChg>
        <pc:picChg chg="add mod">
          <ac:chgData name="Bart Bozon" userId="26c7e87d-a4c1-46b5-bd66-bae5a56eb03c" providerId="ADAL" clId="{E06602E6-6C6E-4463-9671-906A68A7DC73}" dt="2026-01-12T07:28:03.451" v="115" actId="1076"/>
          <ac:picMkLst>
            <pc:docMk/>
            <pc:sldMk cId="733426273" sldId="259"/>
            <ac:picMk id="4" creationId="{16A9052D-C7E1-0058-B9EE-201B59431AD7}"/>
          </ac:picMkLst>
        </pc:picChg>
        <pc:picChg chg="add mod">
          <ac:chgData name="Bart Bozon" userId="26c7e87d-a4c1-46b5-bd66-bae5a56eb03c" providerId="ADAL" clId="{E06602E6-6C6E-4463-9671-906A68A7DC73}" dt="2026-01-12T07:28:01.817" v="114" actId="1076"/>
          <ac:picMkLst>
            <pc:docMk/>
            <pc:sldMk cId="733426273" sldId="259"/>
            <ac:picMk id="6" creationId="{2BE3E0CD-0023-36F0-C42C-318F80B3FA25}"/>
          </ac:picMkLst>
        </pc:picChg>
        <pc:picChg chg="add mod">
          <ac:chgData name="Bart Bozon" userId="26c7e87d-a4c1-46b5-bd66-bae5a56eb03c" providerId="ADAL" clId="{E06602E6-6C6E-4463-9671-906A68A7DC73}" dt="2026-01-12T07:29:30.531" v="163" actId="166"/>
          <ac:picMkLst>
            <pc:docMk/>
            <pc:sldMk cId="733426273" sldId="259"/>
            <ac:picMk id="2052" creationId="{9FBBA91C-983E-1664-3405-B7688060C519}"/>
          </ac:picMkLst>
        </pc:picChg>
        <pc:picChg chg="add mod">
          <ac:chgData name="Bart Bozon" userId="26c7e87d-a4c1-46b5-bd66-bae5a56eb03c" providerId="ADAL" clId="{E06602E6-6C6E-4463-9671-906A68A7DC73}" dt="2026-01-12T07:27:49.005" v="107" actId="1076"/>
          <ac:picMkLst>
            <pc:docMk/>
            <pc:sldMk cId="733426273" sldId="259"/>
            <ac:picMk id="2056" creationId="{1BEEA4BE-DB53-B656-E58D-BE962A2846AE}"/>
          </ac:picMkLst>
        </pc:picChg>
        <pc:picChg chg="add mod">
          <ac:chgData name="Bart Bozon" userId="26c7e87d-a4c1-46b5-bd66-bae5a56eb03c" providerId="ADAL" clId="{E06602E6-6C6E-4463-9671-906A68A7DC73}" dt="2026-01-12T07:29:41.654" v="167" actId="14100"/>
          <ac:picMkLst>
            <pc:docMk/>
            <pc:sldMk cId="733426273" sldId="259"/>
            <ac:picMk id="2060" creationId="{02B07244-2F9C-6382-676D-64495BF7D2C5}"/>
          </ac:picMkLst>
        </pc:picChg>
        <pc:picChg chg="add mod">
          <ac:chgData name="Bart Bozon" userId="26c7e87d-a4c1-46b5-bd66-bae5a56eb03c" providerId="ADAL" clId="{E06602E6-6C6E-4463-9671-906A68A7DC73}" dt="2026-01-12T07:27:52.738" v="109" actId="14100"/>
          <ac:picMkLst>
            <pc:docMk/>
            <pc:sldMk cId="733426273" sldId="259"/>
            <ac:picMk id="2062" creationId="{3CCA7BFD-06CE-0A20-2401-753EA33EAC6D}"/>
          </ac:picMkLst>
        </pc:picChg>
        <pc:cxnChg chg="add">
          <ac:chgData name="Bart Bozon" userId="26c7e87d-a4c1-46b5-bd66-bae5a56eb03c" providerId="ADAL" clId="{E06602E6-6C6E-4463-9671-906A68A7DC73}" dt="2026-01-12T07:28:32.984" v="152" actId="11529"/>
          <ac:cxnSpMkLst>
            <pc:docMk/>
            <pc:sldMk cId="733426273" sldId="259"/>
            <ac:cxnSpMk id="9" creationId="{6CFDC3F2-22E7-99F1-CD2E-5A72D5D60C64}"/>
          </ac:cxnSpMkLst>
        </pc:cxnChg>
        <pc:cxnChg chg="add mod">
          <ac:chgData name="Bart Bozon" userId="26c7e87d-a4c1-46b5-bd66-bae5a56eb03c" providerId="ADAL" clId="{E06602E6-6C6E-4463-9671-906A68A7DC73}" dt="2026-01-12T07:28:40.254" v="155" actId="14100"/>
          <ac:cxnSpMkLst>
            <pc:docMk/>
            <pc:sldMk cId="733426273" sldId="259"/>
            <ac:cxnSpMk id="10" creationId="{13E5BE42-60D4-1AEA-62D7-31FF61C976A3}"/>
          </ac:cxnSpMkLst>
        </pc:cxnChg>
        <pc:cxnChg chg="add mod">
          <ac:chgData name="Bart Bozon" userId="26c7e87d-a4c1-46b5-bd66-bae5a56eb03c" providerId="ADAL" clId="{E06602E6-6C6E-4463-9671-906A68A7DC73}" dt="2026-01-12T07:28:46.129" v="158" actId="14100"/>
          <ac:cxnSpMkLst>
            <pc:docMk/>
            <pc:sldMk cId="733426273" sldId="259"/>
            <ac:cxnSpMk id="13" creationId="{86017936-7C48-0453-B353-2C3C78C14F76}"/>
          </ac:cxnSpMkLst>
        </pc:cxnChg>
      </pc:sldChg>
      <pc:sldChg chg="addSp delSp modSp add mod modTransition modAnim">
        <pc:chgData name="Bart Bozon" userId="26c7e87d-a4c1-46b5-bd66-bae5a56eb03c" providerId="ADAL" clId="{E06602E6-6C6E-4463-9671-906A68A7DC73}" dt="2026-01-12T07:34:34.538" v="237" actId="1076"/>
        <pc:sldMkLst>
          <pc:docMk/>
          <pc:sldMk cId="2182176356" sldId="260"/>
        </pc:sldMkLst>
        <pc:spChg chg="mod">
          <ac:chgData name="Bart Bozon" userId="26c7e87d-a4c1-46b5-bd66-bae5a56eb03c" providerId="ADAL" clId="{E06602E6-6C6E-4463-9671-906A68A7DC73}" dt="2026-01-12T07:34:29.366" v="236" actId="20577"/>
          <ac:spMkLst>
            <pc:docMk/>
            <pc:sldMk cId="2182176356" sldId="260"/>
            <ac:spMk id="3" creationId="{9DAD5447-5E45-5D11-A8D4-D03515303F58}"/>
          </ac:spMkLst>
        </pc:spChg>
        <pc:spChg chg="add mod">
          <ac:chgData name="Bart Bozon" userId="26c7e87d-a4c1-46b5-bd66-bae5a56eb03c" providerId="ADAL" clId="{E06602E6-6C6E-4463-9671-906A68A7DC73}" dt="2026-01-12T07:32:30.915" v="183" actId="1076"/>
          <ac:spMkLst>
            <pc:docMk/>
            <pc:sldMk cId="2182176356" sldId="260"/>
            <ac:spMk id="7" creationId="{04BA48AC-14DB-2CD9-2360-19AE4D4B5A5F}"/>
          </ac:spMkLst>
        </pc:spChg>
        <pc:picChg chg="add mod">
          <ac:chgData name="Bart Bozon" userId="26c7e87d-a4c1-46b5-bd66-bae5a56eb03c" providerId="ADAL" clId="{E06602E6-6C6E-4463-9671-906A68A7DC73}" dt="2026-01-12T07:34:34.538" v="237" actId="1076"/>
          <ac:picMkLst>
            <pc:docMk/>
            <pc:sldMk cId="2182176356" sldId="260"/>
            <ac:picMk id="11" creationId="{9A7D7DDB-EDF8-69E6-BD11-D378777D94DF}"/>
          </ac:picMkLst>
        </pc:picChg>
      </pc:sldChg>
      <pc:sldChg chg="addSp modSp new mod">
        <pc:chgData name="Bart Bozon" userId="26c7e87d-a4c1-46b5-bd66-bae5a56eb03c" providerId="ADAL" clId="{E06602E6-6C6E-4463-9671-906A68A7DC73}" dt="2026-01-12T08:17:38.144" v="874" actId="1076"/>
        <pc:sldMkLst>
          <pc:docMk/>
          <pc:sldMk cId="2942890223" sldId="261"/>
        </pc:sldMkLst>
        <pc:spChg chg="mod">
          <ac:chgData name="Bart Bozon" userId="26c7e87d-a4c1-46b5-bd66-bae5a56eb03c" providerId="ADAL" clId="{E06602E6-6C6E-4463-9671-906A68A7DC73}" dt="2026-01-12T08:16:54.059" v="849" actId="20577"/>
          <ac:spMkLst>
            <pc:docMk/>
            <pc:sldMk cId="2942890223" sldId="261"/>
            <ac:spMk id="2" creationId="{5F2E0D30-18F3-F1B0-1E07-054BAD12AEFF}"/>
          </ac:spMkLst>
        </pc:spChg>
        <pc:spChg chg="mod">
          <ac:chgData name="Bart Bozon" userId="26c7e87d-a4c1-46b5-bd66-bae5a56eb03c" providerId="ADAL" clId="{E06602E6-6C6E-4463-9671-906A68A7DC73}" dt="2026-01-12T08:17:03.368" v="865" actId="20577"/>
          <ac:spMkLst>
            <pc:docMk/>
            <pc:sldMk cId="2942890223" sldId="261"/>
            <ac:spMk id="3" creationId="{001ABE87-F715-E56D-ECDD-A046AEEF9820}"/>
          </ac:spMkLst>
        </pc:spChg>
        <pc:spChg chg="add mod">
          <ac:chgData name="Bart Bozon" userId="26c7e87d-a4c1-46b5-bd66-bae5a56eb03c" providerId="ADAL" clId="{E06602E6-6C6E-4463-9671-906A68A7DC73}" dt="2026-01-12T08:17:38.144" v="874" actId="1076"/>
          <ac:spMkLst>
            <pc:docMk/>
            <pc:sldMk cId="2942890223" sldId="261"/>
            <ac:spMk id="5" creationId="{20FF3159-B028-A001-8962-66FBC629E9C1}"/>
          </ac:spMkLst>
        </pc:spChg>
        <pc:picChg chg="add mod">
          <ac:chgData name="Bart Bozon" userId="26c7e87d-a4c1-46b5-bd66-bae5a56eb03c" providerId="ADAL" clId="{E06602E6-6C6E-4463-9671-906A68A7DC73}" dt="2026-01-12T08:17:12.777" v="869" actId="1076"/>
          <ac:picMkLst>
            <pc:docMk/>
            <pc:sldMk cId="2942890223" sldId="261"/>
            <ac:picMk id="6146" creationId="{7AF22BFF-509C-E51D-1BAC-E00A081CE17F}"/>
          </ac:picMkLst>
        </pc:picChg>
      </pc:sldChg>
      <pc:sldChg chg="addSp delSp modSp add mod modTransition addAnim delAnim modAnim">
        <pc:chgData name="Bart Bozon" userId="26c7e87d-a4c1-46b5-bd66-bae5a56eb03c" providerId="ADAL" clId="{E06602E6-6C6E-4463-9671-906A68A7DC73}" dt="2026-01-12T07:44:45.019" v="460"/>
        <pc:sldMkLst>
          <pc:docMk/>
          <pc:sldMk cId="152741146" sldId="262"/>
        </pc:sldMkLst>
        <pc:spChg chg="mod">
          <ac:chgData name="Bart Bozon" userId="26c7e87d-a4c1-46b5-bd66-bae5a56eb03c" providerId="ADAL" clId="{E06602E6-6C6E-4463-9671-906A68A7DC73}" dt="2026-01-12T07:42:44.079" v="446" actId="20577"/>
          <ac:spMkLst>
            <pc:docMk/>
            <pc:sldMk cId="152741146" sldId="262"/>
            <ac:spMk id="3" creationId="{31EA2DF3-9EB2-2EA8-28A9-22496B34572B}"/>
          </ac:spMkLst>
        </pc:spChg>
        <pc:spChg chg="add mod">
          <ac:chgData name="Bart Bozon" userId="26c7e87d-a4c1-46b5-bd66-bae5a56eb03c" providerId="ADAL" clId="{E06602E6-6C6E-4463-9671-906A68A7DC73}" dt="2026-01-12T07:41:21.088" v="371" actId="1076"/>
          <ac:spMkLst>
            <pc:docMk/>
            <pc:sldMk cId="152741146" sldId="262"/>
            <ac:spMk id="8" creationId="{B59F0D6B-035E-97AA-CF18-5FE953B036D7}"/>
          </ac:spMkLst>
        </pc:spChg>
        <pc:picChg chg="add mod">
          <ac:chgData name="Bart Bozon" userId="26c7e87d-a4c1-46b5-bd66-bae5a56eb03c" providerId="ADAL" clId="{E06602E6-6C6E-4463-9671-906A68A7DC73}" dt="2026-01-12T07:42:34.043" v="433" actId="1076"/>
          <ac:picMkLst>
            <pc:docMk/>
            <pc:sldMk cId="152741146" sldId="262"/>
            <ac:picMk id="5" creationId="{8B851D70-EF4E-8FD1-79E4-B3B823DC32E8}"/>
          </ac:picMkLst>
        </pc:picChg>
        <pc:picChg chg="add mod">
          <ac:chgData name="Bart Bozon" userId="26c7e87d-a4c1-46b5-bd66-bae5a56eb03c" providerId="ADAL" clId="{E06602E6-6C6E-4463-9671-906A68A7DC73}" dt="2026-01-12T07:40:40.287" v="360" actId="1076"/>
          <ac:picMkLst>
            <pc:docMk/>
            <pc:sldMk cId="152741146" sldId="262"/>
            <ac:picMk id="3074" creationId="{DC9A4E3F-2607-0511-A046-A6A443DE9EEA}"/>
          </ac:picMkLst>
        </pc:picChg>
        <pc:picChg chg="add mod">
          <ac:chgData name="Bart Bozon" userId="26c7e87d-a4c1-46b5-bd66-bae5a56eb03c" providerId="ADAL" clId="{E06602E6-6C6E-4463-9671-906A68A7DC73}" dt="2026-01-12T07:40:36.051" v="358" actId="1076"/>
          <ac:picMkLst>
            <pc:docMk/>
            <pc:sldMk cId="152741146" sldId="262"/>
            <ac:picMk id="3076" creationId="{3E140606-EF24-35E7-CECA-F30C15824FED}"/>
          </ac:picMkLst>
        </pc:picChg>
      </pc:sldChg>
      <pc:sldChg chg="addSp delSp modSp add mod addAnim delAnim modAnim">
        <pc:chgData name="Bart Bozon" userId="26c7e87d-a4c1-46b5-bd66-bae5a56eb03c" providerId="ADAL" clId="{E06602E6-6C6E-4463-9671-906A68A7DC73}" dt="2026-01-12T08:39:39.392" v="1301" actId="20577"/>
        <pc:sldMkLst>
          <pc:docMk/>
          <pc:sldMk cId="310607548" sldId="263"/>
        </pc:sldMkLst>
        <pc:spChg chg="mod">
          <ac:chgData name="Bart Bozon" userId="26c7e87d-a4c1-46b5-bd66-bae5a56eb03c" providerId="ADAL" clId="{E06602E6-6C6E-4463-9671-906A68A7DC73}" dt="2026-01-12T08:39:39.392" v="1301" actId="20577"/>
          <ac:spMkLst>
            <pc:docMk/>
            <pc:sldMk cId="310607548" sldId="263"/>
            <ac:spMk id="3" creationId="{00A09ECC-B04B-08A9-B428-B5B90EA0F752}"/>
          </ac:spMkLst>
        </pc:spChg>
        <pc:spChg chg="add mod">
          <ac:chgData name="Bart Bozon" userId="26c7e87d-a4c1-46b5-bd66-bae5a56eb03c" providerId="ADAL" clId="{E06602E6-6C6E-4463-9671-906A68A7DC73}" dt="2026-01-12T07:50:55.338" v="639" actId="1076"/>
          <ac:spMkLst>
            <pc:docMk/>
            <pc:sldMk cId="310607548" sldId="263"/>
            <ac:spMk id="4" creationId="{9219B865-5917-9F6D-4D49-1A8A3FD5D531}"/>
          </ac:spMkLst>
        </pc:spChg>
        <pc:picChg chg="add mod">
          <ac:chgData name="Bart Bozon" userId="26c7e87d-a4c1-46b5-bd66-bae5a56eb03c" providerId="ADAL" clId="{E06602E6-6C6E-4463-9671-906A68A7DC73}" dt="2026-01-12T07:50:40.302" v="624" actId="1076"/>
          <ac:picMkLst>
            <pc:docMk/>
            <pc:sldMk cId="310607548" sldId="263"/>
            <ac:picMk id="4098" creationId="{C354FF05-F0D1-438F-26C7-B7EFEEEF4765}"/>
          </ac:picMkLst>
        </pc:picChg>
      </pc:sldChg>
      <pc:sldChg chg="addSp modSp new mod modAnim">
        <pc:chgData name="Bart Bozon" userId="26c7e87d-a4c1-46b5-bd66-bae5a56eb03c" providerId="ADAL" clId="{E06602E6-6C6E-4463-9671-906A68A7DC73}" dt="2026-01-13T10:53:08.864" v="3386" actId="208"/>
        <pc:sldMkLst>
          <pc:docMk/>
          <pc:sldMk cId="3010157916" sldId="264"/>
        </pc:sldMkLst>
        <pc:spChg chg="mod">
          <ac:chgData name="Bart Bozon" userId="26c7e87d-a4c1-46b5-bd66-bae5a56eb03c" providerId="ADAL" clId="{E06602E6-6C6E-4463-9671-906A68A7DC73}" dt="2026-01-12T07:53:29.546" v="663" actId="20577"/>
          <ac:spMkLst>
            <pc:docMk/>
            <pc:sldMk cId="3010157916" sldId="264"/>
            <ac:spMk id="2" creationId="{EB88F4C6-D023-854E-7611-BDF11C7F9B43}"/>
          </ac:spMkLst>
        </pc:spChg>
        <pc:spChg chg="mod">
          <ac:chgData name="Bart Bozon" userId="26c7e87d-a4c1-46b5-bd66-bae5a56eb03c" providerId="ADAL" clId="{E06602E6-6C6E-4463-9671-906A68A7DC73}" dt="2026-01-12T07:57:46.928" v="727" actId="1076"/>
          <ac:spMkLst>
            <pc:docMk/>
            <pc:sldMk cId="3010157916" sldId="264"/>
            <ac:spMk id="3" creationId="{28667FC7-23D4-A859-0C55-FD7D76F40E6D}"/>
          </ac:spMkLst>
        </pc:spChg>
        <pc:spChg chg="add mod">
          <ac:chgData name="Bart Bozon" userId="26c7e87d-a4c1-46b5-bd66-bae5a56eb03c" providerId="ADAL" clId="{E06602E6-6C6E-4463-9671-906A68A7DC73}" dt="2026-01-13T10:52:57.926" v="3385" actId="404"/>
          <ac:spMkLst>
            <pc:docMk/>
            <pc:sldMk cId="3010157916" sldId="264"/>
            <ac:spMk id="4" creationId="{784CDA74-81FE-F41B-3734-38CB96A6A1D1}"/>
          </ac:spMkLst>
        </pc:spChg>
        <pc:spChg chg="add mod">
          <ac:chgData name="Bart Bozon" userId="26c7e87d-a4c1-46b5-bd66-bae5a56eb03c" providerId="ADAL" clId="{E06602E6-6C6E-4463-9671-906A68A7DC73}" dt="2026-01-12T07:54:06.483" v="669" actId="1076"/>
          <ac:spMkLst>
            <pc:docMk/>
            <pc:sldMk cId="3010157916" sldId="264"/>
            <ac:spMk id="5" creationId="{CFEFCBC0-BD89-9530-1AB0-F5D2FB4A22C9}"/>
          </ac:spMkLst>
        </pc:spChg>
        <pc:spChg chg="add mod">
          <ac:chgData name="Bart Bozon" userId="26c7e87d-a4c1-46b5-bd66-bae5a56eb03c" providerId="ADAL" clId="{E06602E6-6C6E-4463-9671-906A68A7DC73}" dt="2026-01-12T07:57:57.196" v="729" actId="1076"/>
          <ac:spMkLst>
            <pc:docMk/>
            <pc:sldMk cId="3010157916" sldId="264"/>
            <ac:spMk id="7" creationId="{1F8BBAAD-C547-3F5A-C8A2-E12E90F96B10}"/>
          </ac:spMkLst>
        </pc:spChg>
        <pc:spChg chg="add mod">
          <ac:chgData name="Bart Bozon" userId="26c7e87d-a4c1-46b5-bd66-bae5a56eb03c" providerId="ADAL" clId="{E06602E6-6C6E-4463-9671-906A68A7DC73}" dt="2026-01-13T10:53:08.864" v="3386" actId="208"/>
          <ac:spMkLst>
            <pc:docMk/>
            <pc:sldMk cId="3010157916" sldId="264"/>
            <ac:spMk id="8" creationId="{A0E4C0E7-3B5E-5F36-9B90-3B52CCEA0D1A}"/>
          </ac:spMkLst>
        </pc:spChg>
        <pc:picChg chg="add mod">
          <ac:chgData name="Bart Bozon" userId="26c7e87d-a4c1-46b5-bd66-bae5a56eb03c" providerId="ADAL" clId="{E06602E6-6C6E-4463-9671-906A68A7DC73}" dt="2026-01-12T07:58:03.071" v="731" actId="14100"/>
          <ac:picMkLst>
            <pc:docMk/>
            <pc:sldMk cId="3010157916" sldId="264"/>
            <ac:picMk id="5122" creationId="{A3A79BE7-FCB8-B721-3A37-AEF4FC506686}"/>
          </ac:picMkLst>
        </pc:picChg>
      </pc:sldChg>
      <pc:sldChg chg="addSp delSp modSp add mod modAnim">
        <pc:chgData name="Bart Bozon" userId="26c7e87d-a4c1-46b5-bd66-bae5a56eb03c" providerId="ADAL" clId="{E06602E6-6C6E-4463-9671-906A68A7DC73}" dt="2026-01-12T08:24:18.705" v="927"/>
        <pc:sldMkLst>
          <pc:docMk/>
          <pc:sldMk cId="3492015385" sldId="265"/>
        </pc:sldMkLst>
        <pc:spChg chg="add mod">
          <ac:chgData name="Bart Bozon" userId="26c7e87d-a4c1-46b5-bd66-bae5a56eb03c" providerId="ADAL" clId="{E06602E6-6C6E-4463-9671-906A68A7DC73}" dt="2026-01-12T08:23:52.572" v="924" actId="1076"/>
          <ac:spMkLst>
            <pc:docMk/>
            <pc:sldMk cId="3492015385" sldId="265"/>
            <ac:spMk id="7" creationId="{F30AA672-19BA-FCCD-D18E-B1D196CD589B}"/>
          </ac:spMkLst>
        </pc:spChg>
        <pc:picChg chg="add mod">
          <ac:chgData name="Bart Bozon" userId="26c7e87d-a4c1-46b5-bd66-bae5a56eb03c" providerId="ADAL" clId="{E06602E6-6C6E-4463-9671-906A68A7DC73}" dt="2026-01-12T08:23:54.674" v="926" actId="1076"/>
          <ac:picMkLst>
            <pc:docMk/>
            <pc:sldMk cId="3492015385" sldId="265"/>
            <ac:picMk id="7170" creationId="{1603AE9D-332D-58B1-9130-9CE846CD023F}"/>
          </ac:picMkLst>
        </pc:picChg>
        <pc:picChg chg="add mod">
          <ac:chgData name="Bart Bozon" userId="26c7e87d-a4c1-46b5-bd66-bae5a56eb03c" providerId="ADAL" clId="{E06602E6-6C6E-4463-9671-906A68A7DC73}" dt="2026-01-12T08:23:29.725" v="903" actId="1076"/>
          <ac:picMkLst>
            <pc:docMk/>
            <pc:sldMk cId="3492015385" sldId="265"/>
            <ac:picMk id="7172" creationId="{88A12629-6FE2-E48C-59E1-9E25B217162A}"/>
          </ac:picMkLst>
        </pc:picChg>
      </pc:sldChg>
      <pc:sldChg chg="addSp delSp modSp add mod delAnim modAnim">
        <pc:chgData name="Bart Bozon" userId="26c7e87d-a4c1-46b5-bd66-bae5a56eb03c" providerId="ADAL" clId="{E06602E6-6C6E-4463-9671-906A68A7DC73}" dt="2026-02-05T16:15:00.365" v="7439" actId="478"/>
        <pc:sldMkLst>
          <pc:docMk/>
          <pc:sldMk cId="3540166621" sldId="268"/>
        </pc:sldMkLst>
        <pc:spChg chg="add mod">
          <ac:chgData name="Bart Bozon" userId="26c7e87d-a4c1-46b5-bd66-bae5a56eb03c" providerId="ADAL" clId="{E06602E6-6C6E-4463-9671-906A68A7DC73}" dt="2026-01-13T10:54:40.497" v="3447" actId="20577"/>
          <ac:spMkLst>
            <pc:docMk/>
            <pc:sldMk cId="3540166621" sldId="268"/>
            <ac:spMk id="2" creationId="{A5A811C9-6023-BB02-D892-97C3E1EA0296}"/>
          </ac:spMkLst>
        </pc:spChg>
        <pc:spChg chg="add mod">
          <ac:chgData name="Bart Bozon" userId="26c7e87d-a4c1-46b5-bd66-bae5a56eb03c" providerId="ADAL" clId="{E06602E6-6C6E-4463-9671-906A68A7DC73}" dt="2026-01-12T08:33:00.427" v="1094" actId="20577"/>
          <ac:spMkLst>
            <pc:docMk/>
            <pc:sldMk cId="3540166621" sldId="268"/>
            <ac:spMk id="12" creationId="{832DDAF6-E4B5-BB4E-520D-9619F303ABD8}"/>
          </ac:spMkLst>
        </pc:spChg>
        <pc:spChg chg="add mod">
          <ac:chgData name="Bart Bozon" userId="26c7e87d-a4c1-46b5-bd66-bae5a56eb03c" providerId="ADAL" clId="{E06602E6-6C6E-4463-9671-906A68A7DC73}" dt="2026-01-12T08:31:17.559" v="968" actId="1076"/>
          <ac:spMkLst>
            <pc:docMk/>
            <pc:sldMk cId="3540166621" sldId="268"/>
            <ac:spMk id="14" creationId="{7EDDE09C-86A8-F2E7-57BE-741460820126}"/>
          </ac:spMkLst>
        </pc:spChg>
        <pc:picChg chg="add del mod">
          <ac:chgData name="Bart Bozon" userId="26c7e87d-a4c1-46b5-bd66-bae5a56eb03c" providerId="ADAL" clId="{E06602E6-6C6E-4463-9671-906A68A7DC73}" dt="2026-02-05T16:14:57.022" v="7438" actId="478"/>
          <ac:picMkLst>
            <pc:docMk/>
            <pc:sldMk cId="3540166621" sldId="268"/>
            <ac:picMk id="8" creationId="{05ACBE56-746B-54AD-97C0-6EB2E5A8F162}"/>
          </ac:picMkLst>
        </pc:picChg>
        <pc:picChg chg="add mod">
          <ac:chgData name="Bart Bozon" userId="26c7e87d-a4c1-46b5-bd66-bae5a56eb03c" providerId="ADAL" clId="{E06602E6-6C6E-4463-9671-906A68A7DC73}" dt="2026-01-12T08:40:04.009" v="1302" actId="1076"/>
          <ac:picMkLst>
            <pc:docMk/>
            <pc:sldMk cId="3540166621" sldId="268"/>
            <ac:picMk id="10" creationId="{17075BC8-9DF1-5136-2827-A5B2EA208D8A}"/>
          </ac:picMkLst>
        </pc:picChg>
        <pc:picChg chg="mod">
          <ac:chgData name="Bart Bozon" userId="26c7e87d-a4c1-46b5-bd66-bae5a56eb03c" providerId="ADAL" clId="{E06602E6-6C6E-4463-9671-906A68A7DC73}" dt="2026-01-12T08:30:12.205" v="954" actId="1076"/>
          <ac:picMkLst>
            <pc:docMk/>
            <pc:sldMk cId="3540166621" sldId="268"/>
            <ac:picMk id="7172" creationId="{2D23EFD6-A501-749C-E473-87FF3520A220}"/>
          </ac:picMkLst>
        </pc:picChg>
      </pc:sldChg>
      <pc:sldChg chg="addSp delSp modSp new mod addAnim delAnim modAnim">
        <pc:chgData name="Bart Bozon" userId="26c7e87d-a4c1-46b5-bd66-bae5a56eb03c" providerId="ADAL" clId="{E06602E6-6C6E-4463-9671-906A68A7DC73}" dt="2026-02-05T16:15:21.707" v="7473" actId="20577"/>
        <pc:sldMkLst>
          <pc:docMk/>
          <pc:sldMk cId="1796622483" sldId="269"/>
        </pc:sldMkLst>
        <pc:spChg chg="mod">
          <ac:chgData name="Bart Bozon" userId="26c7e87d-a4c1-46b5-bd66-bae5a56eb03c" providerId="ADAL" clId="{E06602E6-6C6E-4463-9671-906A68A7DC73}" dt="2026-01-12T08:33:56.407" v="1100" actId="20577"/>
          <ac:spMkLst>
            <pc:docMk/>
            <pc:sldMk cId="1796622483" sldId="269"/>
            <ac:spMk id="2" creationId="{543DFE24-81C6-D8A4-4176-9D70B151B7DD}"/>
          </ac:spMkLst>
        </pc:spChg>
        <pc:spChg chg="mod">
          <ac:chgData name="Bart Bozon" userId="26c7e87d-a4c1-46b5-bd66-bae5a56eb03c" providerId="ADAL" clId="{E06602E6-6C6E-4463-9671-906A68A7DC73}" dt="2026-01-13T08:16:51.894" v="1985" actId="20577"/>
          <ac:spMkLst>
            <pc:docMk/>
            <pc:sldMk cId="1796622483" sldId="269"/>
            <ac:spMk id="3" creationId="{A835C730-87FB-9DFE-B6AC-8B0DC5589558}"/>
          </ac:spMkLst>
        </pc:spChg>
        <pc:spChg chg="add mod">
          <ac:chgData name="Bart Bozon" userId="26c7e87d-a4c1-46b5-bd66-bae5a56eb03c" providerId="ADAL" clId="{E06602E6-6C6E-4463-9671-906A68A7DC73}" dt="2026-01-13T09:54:55.074" v="2771" actId="14100"/>
          <ac:spMkLst>
            <pc:docMk/>
            <pc:sldMk cId="1796622483" sldId="269"/>
            <ac:spMk id="4" creationId="{5D99BE4F-2EA8-B9E8-59D5-DC204FB48647}"/>
          </ac:spMkLst>
        </pc:spChg>
        <pc:spChg chg="add mod">
          <ac:chgData name="Bart Bozon" userId="26c7e87d-a4c1-46b5-bd66-bae5a56eb03c" providerId="ADAL" clId="{E06602E6-6C6E-4463-9671-906A68A7DC73}" dt="2026-02-05T16:15:21.707" v="7473" actId="20577"/>
          <ac:spMkLst>
            <pc:docMk/>
            <pc:sldMk cId="1796622483" sldId="269"/>
            <ac:spMk id="5" creationId="{E2503791-5EB5-C322-1C0A-486CB37FBBAE}"/>
          </ac:spMkLst>
        </pc:spChg>
        <pc:spChg chg="add mod">
          <ac:chgData name="Bart Bozon" userId="26c7e87d-a4c1-46b5-bd66-bae5a56eb03c" providerId="ADAL" clId="{E06602E6-6C6E-4463-9671-906A68A7DC73}" dt="2026-01-13T09:57:00.766" v="3040" actId="20577"/>
          <ac:spMkLst>
            <pc:docMk/>
            <pc:sldMk cId="1796622483" sldId="269"/>
            <ac:spMk id="6" creationId="{03CDC466-995A-DA2B-3EDA-76F727380D65}"/>
          </ac:spMkLst>
        </pc:spChg>
        <pc:spChg chg="add mod">
          <ac:chgData name="Bart Bozon" userId="26c7e87d-a4c1-46b5-bd66-bae5a56eb03c" providerId="ADAL" clId="{E06602E6-6C6E-4463-9671-906A68A7DC73}" dt="2026-01-13T09:57:32.025" v="3122" actId="20577"/>
          <ac:spMkLst>
            <pc:docMk/>
            <pc:sldMk cId="1796622483" sldId="269"/>
            <ac:spMk id="7" creationId="{D8C4E650-0B89-3DD3-587B-CB43519B4B6E}"/>
          </ac:spMkLst>
        </pc:spChg>
        <pc:spChg chg="add mod">
          <ac:chgData name="Bart Bozon" userId="26c7e87d-a4c1-46b5-bd66-bae5a56eb03c" providerId="ADAL" clId="{E06602E6-6C6E-4463-9671-906A68A7DC73}" dt="2026-01-13T09:59:14.241" v="3213" actId="20577"/>
          <ac:spMkLst>
            <pc:docMk/>
            <pc:sldMk cId="1796622483" sldId="269"/>
            <ac:spMk id="8" creationId="{9707759D-2F7F-FFC2-5835-D750E4D2D007}"/>
          </ac:spMkLst>
        </pc:spChg>
      </pc:sldChg>
      <pc:sldChg chg="addSp delSp modSp add mod delAnim modAnim">
        <pc:chgData name="Bart Bozon" userId="26c7e87d-a4c1-46b5-bd66-bae5a56eb03c" providerId="ADAL" clId="{E06602E6-6C6E-4463-9671-906A68A7DC73}" dt="2026-01-24T09:53:22.410" v="7436" actId="20577"/>
        <pc:sldMkLst>
          <pc:docMk/>
          <pc:sldMk cId="492006141" sldId="270"/>
        </pc:sldMkLst>
        <pc:spChg chg="mod">
          <ac:chgData name="Bart Bozon" userId="26c7e87d-a4c1-46b5-bd66-bae5a56eb03c" providerId="ADAL" clId="{E06602E6-6C6E-4463-9671-906A68A7DC73}" dt="2026-01-12T09:09:43.587" v="1322" actId="20577"/>
          <ac:spMkLst>
            <pc:docMk/>
            <pc:sldMk cId="492006141" sldId="270"/>
            <ac:spMk id="2" creationId="{9A3D5B6F-8DBD-AC8F-494A-11DFFC22FF12}"/>
          </ac:spMkLst>
        </pc:spChg>
        <pc:spChg chg="add mod">
          <ac:chgData name="Bart Bozon" userId="26c7e87d-a4c1-46b5-bd66-bae5a56eb03c" providerId="ADAL" clId="{E06602E6-6C6E-4463-9671-906A68A7DC73}" dt="2026-01-24T09:53:22.410" v="7436" actId="20577"/>
          <ac:spMkLst>
            <pc:docMk/>
            <pc:sldMk cId="492006141" sldId="270"/>
            <ac:spMk id="3" creationId="{4BBCEA5A-78CC-CDF7-982F-AC8FBC4483F1}"/>
          </ac:spMkLst>
        </pc:spChg>
      </pc:sldChg>
      <pc:sldChg chg="addSp modSp add mod">
        <pc:chgData name="Bart Bozon" userId="26c7e87d-a4c1-46b5-bd66-bae5a56eb03c" providerId="ADAL" clId="{E06602E6-6C6E-4463-9671-906A68A7DC73}" dt="2026-01-13T08:21:55.244" v="2029" actId="1076"/>
        <pc:sldMkLst>
          <pc:docMk/>
          <pc:sldMk cId="2161937258" sldId="271"/>
        </pc:sldMkLst>
        <pc:spChg chg="mod">
          <ac:chgData name="Bart Bozon" userId="26c7e87d-a4c1-46b5-bd66-bae5a56eb03c" providerId="ADAL" clId="{E06602E6-6C6E-4463-9671-906A68A7DC73}" dt="2026-01-13T08:17:05.260" v="1995" actId="20577"/>
          <ac:spMkLst>
            <pc:docMk/>
            <pc:sldMk cId="2161937258" sldId="271"/>
            <ac:spMk id="2" creationId="{B8D06CFA-F548-1924-3305-FDC52A6A8603}"/>
          </ac:spMkLst>
        </pc:spChg>
        <pc:spChg chg="mod">
          <ac:chgData name="Bart Bozon" userId="26c7e87d-a4c1-46b5-bd66-bae5a56eb03c" providerId="ADAL" clId="{E06602E6-6C6E-4463-9671-906A68A7DC73}" dt="2026-01-13T08:17:14.352" v="2020" actId="20577"/>
          <ac:spMkLst>
            <pc:docMk/>
            <pc:sldMk cId="2161937258" sldId="271"/>
            <ac:spMk id="3" creationId="{72519C58-459D-E3F3-F0E9-C8F5501D6669}"/>
          </ac:spMkLst>
        </pc:spChg>
        <pc:spChg chg="add mod">
          <ac:chgData name="Bart Bozon" userId="26c7e87d-a4c1-46b5-bd66-bae5a56eb03c" providerId="ADAL" clId="{E06602E6-6C6E-4463-9671-906A68A7DC73}" dt="2026-01-13T08:21:55.244" v="2029" actId="1076"/>
          <ac:spMkLst>
            <pc:docMk/>
            <pc:sldMk cId="2161937258" sldId="271"/>
            <ac:spMk id="7" creationId="{63B62254-1E18-7601-7086-9E1DD26E0823}"/>
          </ac:spMkLst>
        </pc:spChg>
        <pc:picChg chg="add mod">
          <ac:chgData name="Bart Bozon" userId="26c7e87d-a4c1-46b5-bd66-bae5a56eb03c" providerId="ADAL" clId="{E06602E6-6C6E-4463-9671-906A68A7DC73}" dt="2026-01-13T08:21:32.380" v="2024" actId="1076"/>
          <ac:picMkLst>
            <pc:docMk/>
            <pc:sldMk cId="2161937258" sldId="271"/>
            <ac:picMk id="5" creationId="{0325BB76-31DB-9E30-24E4-5C909A11B844}"/>
          </ac:picMkLst>
        </pc:picChg>
      </pc:sldChg>
      <pc:sldChg chg="addSp delSp modSp add mod modTransition modAnim">
        <pc:chgData name="Bart Bozon" userId="26c7e87d-a4c1-46b5-bd66-bae5a56eb03c" providerId="ADAL" clId="{E06602E6-6C6E-4463-9671-906A68A7DC73}" dt="2026-01-13T11:00:22.520" v="3806"/>
        <pc:sldMkLst>
          <pc:docMk/>
          <pc:sldMk cId="4034391795" sldId="272"/>
        </pc:sldMkLst>
        <pc:spChg chg="add mod">
          <ac:chgData name="Bart Bozon" userId="26c7e87d-a4c1-46b5-bd66-bae5a56eb03c" providerId="ADAL" clId="{E06602E6-6C6E-4463-9671-906A68A7DC73}" dt="2026-01-13T10:55:29.339" v="3449" actId="14100"/>
          <ac:spMkLst>
            <pc:docMk/>
            <pc:sldMk cId="4034391795" sldId="272"/>
            <ac:spMk id="2" creationId="{B8014C5A-827E-9D54-1C13-2AF50E09F365}"/>
          </ac:spMkLst>
        </pc:spChg>
        <pc:spChg chg="add mod">
          <ac:chgData name="Bart Bozon" userId="26c7e87d-a4c1-46b5-bd66-bae5a56eb03c" providerId="ADAL" clId="{E06602E6-6C6E-4463-9671-906A68A7DC73}" dt="2026-01-13T08:23:28.333" v="2042" actId="207"/>
          <ac:spMkLst>
            <pc:docMk/>
            <pc:sldMk cId="4034391795" sldId="272"/>
            <ac:spMk id="10" creationId="{CB10CF9F-8744-ACD9-4A06-5417BFCDAC7E}"/>
          </ac:spMkLst>
        </pc:spChg>
        <pc:spChg chg="add mod">
          <ac:chgData name="Bart Bozon" userId="26c7e87d-a4c1-46b5-bd66-bae5a56eb03c" providerId="ADAL" clId="{E06602E6-6C6E-4463-9671-906A68A7DC73}" dt="2026-01-13T10:55:24.469" v="3448" actId="14100"/>
          <ac:spMkLst>
            <pc:docMk/>
            <pc:sldMk cId="4034391795" sldId="272"/>
            <ac:spMk id="14" creationId="{92918B0C-027D-42B3-F750-A30EF52B88D1}"/>
          </ac:spMkLst>
        </pc:spChg>
        <pc:picChg chg="mod">
          <ac:chgData name="Bart Bozon" userId="26c7e87d-a4c1-46b5-bd66-bae5a56eb03c" providerId="ADAL" clId="{E06602E6-6C6E-4463-9671-906A68A7DC73}" dt="2026-01-13T08:23:07.926" v="2039" actId="1076"/>
          <ac:picMkLst>
            <pc:docMk/>
            <pc:sldMk cId="4034391795" sldId="272"/>
            <ac:picMk id="5" creationId="{587F3074-01E2-B3E3-166D-BE952D4C79CD}"/>
          </ac:picMkLst>
        </pc:picChg>
        <pc:cxnChg chg="add mod">
          <ac:chgData name="Bart Bozon" userId="26c7e87d-a4c1-46b5-bd66-bae5a56eb03c" providerId="ADAL" clId="{E06602E6-6C6E-4463-9671-906A68A7DC73}" dt="2026-01-13T08:23:53.836" v="2045" actId="14100"/>
          <ac:cxnSpMkLst>
            <pc:docMk/>
            <pc:sldMk cId="4034391795" sldId="272"/>
            <ac:cxnSpMk id="12" creationId="{71ED11EB-F01F-7FA4-B14F-6D858804C692}"/>
          </ac:cxnSpMkLst>
        </pc:cxnChg>
      </pc:sldChg>
      <pc:sldChg chg="addSp delSp modSp add mod modAnim">
        <pc:chgData name="Bart Bozon" userId="26c7e87d-a4c1-46b5-bd66-bae5a56eb03c" providerId="ADAL" clId="{E06602E6-6C6E-4463-9671-906A68A7DC73}" dt="2026-01-13T11:00:28.054" v="3807"/>
        <pc:sldMkLst>
          <pc:docMk/>
          <pc:sldMk cId="3371381575" sldId="273"/>
        </pc:sldMkLst>
        <pc:spChg chg="add mod">
          <ac:chgData name="Bart Bozon" userId="26c7e87d-a4c1-46b5-bd66-bae5a56eb03c" providerId="ADAL" clId="{E06602E6-6C6E-4463-9671-906A68A7DC73}" dt="2026-01-13T10:50:56.608" v="3284" actId="14100"/>
          <ac:spMkLst>
            <pc:docMk/>
            <pc:sldMk cId="3371381575" sldId="273"/>
            <ac:spMk id="2" creationId="{7C368197-473C-215C-A61E-C5C357D9E687}"/>
          </ac:spMkLst>
        </pc:spChg>
        <pc:spChg chg="mod">
          <ac:chgData name="Bart Bozon" userId="26c7e87d-a4c1-46b5-bd66-bae5a56eb03c" providerId="ADAL" clId="{E06602E6-6C6E-4463-9671-906A68A7DC73}" dt="2026-01-13T08:28:05.321" v="2272" actId="1037"/>
          <ac:spMkLst>
            <pc:docMk/>
            <pc:sldMk cId="3371381575" sldId="273"/>
            <ac:spMk id="10" creationId="{4E008289-EE58-74C0-A75B-ACFA6AC1B582}"/>
          </ac:spMkLst>
        </pc:spChg>
        <pc:spChg chg="mod">
          <ac:chgData name="Bart Bozon" userId="26c7e87d-a4c1-46b5-bd66-bae5a56eb03c" providerId="ADAL" clId="{E06602E6-6C6E-4463-9671-906A68A7DC73}" dt="2026-01-13T08:29:50.458" v="2397" actId="20577"/>
          <ac:spMkLst>
            <pc:docMk/>
            <pc:sldMk cId="3371381575" sldId="273"/>
            <ac:spMk id="14" creationId="{ECEA2387-F32C-2476-AF24-7E247B92163E}"/>
          </ac:spMkLst>
        </pc:spChg>
        <pc:cxnChg chg="mod">
          <ac:chgData name="Bart Bozon" userId="26c7e87d-a4c1-46b5-bd66-bae5a56eb03c" providerId="ADAL" clId="{E06602E6-6C6E-4463-9671-906A68A7DC73}" dt="2026-01-13T08:28:05.321" v="2272" actId="1037"/>
          <ac:cxnSpMkLst>
            <pc:docMk/>
            <pc:sldMk cId="3371381575" sldId="273"/>
            <ac:cxnSpMk id="12" creationId="{B98999CB-B2CE-4CC4-4955-36A0D70DD0AC}"/>
          </ac:cxnSpMkLst>
        </pc:cxnChg>
      </pc:sldChg>
      <pc:sldChg chg="addSp delSp modSp add mod">
        <pc:chgData name="Bart Bozon" userId="26c7e87d-a4c1-46b5-bd66-bae5a56eb03c" providerId="ADAL" clId="{E06602E6-6C6E-4463-9671-906A68A7DC73}" dt="2026-01-13T10:44:53.006" v="3249" actId="1076"/>
        <pc:sldMkLst>
          <pc:docMk/>
          <pc:sldMk cId="1894895249" sldId="274"/>
        </pc:sldMkLst>
        <pc:spChg chg="mod">
          <ac:chgData name="Bart Bozon" userId="26c7e87d-a4c1-46b5-bd66-bae5a56eb03c" providerId="ADAL" clId="{E06602E6-6C6E-4463-9671-906A68A7DC73}" dt="2026-01-13T08:30:20.883" v="2417" actId="1035"/>
          <ac:spMkLst>
            <pc:docMk/>
            <pc:sldMk cId="1894895249" sldId="274"/>
            <ac:spMk id="10" creationId="{6C5F58C0-230B-41A1-5134-41186EAC5912}"/>
          </ac:spMkLst>
        </pc:spChg>
        <pc:spChg chg="add del mod">
          <ac:chgData name="Bart Bozon" userId="26c7e87d-a4c1-46b5-bd66-bae5a56eb03c" providerId="ADAL" clId="{E06602E6-6C6E-4463-9671-906A68A7DC73}" dt="2026-01-13T10:44:53.006" v="3249" actId="1076"/>
          <ac:spMkLst>
            <pc:docMk/>
            <pc:sldMk cId="1894895249" sldId="274"/>
            <ac:spMk id="15" creationId="{C37CF3E0-6504-196A-1295-13388989A4FD}"/>
          </ac:spMkLst>
        </pc:spChg>
        <pc:cxnChg chg="add del mod">
          <ac:chgData name="Bart Bozon" userId="26c7e87d-a4c1-46b5-bd66-bae5a56eb03c" providerId="ADAL" clId="{E06602E6-6C6E-4463-9671-906A68A7DC73}" dt="2026-01-13T10:44:29.870" v="3228" actId="478"/>
          <ac:cxnSpMkLst>
            <pc:docMk/>
            <pc:sldMk cId="1894895249" sldId="274"/>
            <ac:cxnSpMk id="12" creationId="{60B82DCF-5BDF-D247-6CC2-A726E45F1E69}"/>
          </ac:cxnSpMkLst>
        </pc:cxnChg>
      </pc:sldChg>
      <pc:sldChg chg="del">
        <pc:chgData name="Bart Bozon" userId="26c7e87d-a4c1-46b5-bd66-bae5a56eb03c" providerId="ADAL" clId="{E06602E6-6C6E-4463-9671-906A68A7DC73}" dt="2026-02-09T18:04:22.813" v="9756" actId="47"/>
        <pc:sldMkLst>
          <pc:docMk/>
          <pc:sldMk cId="3859767382" sldId="275"/>
        </pc:sldMkLst>
      </pc:sldChg>
      <pc:sldChg chg="del">
        <pc:chgData name="Bart Bozon" userId="26c7e87d-a4c1-46b5-bd66-bae5a56eb03c" providerId="ADAL" clId="{E06602E6-6C6E-4463-9671-906A68A7DC73}" dt="2026-02-09T18:04:22.813" v="9756" actId="47"/>
        <pc:sldMkLst>
          <pc:docMk/>
          <pc:sldMk cId="921957349" sldId="276"/>
        </pc:sldMkLst>
      </pc:sldChg>
      <pc:sldChg chg="del">
        <pc:chgData name="Bart Bozon" userId="26c7e87d-a4c1-46b5-bd66-bae5a56eb03c" providerId="ADAL" clId="{E06602E6-6C6E-4463-9671-906A68A7DC73}" dt="2026-02-09T18:04:22.813" v="9756" actId="47"/>
        <pc:sldMkLst>
          <pc:docMk/>
          <pc:sldMk cId="526298981" sldId="277"/>
        </pc:sldMkLst>
      </pc:sldChg>
      <pc:sldChg chg="del">
        <pc:chgData name="Bart Bozon" userId="26c7e87d-a4c1-46b5-bd66-bae5a56eb03c" providerId="ADAL" clId="{E06602E6-6C6E-4463-9671-906A68A7DC73}" dt="2026-02-09T18:04:22.813" v="9756" actId="47"/>
        <pc:sldMkLst>
          <pc:docMk/>
          <pc:sldMk cId="2156216180" sldId="278"/>
        </pc:sldMkLst>
      </pc:sldChg>
      <pc:sldChg chg="del">
        <pc:chgData name="Bart Bozon" userId="26c7e87d-a4c1-46b5-bd66-bae5a56eb03c" providerId="ADAL" clId="{E06602E6-6C6E-4463-9671-906A68A7DC73}" dt="2026-02-09T18:04:22.813" v="9756" actId="47"/>
        <pc:sldMkLst>
          <pc:docMk/>
          <pc:sldMk cId="1649402723" sldId="279"/>
        </pc:sldMkLst>
      </pc:sldChg>
      <pc:sldChg chg="del">
        <pc:chgData name="Bart Bozon" userId="26c7e87d-a4c1-46b5-bd66-bae5a56eb03c" providerId="ADAL" clId="{E06602E6-6C6E-4463-9671-906A68A7DC73}" dt="2026-02-09T18:04:22.813" v="9756" actId="47"/>
        <pc:sldMkLst>
          <pc:docMk/>
          <pc:sldMk cId="2482982009" sldId="280"/>
        </pc:sldMkLst>
      </pc:sldChg>
      <pc:sldChg chg="delSp add mod">
        <pc:chgData name="Bart Bozon" userId="26c7e87d-a4c1-46b5-bd66-bae5a56eb03c" providerId="ADAL" clId="{E06602E6-6C6E-4463-9671-906A68A7DC73}" dt="2026-01-13T10:42:22.523" v="3220" actId="478"/>
        <pc:sldMkLst>
          <pc:docMk/>
          <pc:sldMk cId="2712453921" sldId="283"/>
        </pc:sldMkLst>
      </pc:sldChg>
      <pc:sldChg chg="delSp add mod">
        <pc:chgData name="Bart Bozon" userId="26c7e87d-a4c1-46b5-bd66-bae5a56eb03c" providerId="ADAL" clId="{E06602E6-6C6E-4463-9671-906A68A7DC73}" dt="2026-01-13T10:42:28.139" v="3221" actId="478"/>
        <pc:sldMkLst>
          <pc:docMk/>
          <pc:sldMk cId="376106831" sldId="284"/>
        </pc:sldMkLst>
      </pc:sldChg>
      <pc:sldChg chg="delSp add mod">
        <pc:chgData name="Bart Bozon" userId="26c7e87d-a4c1-46b5-bd66-bae5a56eb03c" providerId="ADAL" clId="{E06602E6-6C6E-4463-9671-906A68A7DC73}" dt="2026-01-13T10:42:34.040" v="3222" actId="478"/>
        <pc:sldMkLst>
          <pc:docMk/>
          <pc:sldMk cId="647121445" sldId="285"/>
        </pc:sldMkLst>
      </pc:sldChg>
      <pc:sldChg chg="addSp delSp modSp add mod">
        <pc:chgData name="Bart Bozon" userId="26c7e87d-a4c1-46b5-bd66-bae5a56eb03c" providerId="ADAL" clId="{E06602E6-6C6E-4463-9671-906A68A7DC73}" dt="2026-01-13T10:46:06.899" v="3257" actId="167"/>
        <pc:sldMkLst>
          <pc:docMk/>
          <pc:sldMk cId="2451881735" sldId="286"/>
        </pc:sldMkLst>
        <pc:spChg chg="add mod">
          <ac:chgData name="Bart Bozon" userId="26c7e87d-a4c1-46b5-bd66-bae5a56eb03c" providerId="ADAL" clId="{E06602E6-6C6E-4463-9671-906A68A7DC73}" dt="2026-01-13T10:45:32.152" v="3253" actId="1076"/>
          <ac:spMkLst>
            <pc:docMk/>
            <pc:sldMk cId="2451881735" sldId="286"/>
            <ac:spMk id="5" creationId="{4E4A0F12-B243-7D22-36FB-C22B146CE87B}"/>
          </ac:spMkLst>
        </pc:spChg>
        <pc:spChg chg="add mod ord">
          <ac:chgData name="Bart Bozon" userId="26c7e87d-a4c1-46b5-bd66-bae5a56eb03c" providerId="ADAL" clId="{E06602E6-6C6E-4463-9671-906A68A7DC73}" dt="2026-01-13T10:46:06.899" v="3257" actId="167"/>
          <ac:spMkLst>
            <pc:docMk/>
            <pc:sldMk cId="2451881735" sldId="286"/>
            <ac:spMk id="8" creationId="{49AC506A-8118-6CEA-61B6-32F6BA6ACBB8}"/>
          </ac:spMkLst>
        </pc:spChg>
        <pc:picChg chg="add mod">
          <ac:chgData name="Bart Bozon" userId="26c7e87d-a4c1-46b5-bd66-bae5a56eb03c" providerId="ADAL" clId="{E06602E6-6C6E-4463-9671-906A68A7DC73}" dt="2026-01-13T10:44:15.156" v="3225" actId="1076"/>
          <ac:picMkLst>
            <pc:docMk/>
            <pc:sldMk cId="2451881735" sldId="286"/>
            <ac:picMk id="3" creationId="{52FE84D0-6212-96BC-43AA-D4114BAB98EC}"/>
          </ac:picMkLst>
        </pc:picChg>
        <pc:picChg chg="mod">
          <ac:chgData name="Bart Bozon" userId="26c7e87d-a4c1-46b5-bd66-bae5a56eb03c" providerId="ADAL" clId="{E06602E6-6C6E-4463-9671-906A68A7DC73}" dt="2026-01-13T10:45:27.362" v="3252" actId="1076"/>
          <ac:picMkLst>
            <pc:docMk/>
            <pc:sldMk cId="2451881735" sldId="286"/>
            <ac:picMk id="2050" creationId="{E9835718-A8DF-CAB0-F14C-CBD0F955CA12}"/>
          </ac:picMkLst>
        </pc:picChg>
        <pc:cxnChg chg="add mod">
          <ac:chgData name="Bart Bozon" userId="26c7e87d-a4c1-46b5-bd66-bae5a56eb03c" providerId="ADAL" clId="{E06602E6-6C6E-4463-9671-906A68A7DC73}" dt="2026-01-13T10:45:47.423" v="3255" actId="14100"/>
          <ac:cxnSpMkLst>
            <pc:docMk/>
            <pc:sldMk cId="2451881735" sldId="286"/>
            <ac:cxnSpMk id="6" creationId="{CA1A8F00-520D-B6CC-0780-51D9E5B62541}"/>
          </ac:cxnSpMkLst>
        </pc:cxnChg>
      </pc:sldChg>
      <pc:sldChg chg="addSp delSp modSp add mod ord delAnim modAnim">
        <pc:chgData name="Bart Bozon" userId="26c7e87d-a4c1-46b5-bd66-bae5a56eb03c" providerId="ADAL" clId="{E06602E6-6C6E-4463-9671-906A68A7DC73}" dt="2026-01-22T15:38:58.489" v="6034" actId="478"/>
        <pc:sldMkLst>
          <pc:docMk/>
          <pc:sldMk cId="2722850894" sldId="287"/>
        </pc:sldMkLst>
        <pc:spChg chg="add mod">
          <ac:chgData name="Bart Bozon" userId="26c7e87d-a4c1-46b5-bd66-bae5a56eb03c" providerId="ADAL" clId="{E06602E6-6C6E-4463-9671-906A68A7DC73}" dt="2026-01-13T11:05:36.052" v="3982" actId="21"/>
          <ac:spMkLst>
            <pc:docMk/>
            <pc:sldMk cId="2722850894" sldId="287"/>
            <ac:spMk id="2" creationId="{BE4868C4-A58E-C772-14D1-139D91939D72}"/>
          </ac:spMkLst>
        </pc:spChg>
        <pc:spChg chg="add mod">
          <ac:chgData name="Bart Bozon" userId="26c7e87d-a4c1-46b5-bd66-bae5a56eb03c" providerId="ADAL" clId="{E06602E6-6C6E-4463-9671-906A68A7DC73}" dt="2026-01-13T11:01:26.438" v="3855" actId="1038"/>
          <ac:spMkLst>
            <pc:docMk/>
            <pc:sldMk cId="2722850894" sldId="287"/>
            <ac:spMk id="3" creationId="{9833DD38-4D8F-3449-9E70-325878ABF75E}"/>
          </ac:spMkLst>
        </pc:spChg>
        <pc:spChg chg="add mod">
          <ac:chgData name="Bart Bozon" userId="26c7e87d-a4c1-46b5-bd66-bae5a56eb03c" providerId="ADAL" clId="{E06602E6-6C6E-4463-9671-906A68A7DC73}" dt="2026-01-22T15:37:01.356" v="6012"/>
          <ac:spMkLst>
            <pc:docMk/>
            <pc:sldMk cId="2722850894" sldId="287"/>
            <ac:spMk id="4" creationId="{98FF9881-E340-864E-7CF8-83D7AEA6DCEA}"/>
          </ac:spMkLst>
        </pc:spChg>
        <pc:spChg chg="add mod">
          <ac:chgData name="Bart Bozon" userId="26c7e87d-a4c1-46b5-bd66-bae5a56eb03c" providerId="ADAL" clId="{E06602E6-6C6E-4463-9671-906A68A7DC73}" dt="2026-01-13T11:08:26.446" v="4092" actId="14100"/>
          <ac:spMkLst>
            <pc:docMk/>
            <pc:sldMk cId="2722850894" sldId="287"/>
            <ac:spMk id="9" creationId="{7B1A1361-FE66-9194-3A43-63CFC4064A4A}"/>
          </ac:spMkLst>
        </pc:spChg>
        <pc:spChg chg="mod">
          <ac:chgData name="Bart Bozon" userId="26c7e87d-a4c1-46b5-bd66-bae5a56eb03c" providerId="ADAL" clId="{E06602E6-6C6E-4463-9671-906A68A7DC73}" dt="2026-01-13T11:01:26.438" v="3855" actId="1038"/>
          <ac:spMkLst>
            <pc:docMk/>
            <pc:sldMk cId="2722850894" sldId="287"/>
            <ac:spMk id="10" creationId="{12F4FAC0-1F2C-65F4-9C72-A004BE07A491}"/>
          </ac:spMkLst>
        </pc:spChg>
        <pc:picChg chg="add mod">
          <ac:chgData name="Bart Bozon" userId="26c7e87d-a4c1-46b5-bd66-bae5a56eb03c" providerId="ADAL" clId="{E06602E6-6C6E-4463-9671-906A68A7DC73}" dt="2026-01-13T11:06:35.972" v="3988" actId="1076"/>
          <ac:picMkLst>
            <pc:docMk/>
            <pc:sldMk cId="2722850894" sldId="287"/>
            <ac:picMk id="8" creationId="{FBA7F082-A9AF-270A-D622-614678F17A32}"/>
          </ac:picMkLst>
        </pc:picChg>
        <pc:cxnChg chg="mod">
          <ac:chgData name="Bart Bozon" userId="26c7e87d-a4c1-46b5-bd66-bae5a56eb03c" providerId="ADAL" clId="{E06602E6-6C6E-4463-9671-906A68A7DC73}" dt="2026-01-13T11:01:26.438" v="3855" actId="1038"/>
          <ac:cxnSpMkLst>
            <pc:docMk/>
            <pc:sldMk cId="2722850894" sldId="287"/>
            <ac:cxnSpMk id="12" creationId="{B257A57C-B7EA-2621-5651-108BF8A68F82}"/>
          </ac:cxnSpMkLst>
        </pc:cxnChg>
      </pc:sldChg>
      <pc:sldChg chg="modSp add mod ord">
        <pc:chgData name="Bart Bozon" userId="26c7e87d-a4c1-46b5-bd66-bae5a56eb03c" providerId="ADAL" clId="{E06602E6-6C6E-4463-9671-906A68A7DC73}" dt="2026-01-13T14:07:37.647" v="5706" actId="20577"/>
        <pc:sldMkLst>
          <pc:docMk/>
          <pc:sldMk cId="4044018586" sldId="288"/>
        </pc:sldMkLst>
        <pc:spChg chg="mod">
          <ac:chgData name="Bart Bozon" userId="26c7e87d-a4c1-46b5-bd66-bae5a56eb03c" providerId="ADAL" clId="{E06602E6-6C6E-4463-9671-906A68A7DC73}" dt="2026-01-13T11:01:05.885" v="3830" actId="1035"/>
          <ac:spMkLst>
            <pc:docMk/>
            <pc:sldMk cId="4044018586" sldId="288"/>
            <ac:spMk id="10" creationId="{8954296F-897A-A182-9C40-C59E3D8AD35B}"/>
          </ac:spMkLst>
        </pc:spChg>
        <pc:spChg chg="mod">
          <ac:chgData name="Bart Bozon" userId="26c7e87d-a4c1-46b5-bd66-bae5a56eb03c" providerId="ADAL" clId="{E06602E6-6C6E-4463-9671-906A68A7DC73}" dt="2026-01-13T14:07:37.647" v="5706" actId="20577"/>
          <ac:spMkLst>
            <pc:docMk/>
            <pc:sldMk cId="4044018586" sldId="288"/>
            <ac:spMk id="15" creationId="{B92CAC78-2F7F-D808-2186-03EF62C257FF}"/>
          </ac:spMkLst>
        </pc:spChg>
        <pc:cxnChg chg="mod">
          <ac:chgData name="Bart Bozon" userId="26c7e87d-a4c1-46b5-bd66-bae5a56eb03c" providerId="ADAL" clId="{E06602E6-6C6E-4463-9671-906A68A7DC73}" dt="2026-01-13T11:01:05.885" v="3830" actId="1035"/>
          <ac:cxnSpMkLst>
            <pc:docMk/>
            <pc:sldMk cId="4044018586" sldId="288"/>
            <ac:cxnSpMk id="12" creationId="{CA3E2168-3737-B587-E756-B0340BB48C92}"/>
          </ac:cxnSpMkLst>
        </pc:cxnChg>
      </pc:sldChg>
      <pc:sldChg chg="addSp modSp add mod modAnim">
        <pc:chgData name="Bart Bozon" userId="26c7e87d-a4c1-46b5-bd66-bae5a56eb03c" providerId="ADAL" clId="{E06602E6-6C6E-4463-9671-906A68A7DC73}" dt="2026-01-13T11:03:24.541" v="3946"/>
        <pc:sldMkLst>
          <pc:docMk/>
          <pc:sldMk cId="1052111985" sldId="289"/>
        </pc:sldMkLst>
        <pc:spChg chg="mod">
          <ac:chgData name="Bart Bozon" userId="26c7e87d-a4c1-46b5-bd66-bae5a56eb03c" providerId="ADAL" clId="{E06602E6-6C6E-4463-9671-906A68A7DC73}" dt="2026-01-13T11:02:47.329" v="3905" actId="1076"/>
          <ac:spMkLst>
            <pc:docMk/>
            <pc:sldMk cId="1052111985" sldId="289"/>
            <ac:spMk id="2" creationId="{330FB00A-764E-FFF7-9DEE-6B71B4D5B431}"/>
          </ac:spMkLst>
        </pc:spChg>
        <pc:spChg chg="mod">
          <ac:chgData name="Bart Bozon" userId="26c7e87d-a4c1-46b5-bd66-bae5a56eb03c" providerId="ADAL" clId="{E06602E6-6C6E-4463-9671-906A68A7DC73}" dt="2026-01-13T11:03:11.227" v="3944" actId="1076"/>
          <ac:spMkLst>
            <pc:docMk/>
            <pc:sldMk cId="1052111985" sldId="289"/>
            <ac:spMk id="3" creationId="{A6F4F6F2-76AD-F7C0-6878-B5AE2103C137}"/>
          </ac:spMkLst>
        </pc:spChg>
        <pc:spChg chg="add mod">
          <ac:chgData name="Bart Bozon" userId="26c7e87d-a4c1-46b5-bd66-bae5a56eb03c" providerId="ADAL" clId="{E06602E6-6C6E-4463-9671-906A68A7DC73}" dt="2026-01-13T11:02:43.861" v="3904" actId="1076"/>
          <ac:spMkLst>
            <pc:docMk/>
            <pc:sldMk cId="1052111985" sldId="289"/>
            <ac:spMk id="7" creationId="{C5D4D861-6CA0-09D2-CA0E-E401CD907B44}"/>
          </ac:spMkLst>
        </pc:spChg>
        <pc:spChg chg="mod">
          <ac:chgData name="Bart Bozon" userId="26c7e87d-a4c1-46b5-bd66-bae5a56eb03c" providerId="ADAL" clId="{E06602E6-6C6E-4463-9671-906A68A7DC73}" dt="2026-01-13T11:01:47.823" v="3873" actId="14100"/>
          <ac:spMkLst>
            <pc:docMk/>
            <pc:sldMk cId="1052111985" sldId="289"/>
            <ac:spMk id="10" creationId="{B392C2BF-42D2-5021-83CE-0CB4DAB36897}"/>
          </ac:spMkLst>
        </pc:spChg>
        <pc:cxnChg chg="mod">
          <ac:chgData name="Bart Bozon" userId="26c7e87d-a4c1-46b5-bd66-bae5a56eb03c" providerId="ADAL" clId="{E06602E6-6C6E-4463-9671-906A68A7DC73}" dt="2026-01-13T11:02:51.758" v="3906" actId="14100"/>
          <ac:cxnSpMkLst>
            <pc:docMk/>
            <pc:sldMk cId="1052111985" sldId="289"/>
            <ac:cxnSpMk id="12" creationId="{12F1E40A-7C57-6F4B-99CD-63FF562613A8}"/>
          </ac:cxnSpMkLst>
        </pc:cxnChg>
      </pc:sldChg>
      <pc:sldChg chg="modSp add mod">
        <pc:chgData name="Bart Bozon" userId="26c7e87d-a4c1-46b5-bd66-bae5a56eb03c" providerId="ADAL" clId="{E06602E6-6C6E-4463-9671-906A68A7DC73}" dt="2026-01-22T15:39:53.376" v="6093" actId="6549"/>
        <pc:sldMkLst>
          <pc:docMk/>
          <pc:sldMk cId="2662355897" sldId="291"/>
        </pc:sldMkLst>
        <pc:spChg chg="mod">
          <ac:chgData name="Bart Bozon" userId="26c7e87d-a4c1-46b5-bd66-bae5a56eb03c" providerId="ADAL" clId="{E06602E6-6C6E-4463-9671-906A68A7DC73}" dt="2026-01-22T15:39:53.376" v="6093" actId="6549"/>
          <ac:spMkLst>
            <pc:docMk/>
            <pc:sldMk cId="2662355897" sldId="291"/>
            <ac:spMk id="2" creationId="{75D1D2DB-41ED-886D-A29C-BCDC882D5F27}"/>
          </ac:spMkLst>
        </pc:spChg>
      </pc:sldChg>
      <pc:sldChg chg="addSp delSp modSp new mod ord">
        <pc:chgData name="Bart Bozon" userId="26c7e87d-a4c1-46b5-bd66-bae5a56eb03c" providerId="ADAL" clId="{E06602E6-6C6E-4463-9671-906A68A7DC73}" dt="2026-01-22T15:39:16.579" v="6036"/>
        <pc:sldMkLst>
          <pc:docMk/>
          <pc:sldMk cId="3541771609" sldId="292"/>
        </pc:sldMkLst>
        <pc:spChg chg="mod">
          <ac:chgData name="Bart Bozon" userId="26c7e87d-a4c1-46b5-bd66-bae5a56eb03c" providerId="ADAL" clId="{E06602E6-6C6E-4463-9671-906A68A7DC73}" dt="2026-01-13T11:24:07.547" v="4202" actId="20577"/>
          <ac:spMkLst>
            <pc:docMk/>
            <pc:sldMk cId="3541771609" sldId="292"/>
            <ac:spMk id="2" creationId="{DAB985F0-2B92-BB05-CC56-C22A3646BB30}"/>
          </ac:spMkLst>
        </pc:spChg>
        <pc:spChg chg="add mod">
          <ac:chgData name="Bart Bozon" userId="26c7e87d-a4c1-46b5-bd66-bae5a56eb03c" providerId="ADAL" clId="{E06602E6-6C6E-4463-9671-906A68A7DC73}" dt="2026-01-13T11:27:08.561" v="4278" actId="1076"/>
          <ac:spMkLst>
            <pc:docMk/>
            <pc:sldMk cId="3541771609" sldId="292"/>
            <ac:spMk id="12" creationId="{53FBEC4F-DE75-E9D2-741F-41CC38CFD903}"/>
          </ac:spMkLst>
        </pc:spChg>
        <pc:spChg chg="add mod">
          <ac:chgData name="Bart Bozon" userId="26c7e87d-a4c1-46b5-bd66-bae5a56eb03c" providerId="ADAL" clId="{E06602E6-6C6E-4463-9671-906A68A7DC73}" dt="2026-01-13T11:29:03.264" v="4313" actId="1076"/>
          <ac:spMkLst>
            <pc:docMk/>
            <pc:sldMk cId="3541771609" sldId="292"/>
            <ac:spMk id="15" creationId="{B2BE22F5-1D29-801F-6898-3EF5FF6423A8}"/>
          </ac:spMkLst>
        </pc:spChg>
        <pc:picChg chg="add mod">
          <ac:chgData name="Bart Bozon" userId="26c7e87d-a4c1-46b5-bd66-bae5a56eb03c" providerId="ADAL" clId="{E06602E6-6C6E-4463-9671-906A68A7DC73}" dt="2026-01-13T11:26:46.376" v="4249" actId="1076"/>
          <ac:picMkLst>
            <pc:docMk/>
            <pc:sldMk cId="3541771609" sldId="292"/>
            <ac:picMk id="9" creationId="{FC1E69FA-6289-6EBF-D75A-5D23181B64A3}"/>
          </ac:picMkLst>
        </pc:picChg>
        <pc:picChg chg="add mod">
          <ac:chgData name="Bart Bozon" userId="26c7e87d-a4c1-46b5-bd66-bae5a56eb03c" providerId="ADAL" clId="{E06602E6-6C6E-4463-9671-906A68A7DC73}" dt="2026-01-13T11:26:46.376" v="4249" actId="1076"/>
          <ac:picMkLst>
            <pc:docMk/>
            <pc:sldMk cId="3541771609" sldId="292"/>
            <ac:picMk id="10" creationId="{41F8D1AD-D283-2D8B-2769-002850251C6C}"/>
          </ac:picMkLst>
        </pc:picChg>
        <pc:picChg chg="add mod">
          <ac:chgData name="Bart Bozon" userId="26c7e87d-a4c1-46b5-bd66-bae5a56eb03c" providerId="ADAL" clId="{E06602E6-6C6E-4463-9671-906A68A7DC73}" dt="2026-01-13T11:26:46.376" v="4249" actId="1076"/>
          <ac:picMkLst>
            <pc:docMk/>
            <pc:sldMk cId="3541771609" sldId="292"/>
            <ac:picMk id="11" creationId="{63B18288-F10A-4BEB-D70E-3CB27E55E3CE}"/>
          </ac:picMkLst>
        </pc:picChg>
        <pc:cxnChg chg="add mod">
          <ac:chgData name="Bart Bozon" userId="26c7e87d-a4c1-46b5-bd66-bae5a56eb03c" providerId="ADAL" clId="{E06602E6-6C6E-4463-9671-906A68A7DC73}" dt="2026-01-13T11:28:18.511" v="4280" actId="17032"/>
          <ac:cxnSpMkLst>
            <pc:docMk/>
            <pc:sldMk cId="3541771609" sldId="292"/>
            <ac:cxnSpMk id="14" creationId="{CD18C70E-31B4-FC0C-6484-D9C593C841EC}"/>
          </ac:cxnSpMkLst>
        </pc:cxnChg>
        <pc:cxnChg chg="add mod">
          <ac:chgData name="Bart Bozon" userId="26c7e87d-a4c1-46b5-bd66-bae5a56eb03c" providerId="ADAL" clId="{E06602E6-6C6E-4463-9671-906A68A7DC73}" dt="2026-01-13T11:28:45.169" v="4284" actId="14100"/>
          <ac:cxnSpMkLst>
            <pc:docMk/>
            <pc:sldMk cId="3541771609" sldId="292"/>
            <ac:cxnSpMk id="16" creationId="{22A1A58E-8F28-8E49-9D0D-8CC32FBCCD49}"/>
          </ac:cxnSpMkLst>
        </pc:cxnChg>
      </pc:sldChg>
      <pc:sldChg chg="addSp delSp modSp add mod ord modTransition delAnim modAnim">
        <pc:chgData name="Bart Bozon" userId="26c7e87d-a4c1-46b5-bd66-bae5a56eb03c" providerId="ADAL" clId="{E06602E6-6C6E-4463-9671-906A68A7DC73}" dt="2026-01-22T15:39:16.579" v="6036"/>
        <pc:sldMkLst>
          <pc:docMk/>
          <pc:sldMk cId="3336620154" sldId="293"/>
        </pc:sldMkLst>
        <pc:spChg chg="mod">
          <ac:chgData name="Bart Bozon" userId="26c7e87d-a4c1-46b5-bd66-bae5a56eb03c" providerId="ADAL" clId="{E06602E6-6C6E-4463-9671-906A68A7DC73}" dt="2026-01-13T11:33:59.970" v="4383" actId="1076"/>
          <ac:spMkLst>
            <pc:docMk/>
            <pc:sldMk cId="3336620154" sldId="293"/>
            <ac:spMk id="12" creationId="{65A5199F-2106-D173-D3FB-3F47AAC89257}"/>
          </ac:spMkLst>
        </pc:spChg>
        <pc:spChg chg="mod">
          <ac:chgData name="Bart Bozon" userId="26c7e87d-a4c1-46b5-bd66-bae5a56eb03c" providerId="ADAL" clId="{E06602E6-6C6E-4463-9671-906A68A7DC73}" dt="2026-01-13T11:32:47.472" v="4379" actId="1038"/>
          <ac:spMkLst>
            <pc:docMk/>
            <pc:sldMk cId="3336620154" sldId="293"/>
            <ac:spMk id="15" creationId="{CD071233-D946-961D-1EE1-7D60B03FC94D}"/>
          </ac:spMkLst>
        </pc:spChg>
        <pc:picChg chg="mod">
          <ac:chgData name="Bart Bozon" userId="26c7e87d-a4c1-46b5-bd66-bae5a56eb03c" providerId="ADAL" clId="{E06602E6-6C6E-4463-9671-906A68A7DC73}" dt="2026-01-13T11:32:47.472" v="4379" actId="1038"/>
          <ac:picMkLst>
            <pc:docMk/>
            <pc:sldMk cId="3336620154" sldId="293"/>
            <ac:picMk id="9" creationId="{5211A814-25F4-B0FA-B0F9-9540F800BB2B}"/>
          </ac:picMkLst>
        </pc:picChg>
        <pc:picChg chg="mod">
          <ac:chgData name="Bart Bozon" userId="26c7e87d-a4c1-46b5-bd66-bae5a56eb03c" providerId="ADAL" clId="{E06602E6-6C6E-4463-9671-906A68A7DC73}" dt="2026-01-13T11:32:47.472" v="4379" actId="1038"/>
          <ac:picMkLst>
            <pc:docMk/>
            <pc:sldMk cId="3336620154" sldId="293"/>
            <ac:picMk id="10" creationId="{6053A838-9EFC-3DF7-29F3-E88E857E4B63}"/>
          </ac:picMkLst>
        </pc:picChg>
        <pc:picChg chg="mod">
          <ac:chgData name="Bart Bozon" userId="26c7e87d-a4c1-46b5-bd66-bae5a56eb03c" providerId="ADAL" clId="{E06602E6-6C6E-4463-9671-906A68A7DC73}" dt="2026-01-13T11:32:47.472" v="4379" actId="1038"/>
          <ac:picMkLst>
            <pc:docMk/>
            <pc:sldMk cId="3336620154" sldId="293"/>
            <ac:picMk id="11" creationId="{736D209F-1C25-9EE1-B57F-B9CFD807468D}"/>
          </ac:picMkLst>
        </pc:picChg>
        <pc:picChg chg="add mod">
          <ac:chgData name="Bart Bozon" userId="26c7e87d-a4c1-46b5-bd66-bae5a56eb03c" providerId="ADAL" clId="{E06602E6-6C6E-4463-9671-906A68A7DC73}" dt="2026-01-13T11:39:29.203" v="4402" actId="1037"/>
          <ac:picMkLst>
            <pc:docMk/>
            <pc:sldMk cId="3336620154" sldId="293"/>
            <ac:picMk id="13" creationId="{DAC987D5-406B-26C8-D0CF-207769C20964}"/>
          </ac:picMkLst>
        </pc:picChg>
        <pc:cxnChg chg="mod">
          <ac:chgData name="Bart Bozon" userId="26c7e87d-a4c1-46b5-bd66-bae5a56eb03c" providerId="ADAL" clId="{E06602E6-6C6E-4463-9671-906A68A7DC73}" dt="2026-01-13T11:34:02.541" v="4384" actId="14100"/>
          <ac:cxnSpMkLst>
            <pc:docMk/>
            <pc:sldMk cId="3336620154" sldId="293"/>
            <ac:cxnSpMk id="14" creationId="{A0027CE6-C3DF-389F-B889-410423FC26FB}"/>
          </ac:cxnSpMkLst>
        </pc:cxnChg>
        <pc:cxnChg chg="mod">
          <ac:chgData name="Bart Bozon" userId="26c7e87d-a4c1-46b5-bd66-bae5a56eb03c" providerId="ADAL" clId="{E06602E6-6C6E-4463-9671-906A68A7DC73}" dt="2026-01-13T11:32:47.472" v="4379" actId="1038"/>
          <ac:cxnSpMkLst>
            <pc:docMk/>
            <pc:sldMk cId="3336620154" sldId="293"/>
            <ac:cxnSpMk id="16" creationId="{CDD5186B-CBC0-CF77-DE3F-262C8C4A3BD7}"/>
          </ac:cxnSpMkLst>
        </pc:cxnChg>
      </pc:sldChg>
      <pc:sldChg chg="modSp add mod modTransition modAnim">
        <pc:chgData name="Bart Bozon" userId="26c7e87d-a4c1-46b5-bd66-bae5a56eb03c" providerId="ADAL" clId="{E06602E6-6C6E-4463-9671-906A68A7DC73}" dt="2026-01-22T15:45:33.414" v="6096" actId="20577"/>
        <pc:sldMkLst>
          <pc:docMk/>
          <pc:sldMk cId="2739346773" sldId="294"/>
        </pc:sldMkLst>
        <pc:spChg chg="mod">
          <ac:chgData name="Bart Bozon" userId="26c7e87d-a4c1-46b5-bd66-bae5a56eb03c" providerId="ADAL" clId="{E06602E6-6C6E-4463-9671-906A68A7DC73}" dt="2026-01-22T15:45:33.414" v="6096" actId="20577"/>
          <ac:spMkLst>
            <pc:docMk/>
            <pc:sldMk cId="2739346773" sldId="294"/>
            <ac:spMk id="3" creationId="{77635C3A-5791-6ABE-9150-DF2BA63FAF82}"/>
          </ac:spMkLst>
        </pc:spChg>
      </pc:sldChg>
      <pc:sldChg chg="addSp delSp modSp new mod">
        <pc:chgData name="Bart Bozon" userId="26c7e87d-a4c1-46b5-bd66-bae5a56eb03c" providerId="ADAL" clId="{E06602E6-6C6E-4463-9671-906A68A7DC73}" dt="2026-01-13T13:02:38.098" v="4774" actId="20577"/>
        <pc:sldMkLst>
          <pc:docMk/>
          <pc:sldMk cId="3331425963" sldId="295"/>
        </pc:sldMkLst>
        <pc:spChg chg="mod">
          <ac:chgData name="Bart Bozon" userId="26c7e87d-a4c1-46b5-bd66-bae5a56eb03c" providerId="ADAL" clId="{E06602E6-6C6E-4463-9671-906A68A7DC73}" dt="2026-01-13T12:39:30.635" v="4478" actId="6549"/>
          <ac:spMkLst>
            <pc:docMk/>
            <pc:sldMk cId="3331425963" sldId="295"/>
            <ac:spMk id="2" creationId="{2A6DE614-F23E-C587-E18B-E383AFE9071C}"/>
          </ac:spMkLst>
        </pc:spChg>
        <pc:spChg chg="add mod">
          <ac:chgData name="Bart Bozon" userId="26c7e87d-a4c1-46b5-bd66-bae5a56eb03c" providerId="ADAL" clId="{E06602E6-6C6E-4463-9671-906A68A7DC73}" dt="2026-01-13T13:01:58.124" v="4723" actId="20577"/>
          <ac:spMkLst>
            <pc:docMk/>
            <pc:sldMk cId="3331425963" sldId="295"/>
            <ac:spMk id="7" creationId="{655C8C86-A6C9-463D-0A5F-EDCC9617C7AA}"/>
          </ac:spMkLst>
        </pc:spChg>
        <pc:spChg chg="add mod">
          <ac:chgData name="Bart Bozon" userId="26c7e87d-a4c1-46b5-bd66-bae5a56eb03c" providerId="ADAL" clId="{E06602E6-6C6E-4463-9671-906A68A7DC73}" dt="2026-01-13T13:01:10.248" v="4707" actId="1076"/>
          <ac:spMkLst>
            <pc:docMk/>
            <pc:sldMk cId="3331425963" sldId="295"/>
            <ac:spMk id="9" creationId="{6D3F3ADA-19F9-65C9-855D-272D6650006B}"/>
          </ac:spMkLst>
        </pc:spChg>
        <pc:spChg chg="add mod">
          <ac:chgData name="Bart Bozon" userId="26c7e87d-a4c1-46b5-bd66-bae5a56eb03c" providerId="ADAL" clId="{E06602E6-6C6E-4463-9671-906A68A7DC73}" dt="2026-01-13T13:02:38.098" v="4774" actId="20577"/>
          <ac:spMkLst>
            <pc:docMk/>
            <pc:sldMk cId="3331425963" sldId="295"/>
            <ac:spMk id="10" creationId="{9309DD93-FD01-8518-CD11-8BD01BC73C95}"/>
          </ac:spMkLst>
        </pc:spChg>
        <pc:picChg chg="add mod">
          <ac:chgData name="Bart Bozon" userId="26c7e87d-a4c1-46b5-bd66-bae5a56eb03c" providerId="ADAL" clId="{E06602E6-6C6E-4463-9671-906A68A7DC73}" dt="2026-01-13T12:36:03.829" v="4450" actId="1076"/>
          <ac:picMkLst>
            <pc:docMk/>
            <pc:sldMk cId="3331425963" sldId="295"/>
            <ac:picMk id="5" creationId="{9DFB5FC8-3C46-9B3F-F8B3-AD73A7E41B84}"/>
          </ac:picMkLst>
        </pc:picChg>
      </pc:sldChg>
      <pc:sldChg chg="addSp modSp add mod modAnim">
        <pc:chgData name="Bart Bozon" userId="26c7e87d-a4c1-46b5-bd66-bae5a56eb03c" providerId="ADAL" clId="{E06602E6-6C6E-4463-9671-906A68A7DC73}" dt="2026-01-13T14:01:55.097" v="5464" actId="20577"/>
        <pc:sldMkLst>
          <pc:docMk/>
          <pc:sldMk cId="770874527" sldId="297"/>
        </pc:sldMkLst>
        <pc:spChg chg="add mod">
          <ac:chgData name="Bart Bozon" userId="26c7e87d-a4c1-46b5-bd66-bae5a56eb03c" providerId="ADAL" clId="{E06602E6-6C6E-4463-9671-906A68A7DC73}" dt="2026-01-13T13:55:14.199" v="5242" actId="14100"/>
          <ac:spMkLst>
            <pc:docMk/>
            <pc:sldMk cId="770874527" sldId="297"/>
            <ac:spMk id="3" creationId="{7B660E3F-CAD2-58CF-CAAB-9B378A59F7B3}"/>
          </ac:spMkLst>
        </pc:spChg>
        <pc:spChg chg="add mod">
          <ac:chgData name="Bart Bozon" userId="26c7e87d-a4c1-46b5-bd66-bae5a56eb03c" providerId="ADAL" clId="{E06602E6-6C6E-4463-9671-906A68A7DC73}" dt="2026-01-13T14:01:55.097" v="5464" actId="20577"/>
          <ac:spMkLst>
            <pc:docMk/>
            <pc:sldMk cId="770874527" sldId="297"/>
            <ac:spMk id="5" creationId="{7367905C-9FF9-C0A1-093E-2931EF84BBA9}"/>
          </ac:spMkLst>
        </pc:spChg>
        <pc:picChg chg="add mod">
          <ac:chgData name="Bart Bozon" userId="26c7e87d-a4c1-46b5-bd66-bae5a56eb03c" providerId="ADAL" clId="{E06602E6-6C6E-4463-9671-906A68A7DC73}" dt="2026-01-13T12:40:19.056" v="4483" actId="14100"/>
          <ac:picMkLst>
            <pc:docMk/>
            <pc:sldMk cId="770874527" sldId="297"/>
            <ac:picMk id="4" creationId="{D7906A57-B734-A89B-FF84-35A9F6828E73}"/>
          </ac:picMkLst>
        </pc:picChg>
        <pc:picChg chg="mod">
          <ac:chgData name="Bart Bozon" userId="26c7e87d-a4c1-46b5-bd66-bae5a56eb03c" providerId="ADAL" clId="{E06602E6-6C6E-4463-9671-906A68A7DC73}" dt="2026-01-13T13:54:43.828" v="5239" actId="1076"/>
          <ac:picMkLst>
            <pc:docMk/>
            <pc:sldMk cId="770874527" sldId="297"/>
            <ac:picMk id="8" creationId="{B61A50BE-D67A-1732-6A35-DDFCDC827239}"/>
          </ac:picMkLst>
        </pc:picChg>
      </pc:sldChg>
      <pc:sldChg chg="addSp delSp modSp add mod">
        <pc:chgData name="Bart Bozon" userId="26c7e87d-a4c1-46b5-bd66-bae5a56eb03c" providerId="ADAL" clId="{E06602E6-6C6E-4463-9671-906A68A7DC73}" dt="2026-02-05T16:48:17.313" v="7492" actId="20577"/>
        <pc:sldMkLst>
          <pc:docMk/>
          <pc:sldMk cId="1214065680" sldId="298"/>
        </pc:sldMkLst>
        <pc:spChg chg="add mod">
          <ac:chgData name="Bart Bozon" userId="26c7e87d-a4c1-46b5-bd66-bae5a56eb03c" providerId="ADAL" clId="{E06602E6-6C6E-4463-9671-906A68A7DC73}" dt="2026-02-05T16:48:17.313" v="7492" actId="20577"/>
          <ac:spMkLst>
            <pc:docMk/>
            <pc:sldMk cId="1214065680" sldId="298"/>
            <ac:spMk id="3" creationId="{BF827E8B-E06D-0565-99B7-5C5B839DC019}"/>
          </ac:spMkLst>
        </pc:spChg>
        <pc:spChg chg="add mod">
          <ac:chgData name="Bart Bozon" userId="26c7e87d-a4c1-46b5-bd66-bae5a56eb03c" providerId="ADAL" clId="{E06602E6-6C6E-4463-9671-906A68A7DC73}" dt="2026-01-13T13:11:26.266" v="4846" actId="20577"/>
          <ac:spMkLst>
            <pc:docMk/>
            <pc:sldMk cId="1214065680" sldId="298"/>
            <ac:spMk id="5" creationId="{B76EDB7B-B4D6-3681-3889-0C68E60CEF54}"/>
          </ac:spMkLst>
        </pc:spChg>
      </pc:sldChg>
      <pc:sldChg chg="addSp delSp modSp add mod ord">
        <pc:chgData name="Bart Bozon" userId="26c7e87d-a4c1-46b5-bd66-bae5a56eb03c" providerId="ADAL" clId="{E06602E6-6C6E-4463-9671-906A68A7DC73}" dt="2026-01-13T12:58:12.503" v="4683"/>
        <pc:sldMkLst>
          <pc:docMk/>
          <pc:sldMk cId="89154021" sldId="299"/>
        </pc:sldMkLst>
        <pc:spChg chg="mod">
          <ac:chgData name="Bart Bozon" userId="26c7e87d-a4c1-46b5-bd66-bae5a56eb03c" providerId="ADAL" clId="{E06602E6-6C6E-4463-9671-906A68A7DC73}" dt="2026-01-13T12:57:55.970" v="4679" actId="20577"/>
          <ac:spMkLst>
            <pc:docMk/>
            <pc:sldMk cId="89154021" sldId="299"/>
            <ac:spMk id="2" creationId="{C9965D48-2990-F10F-2D34-01AA23853DCB}"/>
          </ac:spMkLst>
        </pc:spChg>
        <pc:spChg chg="add mod">
          <ac:chgData name="Bart Bozon" userId="26c7e87d-a4c1-46b5-bd66-bae5a56eb03c" providerId="ADAL" clId="{E06602E6-6C6E-4463-9671-906A68A7DC73}" dt="2026-01-13T12:58:06.165" v="4681" actId="20577"/>
          <ac:spMkLst>
            <pc:docMk/>
            <pc:sldMk cId="89154021" sldId="299"/>
            <ac:spMk id="5" creationId="{73E7911B-03C5-EE6D-972B-E5CAFDCCC659}"/>
          </ac:spMkLst>
        </pc:spChg>
      </pc:sldChg>
      <pc:sldChg chg="del">
        <pc:chgData name="Bart Bozon" userId="26c7e87d-a4c1-46b5-bd66-bae5a56eb03c" providerId="ADAL" clId="{E06602E6-6C6E-4463-9671-906A68A7DC73}" dt="2026-02-09T18:04:22.813" v="9756" actId="47"/>
        <pc:sldMkLst>
          <pc:docMk/>
          <pc:sldMk cId="3874930973" sldId="300"/>
        </pc:sldMkLst>
      </pc:sldChg>
      <pc:sldChg chg="modSp add mod ord">
        <pc:chgData name="Bart Bozon" userId="26c7e87d-a4c1-46b5-bd66-bae5a56eb03c" providerId="ADAL" clId="{E06602E6-6C6E-4463-9671-906A68A7DC73}" dt="2026-01-13T12:59:03.739" v="4702" actId="113"/>
        <pc:sldMkLst>
          <pc:docMk/>
          <pc:sldMk cId="115644063" sldId="301"/>
        </pc:sldMkLst>
        <pc:spChg chg="mod">
          <ac:chgData name="Bart Bozon" userId="26c7e87d-a4c1-46b5-bd66-bae5a56eb03c" providerId="ADAL" clId="{E06602E6-6C6E-4463-9671-906A68A7DC73}" dt="2026-01-13T12:59:03.739" v="4702" actId="113"/>
          <ac:spMkLst>
            <pc:docMk/>
            <pc:sldMk cId="115644063" sldId="301"/>
            <ac:spMk id="3" creationId="{52F1942F-E987-D780-F1D3-0C7B1E88CD3D}"/>
          </ac:spMkLst>
        </pc:spChg>
      </pc:sldChg>
      <pc:sldChg chg="addSp delSp modSp new mod">
        <pc:chgData name="Bart Bozon" userId="26c7e87d-a4c1-46b5-bd66-bae5a56eb03c" providerId="ADAL" clId="{E06602E6-6C6E-4463-9671-906A68A7DC73}" dt="2026-01-13T13:07:39.055" v="4815" actId="6549"/>
        <pc:sldMkLst>
          <pc:docMk/>
          <pc:sldMk cId="3283814577" sldId="302"/>
        </pc:sldMkLst>
        <pc:spChg chg="mod">
          <ac:chgData name="Bart Bozon" userId="26c7e87d-a4c1-46b5-bd66-bae5a56eb03c" providerId="ADAL" clId="{E06602E6-6C6E-4463-9671-906A68A7DC73}" dt="2026-01-13T13:07:39.055" v="4815" actId="6549"/>
          <ac:spMkLst>
            <pc:docMk/>
            <pc:sldMk cId="3283814577" sldId="302"/>
            <ac:spMk id="2" creationId="{8C16FEE1-7350-592C-070F-F08286DBB240}"/>
          </ac:spMkLst>
        </pc:spChg>
        <pc:spChg chg="add mod">
          <ac:chgData name="Bart Bozon" userId="26c7e87d-a4c1-46b5-bd66-bae5a56eb03c" providerId="ADAL" clId="{E06602E6-6C6E-4463-9671-906A68A7DC73}" dt="2026-01-13T13:04:02.119" v="4785" actId="1076"/>
          <ac:spMkLst>
            <pc:docMk/>
            <pc:sldMk cId="3283814577" sldId="302"/>
            <ac:spMk id="7" creationId="{FF5E2C98-3FC0-2027-E30C-57D6D548A2ED}"/>
          </ac:spMkLst>
        </pc:spChg>
        <pc:picChg chg="add mod">
          <ac:chgData name="Bart Bozon" userId="26c7e87d-a4c1-46b5-bd66-bae5a56eb03c" providerId="ADAL" clId="{E06602E6-6C6E-4463-9671-906A68A7DC73}" dt="2026-01-13T13:03:45.260" v="4779" actId="1076"/>
          <ac:picMkLst>
            <pc:docMk/>
            <pc:sldMk cId="3283814577" sldId="302"/>
            <ac:picMk id="5" creationId="{25D3223D-81E2-09B9-1C05-4CF9CA3BCAB3}"/>
          </ac:picMkLst>
        </pc:picChg>
      </pc:sldChg>
      <pc:sldChg chg="addSp delSp modSp add mod">
        <pc:chgData name="Bart Bozon" userId="26c7e87d-a4c1-46b5-bd66-bae5a56eb03c" providerId="ADAL" clId="{E06602E6-6C6E-4463-9671-906A68A7DC73}" dt="2026-01-13T13:07:43.754" v="4816" actId="6549"/>
        <pc:sldMkLst>
          <pc:docMk/>
          <pc:sldMk cId="1379264143" sldId="303"/>
        </pc:sldMkLst>
        <pc:spChg chg="mod">
          <ac:chgData name="Bart Bozon" userId="26c7e87d-a4c1-46b5-bd66-bae5a56eb03c" providerId="ADAL" clId="{E06602E6-6C6E-4463-9671-906A68A7DC73}" dt="2026-01-13T13:07:43.754" v="4816" actId="6549"/>
          <ac:spMkLst>
            <pc:docMk/>
            <pc:sldMk cId="1379264143" sldId="303"/>
            <ac:spMk id="2" creationId="{FC6EB71F-67D8-0E12-C945-131FF1E82297}"/>
          </ac:spMkLst>
        </pc:spChg>
        <pc:picChg chg="add mod">
          <ac:chgData name="Bart Bozon" userId="26c7e87d-a4c1-46b5-bd66-bae5a56eb03c" providerId="ADAL" clId="{E06602E6-6C6E-4463-9671-906A68A7DC73}" dt="2026-01-13T13:06:58.499" v="4805" actId="1076"/>
          <ac:picMkLst>
            <pc:docMk/>
            <pc:sldMk cId="1379264143" sldId="303"/>
            <ac:picMk id="4" creationId="{C145FD26-6C9D-821D-356C-62FA74E6D0AC}"/>
          </ac:picMkLst>
        </pc:picChg>
        <pc:picChg chg="add mod">
          <ac:chgData name="Bart Bozon" userId="26c7e87d-a4c1-46b5-bd66-bae5a56eb03c" providerId="ADAL" clId="{E06602E6-6C6E-4463-9671-906A68A7DC73}" dt="2026-01-13T13:06:56.082" v="4804"/>
          <ac:picMkLst>
            <pc:docMk/>
            <pc:sldMk cId="1379264143" sldId="303"/>
            <ac:picMk id="6" creationId="{3F524FA0-FE8D-060A-68B7-1710C14CE314}"/>
          </ac:picMkLst>
        </pc:picChg>
      </pc:sldChg>
      <pc:sldChg chg="addSp delSp modSp add mod modAnim">
        <pc:chgData name="Bart Bozon" userId="26c7e87d-a4c1-46b5-bd66-bae5a56eb03c" providerId="ADAL" clId="{E06602E6-6C6E-4463-9671-906A68A7DC73}" dt="2026-01-13T14:00:14.504" v="5423" actId="14100"/>
        <pc:sldMkLst>
          <pc:docMk/>
          <pc:sldMk cId="3256122226" sldId="305"/>
        </pc:sldMkLst>
        <pc:spChg chg="mod">
          <ac:chgData name="Bart Bozon" userId="26c7e87d-a4c1-46b5-bd66-bae5a56eb03c" providerId="ADAL" clId="{E06602E6-6C6E-4463-9671-906A68A7DC73}" dt="2026-01-13T13:07:19.748" v="4810" actId="6549"/>
          <ac:spMkLst>
            <pc:docMk/>
            <pc:sldMk cId="3256122226" sldId="305"/>
            <ac:spMk id="2" creationId="{0172FB74-173C-7F84-06E0-665C748AD1FA}"/>
          </ac:spMkLst>
        </pc:spChg>
        <pc:spChg chg="add mod">
          <ac:chgData name="Bart Bozon" userId="26c7e87d-a4c1-46b5-bd66-bae5a56eb03c" providerId="ADAL" clId="{E06602E6-6C6E-4463-9671-906A68A7DC73}" dt="2026-01-13T14:00:14.504" v="5423" actId="14100"/>
          <ac:spMkLst>
            <pc:docMk/>
            <pc:sldMk cId="3256122226" sldId="305"/>
            <ac:spMk id="3" creationId="{66452DC3-1069-DC79-DFD6-0C5A4B8DC033}"/>
          </ac:spMkLst>
        </pc:spChg>
        <pc:picChg chg="add mod">
          <ac:chgData name="Bart Bozon" userId="26c7e87d-a4c1-46b5-bd66-bae5a56eb03c" providerId="ADAL" clId="{E06602E6-6C6E-4463-9671-906A68A7DC73}" dt="2026-01-13T13:06:05.278" v="4796" actId="1076"/>
          <ac:picMkLst>
            <pc:docMk/>
            <pc:sldMk cId="3256122226" sldId="305"/>
            <ac:picMk id="5" creationId="{8C5CED51-49F4-8BB1-AAC7-2CBEBB8E0C92}"/>
          </ac:picMkLst>
        </pc:picChg>
        <pc:picChg chg="add mod">
          <ac:chgData name="Bart Bozon" userId="26c7e87d-a4c1-46b5-bd66-bae5a56eb03c" providerId="ADAL" clId="{E06602E6-6C6E-4463-9671-906A68A7DC73}" dt="2026-01-13T13:06:46.930" v="4803" actId="14100"/>
          <ac:picMkLst>
            <pc:docMk/>
            <pc:sldMk cId="3256122226" sldId="305"/>
            <ac:picMk id="9" creationId="{1B801E0E-A92D-51B0-2E72-EC48E39EE516}"/>
          </ac:picMkLst>
        </pc:picChg>
      </pc:sldChg>
      <pc:sldChg chg="addSp delSp modSp add mod ord">
        <pc:chgData name="Bart Bozon" userId="26c7e87d-a4c1-46b5-bd66-bae5a56eb03c" providerId="ADAL" clId="{E06602E6-6C6E-4463-9671-906A68A7DC73}" dt="2026-02-05T16:49:11.106" v="7519" actId="20577"/>
        <pc:sldMkLst>
          <pc:docMk/>
          <pc:sldMk cId="1593778389" sldId="306"/>
        </pc:sldMkLst>
        <pc:spChg chg="mod">
          <ac:chgData name="Bart Bozon" userId="26c7e87d-a4c1-46b5-bd66-bae5a56eb03c" providerId="ADAL" clId="{E06602E6-6C6E-4463-9671-906A68A7DC73}" dt="2026-02-05T16:49:11.106" v="7519" actId="20577"/>
          <ac:spMkLst>
            <pc:docMk/>
            <pc:sldMk cId="1593778389" sldId="306"/>
            <ac:spMk id="3" creationId="{0957F624-6EB4-B903-796F-BE6A2053EE19}"/>
          </ac:spMkLst>
        </pc:spChg>
        <pc:spChg chg="mod">
          <ac:chgData name="Bart Bozon" userId="26c7e87d-a4c1-46b5-bd66-bae5a56eb03c" providerId="ADAL" clId="{E06602E6-6C6E-4463-9671-906A68A7DC73}" dt="2026-01-13T13:11:10.797" v="4843" actId="20577"/>
          <ac:spMkLst>
            <pc:docMk/>
            <pc:sldMk cId="1593778389" sldId="306"/>
            <ac:spMk id="5" creationId="{0D4188BA-B6D8-0FE8-CAE6-6DF6C56DF2D0}"/>
          </ac:spMkLst>
        </pc:spChg>
        <pc:spChg chg="add mod">
          <ac:chgData name="Bart Bozon" userId="26c7e87d-a4c1-46b5-bd66-bae5a56eb03c" providerId="ADAL" clId="{E06602E6-6C6E-4463-9671-906A68A7DC73}" dt="2026-01-13T13:07:27.668" v="4812"/>
          <ac:spMkLst>
            <pc:docMk/>
            <pc:sldMk cId="1593778389" sldId="306"/>
            <ac:spMk id="7" creationId="{4DEFDBB4-A347-1A3B-63E0-E6780111FE6E}"/>
          </ac:spMkLst>
        </pc:spChg>
      </pc:sldChg>
      <pc:sldChg chg="modSp add mod ord">
        <pc:chgData name="Bart Bozon" userId="26c7e87d-a4c1-46b5-bd66-bae5a56eb03c" providerId="ADAL" clId="{E06602E6-6C6E-4463-9671-906A68A7DC73}" dt="2026-01-13T13:10:02.449" v="4826"/>
        <pc:sldMkLst>
          <pc:docMk/>
          <pc:sldMk cId="540167352" sldId="307"/>
        </pc:sldMkLst>
        <pc:spChg chg="mod">
          <ac:chgData name="Bart Bozon" userId="26c7e87d-a4c1-46b5-bd66-bae5a56eb03c" providerId="ADAL" clId="{E06602E6-6C6E-4463-9671-906A68A7DC73}" dt="2026-01-13T13:08:42.355" v="4821" actId="113"/>
          <ac:spMkLst>
            <pc:docMk/>
            <pc:sldMk cId="540167352" sldId="307"/>
            <ac:spMk id="3" creationId="{E2B1D8EA-7B7A-6617-7132-14D70DA954A2}"/>
          </ac:spMkLst>
        </pc:spChg>
      </pc:sldChg>
      <pc:sldChg chg="addSp delSp modSp add mod">
        <pc:chgData name="Bart Bozon" userId="26c7e87d-a4c1-46b5-bd66-bae5a56eb03c" providerId="ADAL" clId="{E06602E6-6C6E-4463-9671-906A68A7DC73}" dt="2026-01-13T13:12:16.838" v="4853" actId="1076"/>
        <pc:sldMkLst>
          <pc:docMk/>
          <pc:sldMk cId="1718175221" sldId="308"/>
        </pc:sldMkLst>
        <pc:spChg chg="mod">
          <ac:chgData name="Bart Bozon" userId="26c7e87d-a4c1-46b5-bd66-bae5a56eb03c" providerId="ADAL" clId="{E06602E6-6C6E-4463-9671-906A68A7DC73}" dt="2026-01-13T13:10:27.462" v="4829"/>
          <ac:spMkLst>
            <pc:docMk/>
            <pc:sldMk cId="1718175221" sldId="308"/>
            <ac:spMk id="2" creationId="{ED554269-4046-EBDB-8430-B24DAA919C17}"/>
          </ac:spMkLst>
        </pc:spChg>
        <pc:spChg chg="add mod">
          <ac:chgData name="Bart Bozon" userId="26c7e87d-a4c1-46b5-bd66-bae5a56eb03c" providerId="ADAL" clId="{E06602E6-6C6E-4463-9671-906A68A7DC73}" dt="2026-01-13T13:12:16.838" v="4853" actId="1076"/>
          <ac:spMkLst>
            <pc:docMk/>
            <pc:sldMk cId="1718175221" sldId="308"/>
            <ac:spMk id="8" creationId="{D70170C1-3965-66BE-507F-F18B4BA81108}"/>
          </ac:spMkLst>
        </pc:spChg>
        <pc:picChg chg="add">
          <ac:chgData name="Bart Bozon" userId="26c7e87d-a4c1-46b5-bd66-bae5a56eb03c" providerId="ADAL" clId="{E06602E6-6C6E-4463-9671-906A68A7DC73}" dt="2026-01-13T13:11:59.724" v="4849" actId="22"/>
          <ac:picMkLst>
            <pc:docMk/>
            <pc:sldMk cId="1718175221" sldId="308"/>
            <ac:picMk id="5" creationId="{D8D12A6B-A42B-B95C-F66E-21CB6C8464DB}"/>
          </ac:picMkLst>
        </pc:picChg>
      </pc:sldChg>
      <pc:sldChg chg="addSp delSp modSp add mod modAnim">
        <pc:chgData name="Bart Bozon" userId="26c7e87d-a4c1-46b5-bd66-bae5a56eb03c" providerId="ADAL" clId="{E06602E6-6C6E-4463-9671-906A68A7DC73}" dt="2026-01-13T13:55:31.177" v="5243" actId="14100"/>
        <pc:sldMkLst>
          <pc:docMk/>
          <pc:sldMk cId="4043004911" sldId="309"/>
        </pc:sldMkLst>
        <pc:spChg chg="mod">
          <ac:chgData name="Bart Bozon" userId="26c7e87d-a4c1-46b5-bd66-bae5a56eb03c" providerId="ADAL" clId="{E06602E6-6C6E-4463-9671-906A68A7DC73}" dt="2026-01-13T13:13:26.945" v="4857" actId="1076"/>
          <ac:spMkLst>
            <pc:docMk/>
            <pc:sldMk cId="4043004911" sldId="309"/>
            <ac:spMk id="2" creationId="{0E4A12D5-D6A4-3912-A9AB-F38956B1D2C1}"/>
          </ac:spMkLst>
        </pc:spChg>
        <pc:spChg chg="add mod">
          <ac:chgData name="Bart Bozon" userId="26c7e87d-a4c1-46b5-bd66-bae5a56eb03c" providerId="ADAL" clId="{E06602E6-6C6E-4463-9671-906A68A7DC73}" dt="2026-01-13T13:55:31.177" v="5243" actId="14100"/>
          <ac:spMkLst>
            <pc:docMk/>
            <pc:sldMk cId="4043004911" sldId="309"/>
            <ac:spMk id="3" creationId="{3F69B2DF-33F4-3EC2-F89C-34162EAD9FDC}"/>
          </ac:spMkLst>
        </pc:spChg>
        <pc:picChg chg="add mod">
          <ac:chgData name="Bart Bozon" userId="26c7e87d-a4c1-46b5-bd66-bae5a56eb03c" providerId="ADAL" clId="{E06602E6-6C6E-4463-9671-906A68A7DC73}" dt="2026-01-13T13:13:18.259" v="4855" actId="1076"/>
          <ac:picMkLst>
            <pc:docMk/>
            <pc:sldMk cId="4043004911" sldId="309"/>
            <ac:picMk id="4" creationId="{2D7FCCBE-B339-35C0-4678-07755D54BAED}"/>
          </ac:picMkLst>
        </pc:picChg>
      </pc:sldChg>
      <pc:sldChg chg="modSp add mod">
        <pc:chgData name="Bart Bozon" userId="26c7e87d-a4c1-46b5-bd66-bae5a56eb03c" providerId="ADAL" clId="{E06602E6-6C6E-4463-9671-906A68A7DC73}" dt="2026-02-05T17:03:01.420" v="7537" actId="6549"/>
        <pc:sldMkLst>
          <pc:docMk/>
          <pc:sldMk cId="3932222950" sldId="310"/>
        </pc:sldMkLst>
        <pc:spChg chg="mod">
          <ac:chgData name="Bart Bozon" userId="26c7e87d-a4c1-46b5-bd66-bae5a56eb03c" providerId="ADAL" clId="{E06602E6-6C6E-4463-9671-906A68A7DC73}" dt="2026-02-05T17:03:01.420" v="7537" actId="6549"/>
          <ac:spMkLst>
            <pc:docMk/>
            <pc:sldMk cId="3932222950" sldId="310"/>
            <ac:spMk id="3" creationId="{3FDD46C4-EE20-A6A9-CD69-BF7AF635C35B}"/>
          </ac:spMkLst>
        </pc:spChg>
        <pc:spChg chg="mod">
          <ac:chgData name="Bart Bozon" userId="26c7e87d-a4c1-46b5-bd66-bae5a56eb03c" providerId="ADAL" clId="{E06602E6-6C6E-4463-9671-906A68A7DC73}" dt="2026-01-13T13:11:02.626" v="4840" actId="14100"/>
          <ac:spMkLst>
            <pc:docMk/>
            <pc:sldMk cId="3932222950" sldId="310"/>
            <ac:spMk id="5" creationId="{6AA0A105-79D9-CDBD-7870-F9E20F188FAD}"/>
          </ac:spMkLst>
        </pc:spChg>
        <pc:spChg chg="mod">
          <ac:chgData name="Bart Bozon" userId="26c7e87d-a4c1-46b5-bd66-bae5a56eb03c" providerId="ADAL" clId="{E06602E6-6C6E-4463-9671-906A68A7DC73}" dt="2026-01-13T13:10:48.579" v="4835"/>
          <ac:spMkLst>
            <pc:docMk/>
            <pc:sldMk cId="3932222950" sldId="310"/>
            <ac:spMk id="7" creationId="{6B0D5995-8FBC-71A8-E629-0A116F114B88}"/>
          </ac:spMkLst>
        </pc:spChg>
      </pc:sldChg>
      <pc:sldChg chg="addSp delSp modSp add mod modAnim">
        <pc:chgData name="Bart Bozon" userId="26c7e87d-a4c1-46b5-bd66-bae5a56eb03c" providerId="ADAL" clId="{E06602E6-6C6E-4463-9671-906A68A7DC73}" dt="2026-01-13T13:56:33.258" v="5321" actId="14100"/>
        <pc:sldMkLst>
          <pc:docMk/>
          <pc:sldMk cId="4200932370" sldId="312"/>
        </pc:sldMkLst>
        <pc:spChg chg="add mod">
          <ac:chgData name="Bart Bozon" userId="26c7e87d-a4c1-46b5-bd66-bae5a56eb03c" providerId="ADAL" clId="{E06602E6-6C6E-4463-9671-906A68A7DC73}" dt="2026-01-13T13:56:33.258" v="5321" actId="14100"/>
          <ac:spMkLst>
            <pc:docMk/>
            <pc:sldMk cId="4200932370" sldId="312"/>
            <ac:spMk id="3" creationId="{40657D2E-7D20-7FFC-E76F-1F9B2FC28479}"/>
          </ac:spMkLst>
        </pc:spChg>
        <pc:picChg chg="add mod">
          <ac:chgData name="Bart Bozon" userId="26c7e87d-a4c1-46b5-bd66-bae5a56eb03c" providerId="ADAL" clId="{E06602E6-6C6E-4463-9671-906A68A7DC73}" dt="2026-01-13T13:55:45.463" v="5246" actId="1076"/>
          <ac:picMkLst>
            <pc:docMk/>
            <pc:sldMk cId="4200932370" sldId="312"/>
            <ac:picMk id="5" creationId="{38DE6371-F00C-2EAE-A630-C2EDD8211790}"/>
          </ac:picMkLst>
        </pc:picChg>
      </pc:sldChg>
      <pc:sldChg chg="addSp delSp modSp add mod modAnim">
        <pc:chgData name="Bart Bozon" userId="26c7e87d-a4c1-46b5-bd66-bae5a56eb03c" providerId="ADAL" clId="{E06602E6-6C6E-4463-9671-906A68A7DC73}" dt="2026-01-13T13:57:15.038" v="5389" actId="14100"/>
        <pc:sldMkLst>
          <pc:docMk/>
          <pc:sldMk cId="1516220469" sldId="313"/>
        </pc:sldMkLst>
        <pc:spChg chg="add mod">
          <ac:chgData name="Bart Bozon" userId="26c7e87d-a4c1-46b5-bd66-bae5a56eb03c" providerId="ADAL" clId="{E06602E6-6C6E-4463-9671-906A68A7DC73}" dt="2026-01-13T13:57:15.038" v="5389" actId="14100"/>
          <ac:spMkLst>
            <pc:docMk/>
            <pc:sldMk cId="1516220469" sldId="313"/>
            <ac:spMk id="3" creationId="{AF4BBAA0-CCEF-6884-5523-C2206367F7E5}"/>
          </ac:spMkLst>
        </pc:spChg>
        <pc:picChg chg="add mod">
          <ac:chgData name="Bart Bozon" userId="26c7e87d-a4c1-46b5-bd66-bae5a56eb03c" providerId="ADAL" clId="{E06602E6-6C6E-4463-9671-906A68A7DC73}" dt="2026-01-13T13:14:22.559" v="4865" actId="1076"/>
          <ac:picMkLst>
            <pc:docMk/>
            <pc:sldMk cId="1516220469" sldId="313"/>
            <ac:picMk id="4" creationId="{6B83B279-5A47-C678-1375-B0D7FFDA02ED}"/>
          </ac:picMkLst>
        </pc:picChg>
      </pc:sldChg>
      <pc:sldChg chg="addSp delSp modSp add mod ord modAnim">
        <pc:chgData name="Bart Bozon" userId="26c7e87d-a4c1-46b5-bd66-bae5a56eb03c" providerId="ADAL" clId="{E06602E6-6C6E-4463-9671-906A68A7DC73}" dt="2026-01-13T14:04:20.031" v="5555" actId="20577"/>
        <pc:sldMkLst>
          <pc:docMk/>
          <pc:sldMk cId="3822327703" sldId="314"/>
        </pc:sldMkLst>
        <pc:spChg chg="add mod">
          <ac:chgData name="Bart Bozon" userId="26c7e87d-a4c1-46b5-bd66-bae5a56eb03c" providerId="ADAL" clId="{E06602E6-6C6E-4463-9671-906A68A7DC73}" dt="2026-01-13T14:04:20.031" v="5555" actId="20577"/>
          <ac:spMkLst>
            <pc:docMk/>
            <pc:sldMk cId="3822327703" sldId="314"/>
            <ac:spMk id="3" creationId="{5EB05510-B30E-5966-402F-1BD32279A513}"/>
          </ac:spMkLst>
        </pc:spChg>
        <pc:picChg chg="add">
          <ac:chgData name="Bart Bozon" userId="26c7e87d-a4c1-46b5-bd66-bae5a56eb03c" providerId="ADAL" clId="{E06602E6-6C6E-4463-9671-906A68A7DC73}" dt="2026-01-13T13:17:52.980" v="4870" actId="22"/>
          <ac:picMkLst>
            <pc:docMk/>
            <pc:sldMk cId="3822327703" sldId="314"/>
            <ac:picMk id="5" creationId="{7B92A7C6-D256-7766-7040-66E8C4C2AD95}"/>
          </ac:picMkLst>
        </pc:picChg>
      </pc:sldChg>
      <pc:sldChg chg="addSp modSp add mod ord">
        <pc:chgData name="Bart Bozon" userId="26c7e87d-a4c1-46b5-bd66-bae5a56eb03c" providerId="ADAL" clId="{E06602E6-6C6E-4463-9671-906A68A7DC73}" dt="2026-01-13T14:05:33.755" v="5596" actId="1037"/>
        <pc:sldMkLst>
          <pc:docMk/>
          <pc:sldMk cId="695917149" sldId="316"/>
        </pc:sldMkLst>
        <pc:spChg chg="mod">
          <ac:chgData name="Bart Bozon" userId="26c7e87d-a4c1-46b5-bd66-bae5a56eb03c" providerId="ADAL" clId="{E06602E6-6C6E-4463-9671-906A68A7DC73}" dt="2026-01-13T14:05:07.064" v="5573" actId="20577"/>
          <ac:spMkLst>
            <pc:docMk/>
            <pc:sldMk cId="695917149" sldId="316"/>
            <ac:spMk id="2" creationId="{EC7F0234-1C1D-86E9-6150-941397678AF4}"/>
          </ac:spMkLst>
        </pc:spChg>
        <pc:spChg chg="add mod">
          <ac:chgData name="Bart Bozon" userId="26c7e87d-a4c1-46b5-bd66-bae5a56eb03c" providerId="ADAL" clId="{E06602E6-6C6E-4463-9671-906A68A7DC73}" dt="2026-01-13T14:05:33.755" v="5596" actId="1037"/>
          <ac:spMkLst>
            <pc:docMk/>
            <pc:sldMk cId="695917149" sldId="316"/>
            <ac:spMk id="3" creationId="{B7301D34-C28A-0B19-EB77-340F4BF83959}"/>
          </ac:spMkLst>
        </pc:spChg>
      </pc:sldChg>
      <pc:sldChg chg="modSp add mod">
        <pc:chgData name="Bart Bozon" userId="26c7e87d-a4c1-46b5-bd66-bae5a56eb03c" providerId="ADAL" clId="{E06602E6-6C6E-4463-9671-906A68A7DC73}" dt="2026-01-13T14:55:20.354" v="5829" actId="14100"/>
        <pc:sldMkLst>
          <pc:docMk/>
          <pc:sldMk cId="2402146220" sldId="317"/>
        </pc:sldMkLst>
        <pc:spChg chg="mod">
          <ac:chgData name="Bart Bozon" userId="26c7e87d-a4c1-46b5-bd66-bae5a56eb03c" providerId="ADAL" clId="{E06602E6-6C6E-4463-9671-906A68A7DC73}" dt="2026-01-13T14:55:13.336" v="5826" actId="113"/>
          <ac:spMkLst>
            <pc:docMk/>
            <pc:sldMk cId="2402146220" sldId="317"/>
            <ac:spMk id="3" creationId="{FECA7FD4-F113-1F62-4D2E-DD3434D6ECD2}"/>
          </ac:spMkLst>
        </pc:spChg>
        <pc:spChg chg="mod">
          <ac:chgData name="Bart Bozon" userId="26c7e87d-a4c1-46b5-bd66-bae5a56eb03c" providerId="ADAL" clId="{E06602E6-6C6E-4463-9671-906A68A7DC73}" dt="2026-01-13T14:55:20.354" v="5829" actId="14100"/>
          <ac:spMkLst>
            <pc:docMk/>
            <pc:sldMk cId="2402146220" sldId="317"/>
            <ac:spMk id="8" creationId="{9636B61B-CB9F-3634-737C-F8D404B266D3}"/>
          </ac:spMkLst>
        </pc:spChg>
      </pc:sldChg>
      <pc:sldChg chg="addSp delSp modSp add mod">
        <pc:chgData name="Bart Bozon" userId="26c7e87d-a4c1-46b5-bd66-bae5a56eb03c" providerId="ADAL" clId="{E06602E6-6C6E-4463-9671-906A68A7DC73}" dt="2026-01-13T14:53:29.664" v="5752" actId="14100"/>
        <pc:sldMkLst>
          <pc:docMk/>
          <pc:sldMk cId="2451495001" sldId="318"/>
        </pc:sldMkLst>
        <pc:spChg chg="mod">
          <ac:chgData name="Bart Bozon" userId="26c7e87d-a4c1-46b5-bd66-bae5a56eb03c" providerId="ADAL" clId="{E06602E6-6C6E-4463-9671-906A68A7DC73}" dt="2026-01-13T14:53:29.664" v="5752" actId="14100"/>
          <ac:spMkLst>
            <pc:docMk/>
            <pc:sldMk cId="2451495001" sldId="318"/>
            <ac:spMk id="2" creationId="{DB40B749-6310-2017-B8F7-75B82949BC02}"/>
          </ac:spMkLst>
        </pc:spChg>
        <pc:spChg chg="mod">
          <ac:chgData name="Bart Bozon" userId="26c7e87d-a4c1-46b5-bd66-bae5a56eb03c" providerId="ADAL" clId="{E06602E6-6C6E-4463-9671-906A68A7DC73}" dt="2026-01-13T14:52:48.025" v="5716" actId="14100"/>
          <ac:spMkLst>
            <pc:docMk/>
            <pc:sldMk cId="2451495001" sldId="318"/>
            <ac:spMk id="8" creationId="{AD9291DE-6813-7281-EEA2-6B094212AD72}"/>
          </ac:spMkLst>
        </pc:spChg>
        <pc:picChg chg="add">
          <ac:chgData name="Bart Bozon" userId="26c7e87d-a4c1-46b5-bd66-bae5a56eb03c" providerId="ADAL" clId="{E06602E6-6C6E-4463-9671-906A68A7DC73}" dt="2026-01-13T14:52:27.808" v="5711" actId="22"/>
          <ac:picMkLst>
            <pc:docMk/>
            <pc:sldMk cId="2451495001" sldId="318"/>
            <ac:picMk id="4" creationId="{2F226DF2-B9A3-A227-B321-76F9D7172347}"/>
          </ac:picMkLst>
        </pc:picChg>
      </pc:sldChg>
      <pc:sldChg chg="addSp delSp modSp add mod">
        <pc:chgData name="Bart Bozon" userId="26c7e87d-a4c1-46b5-bd66-bae5a56eb03c" providerId="ADAL" clId="{E06602E6-6C6E-4463-9671-906A68A7DC73}" dt="2026-01-13T14:54:36.308" v="5817" actId="14100"/>
        <pc:sldMkLst>
          <pc:docMk/>
          <pc:sldMk cId="3095425405" sldId="319"/>
        </pc:sldMkLst>
        <pc:spChg chg="mod">
          <ac:chgData name="Bart Bozon" userId="26c7e87d-a4c1-46b5-bd66-bae5a56eb03c" providerId="ADAL" clId="{E06602E6-6C6E-4463-9671-906A68A7DC73}" dt="2026-01-13T14:52:56.920" v="5721" actId="20577"/>
          <ac:spMkLst>
            <pc:docMk/>
            <pc:sldMk cId="3095425405" sldId="319"/>
            <ac:spMk id="2" creationId="{11A25A52-55D9-27D0-BCF7-ACC9424E0D72}"/>
          </ac:spMkLst>
        </pc:spChg>
        <pc:spChg chg="mod">
          <ac:chgData name="Bart Bozon" userId="26c7e87d-a4c1-46b5-bd66-bae5a56eb03c" providerId="ADAL" clId="{E06602E6-6C6E-4463-9671-906A68A7DC73}" dt="2026-01-13T14:54:36.308" v="5817" actId="14100"/>
          <ac:spMkLst>
            <pc:docMk/>
            <pc:sldMk cId="3095425405" sldId="319"/>
            <ac:spMk id="3" creationId="{3A9DC98C-9BFD-E89D-ED69-638FA148BBF4}"/>
          </ac:spMkLst>
        </pc:spChg>
        <pc:picChg chg="add mod ord">
          <ac:chgData name="Bart Bozon" userId="26c7e87d-a4c1-46b5-bd66-bae5a56eb03c" providerId="ADAL" clId="{E06602E6-6C6E-4463-9671-906A68A7DC73}" dt="2026-01-13T14:54:02.582" v="5758" actId="167"/>
          <ac:picMkLst>
            <pc:docMk/>
            <pc:sldMk cId="3095425405" sldId="319"/>
            <ac:picMk id="6" creationId="{D17937D8-BD46-FDF9-7A6A-9328F3D0D933}"/>
          </ac:picMkLst>
        </pc:picChg>
      </pc:sldChg>
      <pc:sldChg chg="addSp delSp modSp add mod">
        <pc:chgData name="Bart Bozon" userId="26c7e87d-a4c1-46b5-bd66-bae5a56eb03c" providerId="ADAL" clId="{E06602E6-6C6E-4463-9671-906A68A7DC73}" dt="2026-02-05T17:04:33.426" v="7547" actId="6549"/>
        <pc:sldMkLst>
          <pc:docMk/>
          <pc:sldMk cId="2579523208" sldId="323"/>
        </pc:sldMkLst>
        <pc:spChg chg="add mod">
          <ac:chgData name="Bart Bozon" userId="26c7e87d-a4c1-46b5-bd66-bae5a56eb03c" providerId="ADAL" clId="{E06602E6-6C6E-4463-9671-906A68A7DC73}" dt="2026-02-05T17:04:33.426" v="7547" actId="6549"/>
          <ac:spMkLst>
            <pc:docMk/>
            <pc:sldMk cId="2579523208" sldId="323"/>
            <ac:spMk id="2" creationId="{AA934A1D-150A-C92F-ACC7-D79D74BD65E1}"/>
          </ac:spMkLst>
        </pc:spChg>
        <pc:spChg chg="mod">
          <ac:chgData name="Bart Bozon" userId="26c7e87d-a4c1-46b5-bd66-bae5a56eb03c" providerId="ADAL" clId="{E06602E6-6C6E-4463-9671-906A68A7DC73}" dt="2026-01-13T14:57:41.419" v="5922" actId="20577"/>
          <ac:spMkLst>
            <pc:docMk/>
            <pc:sldMk cId="2579523208" sldId="323"/>
            <ac:spMk id="7" creationId="{A92AD620-69BB-9373-2026-4D7FC0990FE1}"/>
          </ac:spMkLst>
        </pc:spChg>
      </pc:sldChg>
      <pc:sldChg chg="addSp delSp modSp add mod addAnim delAnim modAnim">
        <pc:chgData name="Bart Bozon" userId="26c7e87d-a4c1-46b5-bd66-bae5a56eb03c" providerId="ADAL" clId="{E06602E6-6C6E-4463-9671-906A68A7DC73}" dt="2026-01-13T14:57:31.179" v="5917" actId="20577"/>
        <pc:sldMkLst>
          <pc:docMk/>
          <pc:sldMk cId="3834360986" sldId="325"/>
        </pc:sldMkLst>
        <pc:spChg chg="add del mod ord">
          <ac:chgData name="Bart Bozon" userId="26c7e87d-a4c1-46b5-bd66-bae5a56eb03c" providerId="ADAL" clId="{E06602E6-6C6E-4463-9671-906A68A7DC73}" dt="2026-01-13T14:57:31.179" v="5917" actId="20577"/>
          <ac:spMkLst>
            <pc:docMk/>
            <pc:sldMk cId="3834360986" sldId="325"/>
            <ac:spMk id="3" creationId="{AD40A700-C81C-C203-9B22-111DC354184A}"/>
          </ac:spMkLst>
        </pc:spChg>
        <pc:spChg chg="add mod">
          <ac:chgData name="Bart Bozon" userId="26c7e87d-a4c1-46b5-bd66-bae5a56eb03c" providerId="ADAL" clId="{E06602E6-6C6E-4463-9671-906A68A7DC73}" dt="2026-01-13T14:57:24.678" v="5913" actId="14100"/>
          <ac:spMkLst>
            <pc:docMk/>
            <pc:sldMk cId="3834360986" sldId="325"/>
            <ac:spMk id="7" creationId="{1DF88DBF-947F-19A1-DE8F-3C61149B0C3B}"/>
          </ac:spMkLst>
        </pc:spChg>
        <pc:picChg chg="add">
          <ac:chgData name="Bart Bozon" userId="26c7e87d-a4c1-46b5-bd66-bae5a56eb03c" providerId="ADAL" clId="{E06602E6-6C6E-4463-9671-906A68A7DC73}" dt="2026-01-13T14:56:20.274" v="5830" actId="22"/>
          <ac:picMkLst>
            <pc:docMk/>
            <pc:sldMk cId="3834360986" sldId="325"/>
            <ac:picMk id="5" creationId="{E0B76143-C271-A904-59CF-B8E9D86A2742}"/>
          </ac:picMkLst>
        </pc:picChg>
      </pc:sldChg>
      <pc:sldChg chg="addSp delSp modSp add mod">
        <pc:chgData name="Bart Bozon" userId="26c7e87d-a4c1-46b5-bd66-bae5a56eb03c" providerId="ADAL" clId="{E06602E6-6C6E-4463-9671-906A68A7DC73}" dt="2026-02-05T17:04:03.675" v="7538" actId="478"/>
        <pc:sldMkLst>
          <pc:docMk/>
          <pc:sldMk cId="3087613271" sldId="326"/>
        </pc:sldMkLst>
        <pc:spChg chg="mod">
          <ac:chgData name="Bart Bozon" userId="26c7e87d-a4c1-46b5-bd66-bae5a56eb03c" providerId="ADAL" clId="{E06602E6-6C6E-4463-9671-906A68A7DC73}" dt="2026-01-13T14:58:21.614" v="5925" actId="113"/>
          <ac:spMkLst>
            <pc:docMk/>
            <pc:sldMk cId="3087613271" sldId="326"/>
            <ac:spMk id="3" creationId="{A0DA3B0A-6610-4BBF-384E-7FF1F6F4CEE1}"/>
          </ac:spMkLst>
        </pc:spChg>
      </pc:sldChg>
      <pc:sldChg chg="addSp delSp modSp new mod">
        <pc:chgData name="Bart Bozon" userId="26c7e87d-a4c1-46b5-bd66-bae5a56eb03c" providerId="ADAL" clId="{E06602E6-6C6E-4463-9671-906A68A7DC73}" dt="2026-02-08T09:07:17.592" v="9263" actId="1037"/>
        <pc:sldMkLst>
          <pc:docMk/>
          <pc:sldMk cId="756216237" sldId="327"/>
        </pc:sldMkLst>
        <pc:picChg chg="add mod ord">
          <ac:chgData name="Bart Bozon" userId="26c7e87d-a4c1-46b5-bd66-bae5a56eb03c" providerId="ADAL" clId="{E06602E6-6C6E-4463-9671-906A68A7DC73}" dt="2026-02-08T09:07:17.592" v="9263" actId="1037"/>
          <ac:picMkLst>
            <pc:docMk/>
            <pc:sldMk cId="756216237" sldId="327"/>
            <ac:picMk id="2" creationId="{6CA2CED6-483B-4E80-3102-7D7826991D0D}"/>
          </ac:picMkLst>
        </pc:picChg>
        <pc:picChg chg="del">
          <ac:chgData name="Bart Bozon" userId="26c7e87d-a4c1-46b5-bd66-bae5a56eb03c" providerId="ADAL" clId="{E06602E6-6C6E-4463-9671-906A68A7DC73}" dt="2026-02-08T09:06:49.783" v="9158" actId="478"/>
          <ac:picMkLst>
            <pc:docMk/>
            <pc:sldMk cId="756216237" sldId="327"/>
            <ac:picMk id="3" creationId="{ED89E099-6518-9CB5-2AF8-709069E808ED}"/>
          </ac:picMkLst>
        </pc:picChg>
      </pc:sldChg>
      <pc:sldChg chg="addSp delSp modSp add mod delAnim modAnim">
        <pc:chgData name="Bart Bozon" userId="26c7e87d-a4c1-46b5-bd66-bae5a56eb03c" providerId="ADAL" clId="{E06602E6-6C6E-4463-9671-906A68A7DC73}" dt="2026-01-23T12:51:51.347" v="7432"/>
        <pc:sldMkLst>
          <pc:docMk/>
          <pc:sldMk cId="3187668101" sldId="328"/>
        </pc:sldMkLst>
        <pc:spChg chg="add mod">
          <ac:chgData name="Bart Bozon" userId="26c7e87d-a4c1-46b5-bd66-bae5a56eb03c" providerId="ADAL" clId="{E06602E6-6C6E-4463-9671-906A68A7DC73}" dt="2026-01-23T12:02:11.918" v="6276" actId="14100"/>
          <ac:spMkLst>
            <pc:docMk/>
            <pc:sldMk cId="3187668101" sldId="328"/>
            <ac:spMk id="7" creationId="{FDA14D3A-30F6-3275-2866-E2701C81BF57}"/>
          </ac:spMkLst>
        </pc:spChg>
        <pc:spChg chg="add mod">
          <ac:chgData name="Bart Bozon" userId="26c7e87d-a4c1-46b5-bd66-bae5a56eb03c" providerId="ADAL" clId="{E06602E6-6C6E-4463-9671-906A68A7DC73}" dt="2026-01-23T12:50:09.275" v="7402" actId="1038"/>
          <ac:spMkLst>
            <pc:docMk/>
            <pc:sldMk cId="3187668101" sldId="328"/>
            <ac:spMk id="18" creationId="{C397F70C-F99F-9380-F0FE-F9FE587EACAF}"/>
          </ac:spMkLst>
        </pc:spChg>
        <pc:spChg chg="add mod">
          <ac:chgData name="Bart Bozon" userId="26c7e87d-a4c1-46b5-bd66-bae5a56eb03c" providerId="ADAL" clId="{E06602E6-6C6E-4463-9671-906A68A7DC73}" dt="2026-01-23T12:51:31.099" v="7431" actId="1076"/>
          <ac:spMkLst>
            <pc:docMk/>
            <pc:sldMk cId="3187668101" sldId="328"/>
            <ac:spMk id="19" creationId="{C73C67C5-EC2E-FCE2-1C8D-1DFFAFC22A40}"/>
          </ac:spMkLst>
        </pc:spChg>
        <pc:picChg chg="add mod">
          <ac:chgData name="Bart Bozon" userId="26c7e87d-a4c1-46b5-bd66-bae5a56eb03c" providerId="ADAL" clId="{E06602E6-6C6E-4463-9671-906A68A7DC73}" dt="2026-01-23T12:50:09.275" v="7402" actId="1038"/>
          <ac:picMkLst>
            <pc:docMk/>
            <pc:sldMk cId="3187668101" sldId="328"/>
            <ac:picMk id="17" creationId="{39EF5004-4C96-CB3D-835F-2D0C52B63337}"/>
          </ac:picMkLst>
        </pc:picChg>
      </pc:sldChg>
      <pc:sldChg chg="addSp delSp modSp new mod ord">
        <pc:chgData name="Bart Bozon" userId="26c7e87d-a4c1-46b5-bd66-bae5a56eb03c" providerId="ADAL" clId="{E06602E6-6C6E-4463-9671-906A68A7DC73}" dt="2026-01-23T12:36:09.517" v="7240" actId="20577"/>
        <pc:sldMkLst>
          <pc:docMk/>
          <pc:sldMk cId="4033837060" sldId="329"/>
        </pc:sldMkLst>
        <pc:spChg chg="mod">
          <ac:chgData name="Bart Bozon" userId="26c7e87d-a4c1-46b5-bd66-bae5a56eb03c" providerId="ADAL" clId="{E06602E6-6C6E-4463-9671-906A68A7DC73}" dt="2026-01-23T12:18:02.853" v="6967" actId="20577"/>
          <ac:spMkLst>
            <pc:docMk/>
            <pc:sldMk cId="4033837060" sldId="329"/>
            <ac:spMk id="2" creationId="{D6D25622-7941-0535-9C67-C294D376F887}"/>
          </ac:spMkLst>
        </pc:spChg>
        <pc:spChg chg="add mod">
          <ac:chgData name="Bart Bozon" userId="26c7e87d-a4c1-46b5-bd66-bae5a56eb03c" providerId="ADAL" clId="{E06602E6-6C6E-4463-9671-906A68A7DC73}" dt="2026-01-23T12:30:23.189" v="7102" actId="1076"/>
          <ac:spMkLst>
            <pc:docMk/>
            <pc:sldMk cId="4033837060" sldId="329"/>
            <ac:spMk id="5" creationId="{EDE855FA-BCF8-1620-44BD-5370A0A6AB09}"/>
          </ac:spMkLst>
        </pc:spChg>
        <pc:spChg chg="add mod">
          <ac:chgData name="Bart Bozon" userId="26c7e87d-a4c1-46b5-bd66-bae5a56eb03c" providerId="ADAL" clId="{E06602E6-6C6E-4463-9671-906A68A7DC73}" dt="2026-01-23T12:30:19.740" v="7101" actId="1076"/>
          <ac:spMkLst>
            <pc:docMk/>
            <pc:sldMk cId="4033837060" sldId="329"/>
            <ac:spMk id="7" creationId="{55C90EE4-04B8-32EA-842E-75B9EE11A133}"/>
          </ac:spMkLst>
        </pc:spChg>
        <pc:spChg chg="add mod">
          <ac:chgData name="Bart Bozon" userId="26c7e87d-a4c1-46b5-bd66-bae5a56eb03c" providerId="ADAL" clId="{E06602E6-6C6E-4463-9671-906A68A7DC73}" dt="2026-01-23T12:30:53.751" v="7121" actId="1076"/>
          <ac:spMkLst>
            <pc:docMk/>
            <pc:sldMk cId="4033837060" sldId="329"/>
            <ac:spMk id="8" creationId="{50DEECD6-0631-0CE5-8D02-CD53BB21C20B}"/>
          </ac:spMkLst>
        </pc:spChg>
        <pc:spChg chg="add mod">
          <ac:chgData name="Bart Bozon" userId="26c7e87d-a4c1-46b5-bd66-bae5a56eb03c" providerId="ADAL" clId="{E06602E6-6C6E-4463-9671-906A68A7DC73}" dt="2026-01-23T12:31:33.814" v="7139" actId="1076"/>
          <ac:spMkLst>
            <pc:docMk/>
            <pc:sldMk cId="4033837060" sldId="329"/>
            <ac:spMk id="13" creationId="{6FE3A5E8-0F20-7D82-0777-2441697AD16D}"/>
          </ac:spMkLst>
        </pc:spChg>
        <pc:spChg chg="add mod">
          <ac:chgData name="Bart Bozon" userId="26c7e87d-a4c1-46b5-bd66-bae5a56eb03c" providerId="ADAL" clId="{E06602E6-6C6E-4463-9671-906A68A7DC73}" dt="2026-01-23T12:31:19.020" v="7137" actId="20577"/>
          <ac:spMkLst>
            <pc:docMk/>
            <pc:sldMk cId="4033837060" sldId="329"/>
            <ac:spMk id="14" creationId="{10F8B048-5F02-5F7F-FC0C-EDD80B4DFA2F}"/>
          </ac:spMkLst>
        </pc:spChg>
        <pc:spChg chg="add mod ord">
          <ac:chgData name="Bart Bozon" userId="26c7e87d-a4c1-46b5-bd66-bae5a56eb03c" providerId="ADAL" clId="{E06602E6-6C6E-4463-9671-906A68A7DC73}" dt="2026-01-23T12:32:16.261" v="7146" actId="167"/>
          <ac:spMkLst>
            <pc:docMk/>
            <pc:sldMk cId="4033837060" sldId="329"/>
            <ac:spMk id="15" creationId="{EE588792-2E13-6232-8F18-B4FA6AD293C5}"/>
          </ac:spMkLst>
        </pc:spChg>
        <pc:spChg chg="add mod">
          <ac:chgData name="Bart Bozon" userId="26c7e87d-a4c1-46b5-bd66-bae5a56eb03c" providerId="ADAL" clId="{E06602E6-6C6E-4463-9671-906A68A7DC73}" dt="2026-01-23T12:32:35.559" v="7150" actId="1076"/>
          <ac:spMkLst>
            <pc:docMk/>
            <pc:sldMk cId="4033837060" sldId="329"/>
            <ac:spMk id="16" creationId="{4D763DC8-4056-905F-30C4-E21724875CA7}"/>
          </ac:spMkLst>
        </pc:spChg>
        <pc:spChg chg="add mod">
          <ac:chgData name="Bart Bozon" userId="26c7e87d-a4c1-46b5-bd66-bae5a56eb03c" providerId="ADAL" clId="{E06602E6-6C6E-4463-9671-906A68A7DC73}" dt="2026-01-23T12:33:44.442" v="7159" actId="1076"/>
          <ac:spMkLst>
            <pc:docMk/>
            <pc:sldMk cId="4033837060" sldId="329"/>
            <ac:spMk id="19" creationId="{4E95311C-C3FD-29FD-4D6C-184237612AA0}"/>
          </ac:spMkLst>
        </pc:spChg>
        <pc:spChg chg="add mod">
          <ac:chgData name="Bart Bozon" userId="26c7e87d-a4c1-46b5-bd66-bae5a56eb03c" providerId="ADAL" clId="{E06602E6-6C6E-4463-9671-906A68A7DC73}" dt="2026-01-23T12:34:18.278" v="7183" actId="1076"/>
          <ac:spMkLst>
            <pc:docMk/>
            <pc:sldMk cId="4033837060" sldId="329"/>
            <ac:spMk id="20" creationId="{AD4C974A-7FAB-3627-18F6-F76FC1EB6EC7}"/>
          </ac:spMkLst>
        </pc:spChg>
        <pc:spChg chg="add mod">
          <ac:chgData name="Bart Bozon" userId="26c7e87d-a4c1-46b5-bd66-bae5a56eb03c" providerId="ADAL" clId="{E06602E6-6C6E-4463-9671-906A68A7DC73}" dt="2026-01-23T12:36:09.517" v="7240" actId="20577"/>
          <ac:spMkLst>
            <pc:docMk/>
            <pc:sldMk cId="4033837060" sldId="329"/>
            <ac:spMk id="27" creationId="{A6AC8D58-453A-D085-0693-F7481BC75D60}"/>
          </ac:spMkLst>
        </pc:spChg>
        <pc:picChg chg="add mod">
          <ac:chgData name="Bart Bozon" userId="26c7e87d-a4c1-46b5-bd66-bae5a56eb03c" providerId="ADAL" clId="{E06602E6-6C6E-4463-9671-906A68A7DC73}" dt="2026-01-23T12:28:56.306" v="7056" actId="14100"/>
          <ac:picMkLst>
            <pc:docMk/>
            <pc:sldMk cId="4033837060" sldId="329"/>
            <ac:picMk id="10" creationId="{C68F0FBC-6481-289A-21F4-1398BADDA20A}"/>
          </ac:picMkLst>
        </pc:picChg>
        <pc:picChg chg="add mod">
          <ac:chgData name="Bart Bozon" userId="26c7e87d-a4c1-46b5-bd66-bae5a56eb03c" providerId="ADAL" clId="{E06602E6-6C6E-4463-9671-906A68A7DC73}" dt="2026-01-23T12:29:53.710" v="7059" actId="1076"/>
          <ac:picMkLst>
            <pc:docMk/>
            <pc:sldMk cId="4033837060" sldId="329"/>
            <ac:picMk id="12" creationId="{CFA6FA9D-DACE-9619-C48F-213E66CAED1F}"/>
          </ac:picMkLst>
        </pc:picChg>
        <pc:picChg chg="add mod ord">
          <ac:chgData name="Bart Bozon" userId="26c7e87d-a4c1-46b5-bd66-bae5a56eb03c" providerId="ADAL" clId="{E06602E6-6C6E-4463-9671-906A68A7DC73}" dt="2026-01-23T12:33:28.163" v="7156" actId="1076"/>
          <ac:picMkLst>
            <pc:docMk/>
            <pc:sldMk cId="4033837060" sldId="329"/>
            <ac:picMk id="18" creationId="{A47B03F0-BDCF-0A73-13EA-A47899D935EB}"/>
          </ac:picMkLst>
        </pc:picChg>
        <pc:cxnChg chg="add mod">
          <ac:chgData name="Bart Bozon" userId="26c7e87d-a4c1-46b5-bd66-bae5a56eb03c" providerId="ADAL" clId="{E06602E6-6C6E-4463-9671-906A68A7DC73}" dt="2026-01-23T12:35:11.886" v="7188" actId="692"/>
          <ac:cxnSpMkLst>
            <pc:docMk/>
            <pc:sldMk cId="4033837060" sldId="329"/>
            <ac:cxnSpMk id="22" creationId="{BFABAF3C-6463-B493-90E8-2E187F01C5C4}"/>
          </ac:cxnSpMkLst>
        </pc:cxnChg>
        <pc:cxnChg chg="add mod">
          <ac:chgData name="Bart Bozon" userId="26c7e87d-a4c1-46b5-bd66-bae5a56eb03c" providerId="ADAL" clId="{E06602E6-6C6E-4463-9671-906A68A7DC73}" dt="2026-01-23T12:35:20.188" v="7191" actId="14100"/>
          <ac:cxnSpMkLst>
            <pc:docMk/>
            <pc:sldMk cId="4033837060" sldId="329"/>
            <ac:cxnSpMk id="23" creationId="{F0051023-F812-6CB3-1BBB-54E9A6E4FD6C}"/>
          </ac:cxnSpMkLst>
        </pc:cxnChg>
        <pc:cxnChg chg="add mod">
          <ac:chgData name="Bart Bozon" userId="26c7e87d-a4c1-46b5-bd66-bae5a56eb03c" providerId="ADAL" clId="{E06602E6-6C6E-4463-9671-906A68A7DC73}" dt="2026-01-23T12:35:27.773" v="7194" actId="14100"/>
          <ac:cxnSpMkLst>
            <pc:docMk/>
            <pc:sldMk cId="4033837060" sldId="329"/>
            <ac:cxnSpMk id="25" creationId="{9FABE0BB-B483-1590-686E-E915E0F0EFC5}"/>
          </ac:cxnSpMkLst>
        </pc:cxnChg>
      </pc:sldChg>
      <pc:sldChg chg="delSp add mod ord delAnim">
        <pc:chgData name="Bart Bozon" userId="26c7e87d-a4c1-46b5-bd66-bae5a56eb03c" providerId="ADAL" clId="{E06602E6-6C6E-4463-9671-906A68A7DC73}" dt="2026-01-23T12:49:42.965" v="7371" actId="478"/>
        <pc:sldMkLst>
          <pc:docMk/>
          <pc:sldMk cId="2827888020" sldId="330"/>
        </pc:sldMkLst>
      </pc:sldChg>
      <pc:sldChg chg="modSp add mod modAnim">
        <pc:chgData name="Bart Bozon" userId="26c7e87d-a4c1-46b5-bd66-bae5a56eb03c" providerId="ADAL" clId="{E06602E6-6C6E-4463-9671-906A68A7DC73}" dt="2026-01-23T12:50:45.843" v="7404" actId="1035"/>
        <pc:sldMkLst>
          <pc:docMk/>
          <pc:sldMk cId="655081231" sldId="331"/>
        </pc:sldMkLst>
        <pc:spChg chg="mod">
          <ac:chgData name="Bart Bozon" userId="26c7e87d-a4c1-46b5-bd66-bae5a56eb03c" providerId="ADAL" clId="{E06602E6-6C6E-4463-9671-906A68A7DC73}" dt="2026-01-23T12:50:45.843" v="7404" actId="1035"/>
          <ac:spMkLst>
            <pc:docMk/>
            <pc:sldMk cId="655081231" sldId="331"/>
            <ac:spMk id="7" creationId="{40C707AA-8970-C5E4-D2B1-D055CCAEC4D4}"/>
          </ac:spMkLst>
        </pc:spChg>
      </pc:sldChg>
      <pc:sldChg chg="modSp add mod ord">
        <pc:chgData name="Bart Bozon" userId="26c7e87d-a4c1-46b5-bd66-bae5a56eb03c" providerId="ADAL" clId="{E06602E6-6C6E-4463-9671-906A68A7DC73}" dt="2026-02-05T17:41:59.948" v="7567" actId="20577"/>
        <pc:sldMkLst>
          <pc:docMk/>
          <pc:sldMk cId="3587086092" sldId="333"/>
        </pc:sldMkLst>
        <pc:spChg chg="mod">
          <ac:chgData name="Bart Bozon" userId="26c7e87d-a4c1-46b5-bd66-bae5a56eb03c" providerId="ADAL" clId="{E06602E6-6C6E-4463-9671-906A68A7DC73}" dt="2026-02-05T17:41:59.948" v="7567" actId="20577"/>
          <ac:spMkLst>
            <pc:docMk/>
            <pc:sldMk cId="3587086092" sldId="333"/>
            <ac:spMk id="2" creationId="{1778DB38-1BA5-4F83-54C9-94515F6290A8}"/>
          </ac:spMkLst>
        </pc:spChg>
        <pc:spChg chg="mod">
          <ac:chgData name="Bart Bozon" userId="26c7e87d-a4c1-46b5-bd66-bae5a56eb03c" providerId="ADAL" clId="{E06602E6-6C6E-4463-9671-906A68A7DC73}" dt="2026-02-05T17:41:53.426" v="7559" actId="20577"/>
          <ac:spMkLst>
            <pc:docMk/>
            <pc:sldMk cId="3587086092" sldId="333"/>
            <ac:spMk id="7" creationId="{55899684-1DF6-811D-4FC3-30DC1D0135DA}"/>
          </ac:spMkLst>
        </pc:spChg>
      </pc:sldChg>
      <pc:sldChg chg="delSp modSp add mod">
        <pc:chgData name="Bart Bozon" userId="26c7e87d-a4c1-46b5-bd66-bae5a56eb03c" providerId="ADAL" clId="{E06602E6-6C6E-4463-9671-906A68A7DC73}" dt="2026-02-05T17:53:06.185" v="7621" actId="478"/>
        <pc:sldMkLst>
          <pc:docMk/>
          <pc:sldMk cId="2627450030" sldId="334"/>
        </pc:sldMkLst>
        <pc:spChg chg="mod">
          <ac:chgData name="Bart Bozon" userId="26c7e87d-a4c1-46b5-bd66-bae5a56eb03c" providerId="ADAL" clId="{E06602E6-6C6E-4463-9671-906A68A7DC73}" dt="2026-02-05T17:53:02.570" v="7620" actId="20577"/>
          <ac:spMkLst>
            <pc:docMk/>
            <pc:sldMk cId="2627450030" sldId="334"/>
            <ac:spMk id="2" creationId="{ECBC92B6-3C5C-ED45-F13B-8263B95EDF20}"/>
          </ac:spMkLst>
        </pc:spChg>
        <pc:spChg chg="mod">
          <ac:chgData name="Bart Bozon" userId="26c7e87d-a4c1-46b5-bd66-bae5a56eb03c" providerId="ADAL" clId="{E06602E6-6C6E-4463-9671-906A68A7DC73}" dt="2026-02-05T17:52:55.091" v="7611" actId="20577"/>
          <ac:spMkLst>
            <pc:docMk/>
            <pc:sldMk cId="2627450030" sldId="334"/>
            <ac:spMk id="7" creationId="{718C9F4F-D1F8-3266-AD6E-2BF192365725}"/>
          </ac:spMkLst>
        </pc:spChg>
      </pc:sldChg>
      <pc:sldChg chg="addSp delSp modSp mod">
        <pc:chgData name="Bart Bozon" userId="26c7e87d-a4c1-46b5-bd66-bae5a56eb03c" providerId="ADAL" clId="{E06602E6-6C6E-4463-9671-906A68A7DC73}" dt="2026-02-08T09:06:27.708" v="9153" actId="1076"/>
        <pc:sldMkLst>
          <pc:docMk/>
          <pc:sldMk cId="1300214353" sldId="335"/>
        </pc:sldMkLst>
        <pc:picChg chg="del">
          <ac:chgData name="Bart Bozon" userId="26c7e87d-a4c1-46b5-bd66-bae5a56eb03c" providerId="ADAL" clId="{E06602E6-6C6E-4463-9671-906A68A7DC73}" dt="2026-02-08T09:06:04.135" v="9150" actId="478"/>
          <ac:picMkLst>
            <pc:docMk/>
            <pc:sldMk cId="1300214353" sldId="335"/>
            <ac:picMk id="3" creationId="{B93C3400-1F00-6969-D02A-2D36176B7EE1}"/>
          </ac:picMkLst>
        </pc:picChg>
        <pc:picChg chg="add mod">
          <ac:chgData name="Bart Bozon" userId="26c7e87d-a4c1-46b5-bd66-bae5a56eb03c" providerId="ADAL" clId="{E06602E6-6C6E-4463-9671-906A68A7DC73}" dt="2026-02-08T09:06:27.708" v="9153" actId="1076"/>
          <ac:picMkLst>
            <pc:docMk/>
            <pc:sldMk cId="1300214353" sldId="335"/>
            <ac:picMk id="4" creationId="{14090E18-733B-9046-FAE9-40F7C56A03C1}"/>
          </ac:picMkLst>
        </pc:picChg>
      </pc:sldChg>
      <pc:sldChg chg="addSp delSp modSp mod addAnim delAnim modAnim">
        <pc:chgData name="Bart Bozon" userId="26c7e87d-a4c1-46b5-bd66-bae5a56eb03c" providerId="ADAL" clId="{E06602E6-6C6E-4463-9671-906A68A7DC73}" dt="2026-02-09T07:18:24.096" v="9537" actId="14100"/>
        <pc:sldMkLst>
          <pc:docMk/>
          <pc:sldMk cId="123992684" sldId="336"/>
        </pc:sldMkLst>
        <pc:picChg chg="del">
          <ac:chgData name="Bart Bozon" userId="26c7e87d-a4c1-46b5-bd66-bae5a56eb03c" providerId="ADAL" clId="{E06602E6-6C6E-4463-9671-906A68A7DC73}" dt="2026-02-08T09:06:36.418" v="9154" actId="478"/>
          <ac:picMkLst>
            <pc:docMk/>
            <pc:sldMk cId="123992684" sldId="336"/>
            <ac:picMk id="3" creationId="{67043E15-B765-4813-D1B9-412C1938A342}"/>
          </ac:picMkLst>
        </pc:picChg>
        <pc:picChg chg="del">
          <ac:chgData name="Bart Bozon" userId="26c7e87d-a4c1-46b5-bd66-bae5a56eb03c" providerId="ADAL" clId="{E06602E6-6C6E-4463-9671-906A68A7DC73}" dt="2026-02-08T09:12:48.661" v="9413" actId="478"/>
          <ac:picMkLst>
            <pc:docMk/>
            <pc:sldMk cId="123992684" sldId="336"/>
            <ac:picMk id="4" creationId="{971FB9E2-1417-242C-8E49-BCAC8EDC2701}"/>
          </ac:picMkLst>
        </pc:picChg>
        <pc:picChg chg="add mod ord">
          <ac:chgData name="Bart Bozon" userId="26c7e87d-a4c1-46b5-bd66-bae5a56eb03c" providerId="ADAL" clId="{E06602E6-6C6E-4463-9671-906A68A7DC73}" dt="2026-02-08T09:06:44.112" v="9157" actId="167"/>
          <ac:picMkLst>
            <pc:docMk/>
            <pc:sldMk cId="123992684" sldId="336"/>
            <ac:picMk id="5" creationId="{F7EBAEFA-E935-3C83-B030-613F3739F22A}"/>
          </ac:picMkLst>
        </pc:picChg>
        <pc:picChg chg="add mod">
          <ac:chgData name="Bart Bozon" userId="26c7e87d-a4c1-46b5-bd66-bae5a56eb03c" providerId="ADAL" clId="{E06602E6-6C6E-4463-9671-906A68A7DC73}" dt="2026-02-08T09:12:56.410" v="9415" actId="1076"/>
          <ac:picMkLst>
            <pc:docMk/>
            <pc:sldMk cId="123992684" sldId="336"/>
            <ac:picMk id="11" creationId="{4941BFE5-6760-DEA7-C74B-B1FD7981197E}"/>
          </ac:picMkLst>
        </pc:picChg>
        <pc:cxnChg chg="mod">
          <ac:chgData name="Bart Bozon" userId="26c7e87d-a4c1-46b5-bd66-bae5a56eb03c" providerId="ADAL" clId="{E06602E6-6C6E-4463-9671-906A68A7DC73}" dt="2026-02-08T09:14:01.548" v="9422" actId="14100"/>
          <ac:cxnSpMkLst>
            <pc:docMk/>
            <pc:sldMk cId="123992684" sldId="336"/>
            <ac:cxnSpMk id="6" creationId="{F7D0147E-41C2-7A86-7267-D81E3AB3ACBA}"/>
          </ac:cxnSpMkLst>
        </pc:cxnChg>
        <pc:cxnChg chg="mod">
          <ac:chgData name="Bart Bozon" userId="26c7e87d-a4c1-46b5-bd66-bae5a56eb03c" providerId="ADAL" clId="{E06602E6-6C6E-4463-9671-906A68A7DC73}" dt="2026-02-09T07:18:24.096" v="9537" actId="14100"/>
          <ac:cxnSpMkLst>
            <pc:docMk/>
            <pc:sldMk cId="123992684" sldId="336"/>
            <ac:cxnSpMk id="7" creationId="{B9D8F6C7-330A-CF9C-D5A2-4BF2521B9FDE}"/>
          </ac:cxnSpMkLst>
        </pc:cxnChg>
      </pc:sldChg>
      <pc:sldChg chg="addSp delSp modSp mod">
        <pc:chgData name="Bart Bozon" userId="26c7e87d-a4c1-46b5-bd66-bae5a56eb03c" providerId="ADAL" clId="{E06602E6-6C6E-4463-9671-906A68A7DC73}" dt="2026-02-08T09:15:13.747" v="9429" actId="14100"/>
        <pc:sldMkLst>
          <pc:docMk/>
          <pc:sldMk cId="2050588496" sldId="337"/>
        </pc:sldMkLst>
        <pc:picChg chg="add del mod ord">
          <ac:chgData name="Bart Bozon" userId="26c7e87d-a4c1-46b5-bd66-bae5a56eb03c" providerId="ADAL" clId="{E06602E6-6C6E-4463-9671-906A68A7DC73}" dt="2026-02-08T09:14:59.837" v="9425" actId="478"/>
          <ac:picMkLst>
            <pc:docMk/>
            <pc:sldMk cId="2050588496" sldId="337"/>
            <ac:picMk id="2" creationId="{21A1BD43-BB46-960B-8A86-52BA6E3EC35A}"/>
          </ac:picMkLst>
        </pc:picChg>
        <pc:picChg chg="del">
          <ac:chgData name="Bart Bozon" userId="26c7e87d-a4c1-46b5-bd66-bae5a56eb03c" providerId="ADAL" clId="{E06602E6-6C6E-4463-9671-906A68A7DC73}" dt="2026-02-08T09:08:14.911" v="9264" actId="478"/>
          <ac:picMkLst>
            <pc:docMk/>
            <pc:sldMk cId="2050588496" sldId="337"/>
            <ac:picMk id="3" creationId="{749F9EDC-303D-FFEA-A3EC-D8C6B6968154}"/>
          </ac:picMkLst>
        </pc:picChg>
        <pc:picChg chg="add mod ord">
          <ac:chgData name="Bart Bozon" userId="26c7e87d-a4c1-46b5-bd66-bae5a56eb03c" providerId="ADAL" clId="{E06602E6-6C6E-4463-9671-906A68A7DC73}" dt="2026-02-08T09:15:04.972" v="9427" actId="167"/>
          <ac:picMkLst>
            <pc:docMk/>
            <pc:sldMk cId="2050588496" sldId="337"/>
            <ac:picMk id="5" creationId="{53C84993-236A-EAA5-5F60-78B421DE9A58}"/>
          </ac:picMkLst>
        </pc:picChg>
        <pc:cxnChg chg="mod">
          <ac:chgData name="Bart Bozon" userId="26c7e87d-a4c1-46b5-bd66-bae5a56eb03c" providerId="ADAL" clId="{E06602E6-6C6E-4463-9671-906A68A7DC73}" dt="2026-02-08T09:15:13.747" v="9429" actId="14100"/>
          <ac:cxnSpMkLst>
            <pc:docMk/>
            <pc:sldMk cId="2050588496" sldId="337"/>
            <ac:cxnSpMk id="14" creationId="{EB9EE34F-AC04-C381-0EDA-B70235EC04C1}"/>
          </ac:cxnSpMkLst>
        </pc:cxnChg>
      </pc:sldChg>
      <pc:sldChg chg="addSp delSp modSp mod">
        <pc:chgData name="Bart Bozon" userId="26c7e87d-a4c1-46b5-bd66-bae5a56eb03c" providerId="ADAL" clId="{E06602E6-6C6E-4463-9671-906A68A7DC73}" dt="2026-02-08T09:09:27.003" v="9368" actId="167"/>
        <pc:sldMkLst>
          <pc:docMk/>
          <pc:sldMk cId="3852112288" sldId="338"/>
        </pc:sldMkLst>
        <pc:picChg chg="add mod ord">
          <ac:chgData name="Bart Bozon" userId="26c7e87d-a4c1-46b5-bd66-bae5a56eb03c" providerId="ADAL" clId="{E06602E6-6C6E-4463-9671-906A68A7DC73}" dt="2026-02-08T09:09:27.003" v="9368" actId="167"/>
          <ac:picMkLst>
            <pc:docMk/>
            <pc:sldMk cId="3852112288" sldId="338"/>
            <ac:picMk id="2" creationId="{2EA0E3B7-C841-5797-347E-C6246F549EF9}"/>
          </ac:picMkLst>
        </pc:picChg>
        <pc:picChg chg="del">
          <ac:chgData name="Bart Bozon" userId="26c7e87d-a4c1-46b5-bd66-bae5a56eb03c" providerId="ADAL" clId="{E06602E6-6C6E-4463-9671-906A68A7DC73}" dt="2026-02-08T09:09:21.455" v="9366" actId="478"/>
          <ac:picMkLst>
            <pc:docMk/>
            <pc:sldMk cId="3852112288" sldId="338"/>
            <ac:picMk id="3" creationId="{94F6E665-D2AF-0C57-2C51-2BCA09ECDA44}"/>
          </ac:picMkLst>
        </pc:picChg>
      </pc:sldChg>
      <pc:sldChg chg="addSp delSp modSp mod">
        <pc:chgData name="Bart Bozon" userId="26c7e87d-a4c1-46b5-bd66-bae5a56eb03c" providerId="ADAL" clId="{E06602E6-6C6E-4463-9671-906A68A7DC73}" dt="2026-02-08T09:11:28.530" v="9405" actId="1036"/>
        <pc:sldMkLst>
          <pc:docMk/>
          <pc:sldMk cId="1152849027" sldId="339"/>
        </pc:sldMkLst>
        <pc:picChg chg="add mod ord">
          <ac:chgData name="Bart Bozon" userId="26c7e87d-a4c1-46b5-bd66-bae5a56eb03c" providerId="ADAL" clId="{E06602E6-6C6E-4463-9671-906A68A7DC73}" dt="2026-02-08T09:11:28.530" v="9405" actId="1036"/>
          <ac:picMkLst>
            <pc:docMk/>
            <pc:sldMk cId="1152849027" sldId="339"/>
            <ac:picMk id="2" creationId="{03A32257-AA0C-1453-BD28-260FD5C6C8AF}"/>
          </ac:picMkLst>
        </pc:picChg>
        <pc:picChg chg="del">
          <ac:chgData name="Bart Bozon" userId="26c7e87d-a4c1-46b5-bd66-bae5a56eb03c" providerId="ADAL" clId="{E06602E6-6C6E-4463-9671-906A68A7DC73}" dt="2026-02-08T09:09:44.676" v="9369" actId="478"/>
          <ac:picMkLst>
            <pc:docMk/>
            <pc:sldMk cId="1152849027" sldId="339"/>
            <ac:picMk id="3" creationId="{A974B3BE-1C35-451B-48DC-CC9B664EBD79}"/>
          </ac:picMkLst>
        </pc:picChg>
      </pc:sldChg>
      <pc:sldChg chg="addSp delSp modSp mod">
        <pc:chgData name="Bart Bozon" userId="26c7e87d-a4c1-46b5-bd66-bae5a56eb03c" providerId="ADAL" clId="{E06602E6-6C6E-4463-9671-906A68A7DC73}" dt="2026-02-08T09:11:32.757" v="9406" actId="167"/>
        <pc:sldMkLst>
          <pc:docMk/>
          <pc:sldMk cId="1372084070" sldId="340"/>
        </pc:sldMkLst>
        <pc:picChg chg="add mod ord">
          <ac:chgData name="Bart Bozon" userId="26c7e87d-a4c1-46b5-bd66-bae5a56eb03c" providerId="ADAL" clId="{E06602E6-6C6E-4463-9671-906A68A7DC73}" dt="2026-02-08T09:11:32.757" v="9406" actId="167"/>
          <ac:picMkLst>
            <pc:docMk/>
            <pc:sldMk cId="1372084070" sldId="340"/>
            <ac:picMk id="2" creationId="{4C2F77A6-49A4-AC05-3FF5-6431127D127F}"/>
          </ac:picMkLst>
        </pc:picChg>
        <pc:picChg chg="del">
          <ac:chgData name="Bart Bozon" userId="26c7e87d-a4c1-46b5-bd66-bae5a56eb03c" providerId="ADAL" clId="{E06602E6-6C6E-4463-9671-906A68A7DC73}" dt="2026-02-08T09:09:48.354" v="9371" actId="478"/>
          <ac:picMkLst>
            <pc:docMk/>
            <pc:sldMk cId="1372084070" sldId="340"/>
            <ac:picMk id="3" creationId="{B7729739-B9A0-A126-B796-7BABC07CD299}"/>
          </ac:picMkLst>
        </pc:picChg>
      </pc:sldChg>
      <pc:sldChg chg="addSp delSp modSp mod">
        <pc:chgData name="Bart Bozon" userId="26c7e87d-a4c1-46b5-bd66-bae5a56eb03c" providerId="ADAL" clId="{E06602E6-6C6E-4463-9671-906A68A7DC73}" dt="2026-02-08T09:11:36.382" v="9407" actId="167"/>
        <pc:sldMkLst>
          <pc:docMk/>
          <pc:sldMk cId="732901748" sldId="341"/>
        </pc:sldMkLst>
        <pc:picChg chg="add mod ord">
          <ac:chgData name="Bart Bozon" userId="26c7e87d-a4c1-46b5-bd66-bae5a56eb03c" providerId="ADAL" clId="{E06602E6-6C6E-4463-9671-906A68A7DC73}" dt="2026-02-08T09:11:36.382" v="9407" actId="167"/>
          <ac:picMkLst>
            <pc:docMk/>
            <pc:sldMk cId="732901748" sldId="341"/>
            <ac:picMk id="2" creationId="{155F0DB3-BBE6-CF9E-A564-7A87E9368A34}"/>
          </ac:picMkLst>
        </pc:picChg>
        <pc:picChg chg="del">
          <ac:chgData name="Bart Bozon" userId="26c7e87d-a4c1-46b5-bd66-bae5a56eb03c" providerId="ADAL" clId="{E06602E6-6C6E-4463-9671-906A68A7DC73}" dt="2026-02-08T09:09:55.959" v="9373" actId="478"/>
          <ac:picMkLst>
            <pc:docMk/>
            <pc:sldMk cId="732901748" sldId="341"/>
            <ac:picMk id="3" creationId="{10FE0997-D4DE-1B32-2E17-38B49849E964}"/>
          </ac:picMkLst>
        </pc:picChg>
      </pc:sldChg>
      <pc:sldChg chg="addSp delSp modSp mod">
        <pc:chgData name="Bart Bozon" userId="26c7e87d-a4c1-46b5-bd66-bae5a56eb03c" providerId="ADAL" clId="{E06602E6-6C6E-4463-9671-906A68A7DC73}" dt="2026-02-08T09:11:44.891" v="9409" actId="14100"/>
        <pc:sldMkLst>
          <pc:docMk/>
          <pc:sldMk cId="2477070313" sldId="342"/>
        </pc:sldMkLst>
        <pc:picChg chg="del">
          <ac:chgData name="Bart Bozon" userId="26c7e87d-a4c1-46b5-bd66-bae5a56eb03c" providerId="ADAL" clId="{E06602E6-6C6E-4463-9671-906A68A7DC73}" dt="2026-02-08T09:09:59.548" v="9375" actId="478"/>
          <ac:picMkLst>
            <pc:docMk/>
            <pc:sldMk cId="2477070313" sldId="342"/>
            <ac:picMk id="3" creationId="{89376997-58C4-F516-7132-ADB69D83FE9B}"/>
          </ac:picMkLst>
        </pc:picChg>
        <pc:picChg chg="add mod ord">
          <ac:chgData name="Bart Bozon" userId="26c7e87d-a4c1-46b5-bd66-bae5a56eb03c" providerId="ADAL" clId="{E06602E6-6C6E-4463-9671-906A68A7DC73}" dt="2026-02-08T09:11:40.610" v="9408" actId="167"/>
          <ac:picMkLst>
            <pc:docMk/>
            <pc:sldMk cId="2477070313" sldId="342"/>
            <ac:picMk id="4" creationId="{878CFFBC-D5EE-CB9E-2391-0D8B0F9D91CE}"/>
          </ac:picMkLst>
        </pc:picChg>
        <pc:cxnChg chg="mod">
          <ac:chgData name="Bart Bozon" userId="26c7e87d-a4c1-46b5-bd66-bae5a56eb03c" providerId="ADAL" clId="{E06602E6-6C6E-4463-9671-906A68A7DC73}" dt="2026-02-08T09:11:44.891" v="9409" actId="14100"/>
          <ac:cxnSpMkLst>
            <pc:docMk/>
            <pc:sldMk cId="2477070313" sldId="342"/>
            <ac:cxnSpMk id="2" creationId="{470636D0-4C6B-AC51-B476-B3654EEF2F7E}"/>
          </ac:cxnSpMkLst>
        </pc:cxnChg>
      </pc:sldChg>
      <pc:sldChg chg="addSp delSp modSp mod addAnim delAnim modAnim">
        <pc:chgData name="Bart Bozon" userId="26c7e87d-a4c1-46b5-bd66-bae5a56eb03c" providerId="ADAL" clId="{E06602E6-6C6E-4463-9671-906A68A7DC73}" dt="2026-02-09T07:17:31.722" v="9535"/>
        <pc:sldMkLst>
          <pc:docMk/>
          <pc:sldMk cId="3538252233" sldId="343"/>
        </pc:sldMkLst>
        <pc:spChg chg="mod">
          <ac:chgData name="Bart Bozon" userId="26c7e87d-a4c1-46b5-bd66-bae5a56eb03c" providerId="ADAL" clId="{E06602E6-6C6E-4463-9671-906A68A7DC73}" dt="2026-02-08T09:02:53.344" v="9118" actId="14100"/>
          <ac:spMkLst>
            <pc:docMk/>
            <pc:sldMk cId="3538252233" sldId="343"/>
            <ac:spMk id="18" creationId="{0F7EDA6E-1F93-53A8-3639-B137BF38A1A8}"/>
          </ac:spMkLst>
        </pc:spChg>
        <pc:picChg chg="add mod ord">
          <ac:chgData name="Bart Bozon" userId="26c7e87d-a4c1-46b5-bd66-bae5a56eb03c" providerId="ADAL" clId="{E06602E6-6C6E-4463-9671-906A68A7DC73}" dt="2026-02-08T09:02:48.373" v="9117" actId="14100"/>
          <ac:picMkLst>
            <pc:docMk/>
            <pc:sldMk cId="3538252233" sldId="343"/>
            <ac:picMk id="3" creationId="{6DB779DA-F833-7674-D108-16B07E90BEFB}"/>
          </ac:picMkLst>
        </pc:picChg>
        <pc:picChg chg="add mod">
          <ac:chgData name="Bart Bozon" userId="26c7e87d-a4c1-46b5-bd66-bae5a56eb03c" providerId="ADAL" clId="{E06602E6-6C6E-4463-9671-906A68A7DC73}" dt="2026-02-08T09:03:14.945" v="9123" actId="1076"/>
          <ac:picMkLst>
            <pc:docMk/>
            <pc:sldMk cId="3538252233" sldId="343"/>
            <ac:picMk id="5" creationId="{B5D86D7E-6C2F-E273-BE70-26149C02EAD2}"/>
          </ac:picMkLst>
        </pc:picChg>
        <pc:picChg chg="add mod">
          <ac:chgData name="Bart Bozon" userId="26c7e87d-a4c1-46b5-bd66-bae5a56eb03c" providerId="ADAL" clId="{E06602E6-6C6E-4463-9671-906A68A7DC73}" dt="2026-02-08T09:05:16.308" v="9147" actId="1035"/>
          <ac:picMkLst>
            <pc:docMk/>
            <pc:sldMk cId="3538252233" sldId="343"/>
            <ac:picMk id="7" creationId="{8CDA4FAD-B66D-CF41-C5F1-2E62F5BFE7F9}"/>
          </ac:picMkLst>
        </pc:picChg>
        <pc:picChg chg="del">
          <ac:chgData name="Bart Bozon" userId="26c7e87d-a4c1-46b5-bd66-bae5a56eb03c" providerId="ADAL" clId="{E06602E6-6C6E-4463-9671-906A68A7DC73}" dt="2026-02-08T09:04:41.515" v="9135" actId="478"/>
          <ac:picMkLst>
            <pc:docMk/>
            <pc:sldMk cId="3538252233" sldId="343"/>
            <ac:picMk id="14" creationId="{5D743741-D31D-AA07-E414-25C58871638D}"/>
          </ac:picMkLst>
        </pc:picChg>
        <pc:picChg chg="del">
          <ac:chgData name="Bart Bozon" userId="26c7e87d-a4c1-46b5-bd66-bae5a56eb03c" providerId="ADAL" clId="{E06602E6-6C6E-4463-9671-906A68A7DC73}" dt="2026-02-08T09:02:14.270" v="9111" actId="478"/>
          <ac:picMkLst>
            <pc:docMk/>
            <pc:sldMk cId="3538252233" sldId="343"/>
            <ac:picMk id="1026" creationId="{AA878173-DBA3-1663-3633-3A144BDCE309}"/>
          </ac:picMkLst>
        </pc:picChg>
        <pc:picChg chg="del">
          <ac:chgData name="Bart Bozon" userId="26c7e87d-a4c1-46b5-bd66-bae5a56eb03c" providerId="ADAL" clId="{E06602E6-6C6E-4463-9671-906A68A7DC73}" dt="2026-02-08T09:02:57.458" v="9119" actId="478"/>
          <ac:picMkLst>
            <pc:docMk/>
            <pc:sldMk cId="3538252233" sldId="343"/>
            <ac:picMk id="1028" creationId="{C2909EC0-A0EB-1B51-B457-5E4619195E39}"/>
          </ac:picMkLst>
        </pc:picChg>
      </pc:sldChg>
      <pc:sldChg chg="addSp delSp modSp mod">
        <pc:chgData name="Bart Bozon" userId="26c7e87d-a4c1-46b5-bd66-bae5a56eb03c" providerId="ADAL" clId="{E06602E6-6C6E-4463-9671-906A68A7DC73}" dt="2026-02-08T09:11:52.812" v="9411" actId="167"/>
        <pc:sldMkLst>
          <pc:docMk/>
          <pc:sldMk cId="878562205" sldId="344"/>
        </pc:sldMkLst>
        <pc:picChg chg="add mod ord">
          <ac:chgData name="Bart Bozon" userId="26c7e87d-a4c1-46b5-bd66-bae5a56eb03c" providerId="ADAL" clId="{E06602E6-6C6E-4463-9671-906A68A7DC73}" dt="2026-02-08T09:11:52.812" v="9411" actId="167"/>
          <ac:picMkLst>
            <pc:docMk/>
            <pc:sldMk cId="878562205" sldId="344"/>
            <ac:picMk id="2" creationId="{66049120-1754-37B1-2FE2-2AA459D7E785}"/>
          </ac:picMkLst>
        </pc:picChg>
        <pc:picChg chg="del">
          <ac:chgData name="Bart Bozon" userId="26c7e87d-a4c1-46b5-bd66-bae5a56eb03c" providerId="ADAL" clId="{E06602E6-6C6E-4463-9671-906A68A7DC73}" dt="2026-02-08T09:10:03.382" v="9377" actId="478"/>
          <ac:picMkLst>
            <pc:docMk/>
            <pc:sldMk cId="878562205" sldId="344"/>
            <ac:picMk id="3" creationId="{97117C2E-A675-339E-2C55-33A6E49F421A}"/>
          </ac:picMkLst>
        </pc:picChg>
      </pc:sldChg>
      <pc:sldChg chg="addSp delSp modSp mod">
        <pc:chgData name="Bart Bozon" userId="26c7e87d-a4c1-46b5-bd66-bae5a56eb03c" providerId="ADAL" clId="{E06602E6-6C6E-4463-9671-906A68A7DC73}" dt="2026-02-08T09:11:56.967" v="9412" actId="167"/>
        <pc:sldMkLst>
          <pc:docMk/>
          <pc:sldMk cId="200672539" sldId="345"/>
        </pc:sldMkLst>
        <pc:picChg chg="del">
          <ac:chgData name="Bart Bozon" userId="26c7e87d-a4c1-46b5-bd66-bae5a56eb03c" providerId="ADAL" clId="{E06602E6-6C6E-4463-9671-906A68A7DC73}" dt="2026-02-08T09:10:07.696" v="9379" actId="478"/>
          <ac:picMkLst>
            <pc:docMk/>
            <pc:sldMk cId="200672539" sldId="345"/>
            <ac:picMk id="3" creationId="{9E3B8646-CD33-2BB1-2210-C7839F8338A5}"/>
          </ac:picMkLst>
        </pc:picChg>
        <pc:picChg chg="add mod ord">
          <ac:chgData name="Bart Bozon" userId="26c7e87d-a4c1-46b5-bd66-bae5a56eb03c" providerId="ADAL" clId="{E06602E6-6C6E-4463-9671-906A68A7DC73}" dt="2026-02-08T09:11:56.967" v="9412" actId="167"/>
          <ac:picMkLst>
            <pc:docMk/>
            <pc:sldMk cId="200672539" sldId="345"/>
            <ac:picMk id="4" creationId="{78DA50E3-DD5B-AE2B-607A-CB12CD8D4733}"/>
          </ac:picMkLst>
        </pc:picChg>
      </pc:sldChg>
      <pc:sldChg chg="addSp delSp modSp mod modTransition">
        <pc:chgData name="Bart Bozon" userId="26c7e87d-a4c1-46b5-bd66-bae5a56eb03c" providerId="ADAL" clId="{E06602E6-6C6E-4463-9671-906A68A7DC73}" dt="2026-02-09T07:19:53.449" v="9538"/>
        <pc:sldMkLst>
          <pc:docMk/>
          <pc:sldMk cId="4069241388" sldId="346"/>
        </pc:sldMkLst>
        <pc:picChg chg="add mod">
          <ac:chgData name="Bart Bozon" userId="26c7e87d-a4c1-46b5-bd66-bae5a56eb03c" providerId="ADAL" clId="{E06602E6-6C6E-4463-9671-906A68A7DC73}" dt="2026-02-08T09:10:12.052" v="9382"/>
          <ac:picMkLst>
            <pc:docMk/>
            <pc:sldMk cId="4069241388" sldId="346"/>
            <ac:picMk id="2" creationId="{F880EA82-6560-2B92-EBB5-FE818A0AC9AD}"/>
          </ac:picMkLst>
        </pc:picChg>
        <pc:picChg chg="add mod ord">
          <ac:chgData name="Bart Bozon" userId="26c7e87d-a4c1-46b5-bd66-bae5a56eb03c" providerId="ADAL" clId="{E06602E6-6C6E-4463-9671-906A68A7DC73}" dt="2026-02-08T09:10:52.496" v="9399" actId="167"/>
          <ac:picMkLst>
            <pc:docMk/>
            <pc:sldMk cId="4069241388" sldId="346"/>
            <ac:picMk id="3" creationId="{DFC7F716-F254-24DF-2FD6-E17A46875DCC}"/>
          </ac:picMkLst>
        </pc:picChg>
        <pc:picChg chg="add del">
          <ac:chgData name="Bart Bozon" userId="26c7e87d-a4c1-46b5-bd66-bae5a56eb03c" providerId="ADAL" clId="{E06602E6-6C6E-4463-9671-906A68A7DC73}" dt="2026-02-08T09:10:16.664" v="9384" actId="478"/>
          <ac:picMkLst>
            <pc:docMk/>
            <pc:sldMk cId="4069241388" sldId="346"/>
            <ac:picMk id="8" creationId="{60C94202-74BC-46F1-8687-BA536787434A}"/>
          </ac:picMkLst>
        </pc:picChg>
      </pc:sldChg>
      <pc:sldChg chg="addSp delSp modSp mod">
        <pc:chgData name="Bart Bozon" userId="26c7e87d-a4c1-46b5-bd66-bae5a56eb03c" providerId="ADAL" clId="{E06602E6-6C6E-4463-9671-906A68A7DC73}" dt="2026-02-09T07:23:01.226" v="9544" actId="1076"/>
        <pc:sldMkLst>
          <pc:docMk/>
          <pc:sldMk cId="1608740995" sldId="347"/>
        </pc:sldMkLst>
        <pc:picChg chg="add mod ord">
          <ac:chgData name="Bart Bozon" userId="26c7e87d-a4c1-46b5-bd66-bae5a56eb03c" providerId="ADAL" clId="{E06602E6-6C6E-4463-9671-906A68A7DC73}" dt="2026-02-09T07:23:01.226" v="9544" actId="1076"/>
          <ac:picMkLst>
            <pc:docMk/>
            <pc:sldMk cId="1608740995" sldId="347"/>
            <ac:picMk id="3" creationId="{FE377C14-003F-0805-0709-6BB33249F8C3}"/>
          </ac:picMkLst>
        </pc:picChg>
        <pc:picChg chg="del">
          <ac:chgData name="Bart Bozon" userId="26c7e87d-a4c1-46b5-bd66-bae5a56eb03c" providerId="ADAL" clId="{E06602E6-6C6E-4463-9671-906A68A7DC73}" dt="2026-02-09T07:22:46.711" v="9539" actId="478"/>
          <ac:picMkLst>
            <pc:docMk/>
            <pc:sldMk cId="1608740995" sldId="347"/>
            <ac:picMk id="9" creationId="{C0A2D29C-C791-C7B9-CC15-4EEFA7B46997}"/>
          </ac:picMkLst>
        </pc:picChg>
      </pc:sldChg>
      <pc:sldChg chg="addSp delSp modSp new mod">
        <pc:chgData name="Bart Bozon" userId="26c7e87d-a4c1-46b5-bd66-bae5a56eb03c" providerId="ADAL" clId="{E06602E6-6C6E-4463-9671-906A68A7DC73}" dt="2026-02-08T07:51:25.956" v="7701" actId="20577"/>
        <pc:sldMkLst>
          <pc:docMk/>
          <pc:sldMk cId="1591180363" sldId="348"/>
        </pc:sldMkLst>
        <pc:spChg chg="del">
          <ac:chgData name="Bart Bozon" userId="26c7e87d-a4c1-46b5-bd66-bae5a56eb03c" providerId="ADAL" clId="{E06602E6-6C6E-4463-9671-906A68A7DC73}" dt="2026-02-08T07:49:01.763" v="7629" actId="478"/>
          <ac:spMkLst>
            <pc:docMk/>
            <pc:sldMk cId="1591180363" sldId="348"/>
            <ac:spMk id="2" creationId="{80B198AB-2A20-1A6B-BACE-B1E3E3F2AD4F}"/>
          </ac:spMkLst>
        </pc:spChg>
        <pc:spChg chg="del">
          <ac:chgData name="Bart Bozon" userId="26c7e87d-a4c1-46b5-bd66-bae5a56eb03c" providerId="ADAL" clId="{E06602E6-6C6E-4463-9671-906A68A7DC73}" dt="2026-02-08T07:48:59.270" v="7628" actId="478"/>
          <ac:spMkLst>
            <pc:docMk/>
            <pc:sldMk cId="1591180363" sldId="348"/>
            <ac:spMk id="3" creationId="{F06CCF73-9F61-711E-4813-3DB93383B334}"/>
          </ac:spMkLst>
        </pc:spChg>
        <pc:spChg chg="add del mod">
          <ac:chgData name="Bart Bozon" userId="26c7e87d-a4c1-46b5-bd66-bae5a56eb03c" providerId="ADAL" clId="{E06602E6-6C6E-4463-9671-906A68A7DC73}" dt="2026-02-08T07:50:03.098" v="7635" actId="478"/>
          <ac:spMkLst>
            <pc:docMk/>
            <pc:sldMk cId="1591180363" sldId="348"/>
            <ac:spMk id="6" creationId="{95B1CD7F-6F1C-66C0-61CF-2D0668BB2CC3}"/>
          </ac:spMkLst>
        </pc:spChg>
        <pc:spChg chg="add mod">
          <ac:chgData name="Bart Bozon" userId="26c7e87d-a4c1-46b5-bd66-bae5a56eb03c" providerId="ADAL" clId="{E06602E6-6C6E-4463-9671-906A68A7DC73}" dt="2026-02-08T07:51:25.956" v="7701" actId="20577"/>
          <ac:spMkLst>
            <pc:docMk/>
            <pc:sldMk cId="1591180363" sldId="348"/>
            <ac:spMk id="7" creationId="{16AA1B29-EC05-02EC-DCEC-DF2FA470CD03}"/>
          </ac:spMkLst>
        </pc:spChg>
        <pc:picChg chg="add mod">
          <ac:chgData name="Bart Bozon" userId="26c7e87d-a4c1-46b5-bd66-bae5a56eb03c" providerId="ADAL" clId="{E06602E6-6C6E-4463-9671-906A68A7DC73}" dt="2026-02-08T07:49:05.645" v="7630" actId="1076"/>
          <ac:picMkLst>
            <pc:docMk/>
            <pc:sldMk cId="1591180363" sldId="348"/>
            <ac:picMk id="5" creationId="{9A4E5AF2-D75D-F715-A27F-A3CC6230CBF0}"/>
          </ac:picMkLst>
        </pc:picChg>
      </pc:sldChg>
      <pc:sldChg chg="addSp delSp modSp new mod">
        <pc:chgData name="Bart Bozon" userId="26c7e87d-a4c1-46b5-bd66-bae5a56eb03c" providerId="ADAL" clId="{E06602E6-6C6E-4463-9671-906A68A7DC73}" dt="2026-02-09T17:59:20.445" v="9660" actId="22"/>
        <pc:sldMkLst>
          <pc:docMk/>
          <pc:sldMk cId="3571114278" sldId="349"/>
        </pc:sldMkLst>
        <pc:spChg chg="del">
          <ac:chgData name="Bart Bozon" userId="26c7e87d-a4c1-46b5-bd66-bae5a56eb03c" providerId="ADAL" clId="{E06602E6-6C6E-4463-9671-906A68A7DC73}" dt="2026-02-08T07:52:25.538" v="7710" actId="478"/>
          <ac:spMkLst>
            <pc:docMk/>
            <pc:sldMk cId="3571114278" sldId="349"/>
            <ac:spMk id="2" creationId="{4AB2BD6C-3193-0576-20EB-FCBCC0C5D98C}"/>
          </ac:spMkLst>
        </pc:spChg>
        <pc:spChg chg="del">
          <ac:chgData name="Bart Bozon" userId="26c7e87d-a4c1-46b5-bd66-bae5a56eb03c" providerId="ADAL" clId="{E06602E6-6C6E-4463-9671-906A68A7DC73}" dt="2026-02-08T07:52:23.556" v="7709" actId="478"/>
          <ac:spMkLst>
            <pc:docMk/>
            <pc:sldMk cId="3571114278" sldId="349"/>
            <ac:spMk id="3" creationId="{E003FC1D-F044-41AE-F9FD-FE32F771E8C3}"/>
          </ac:spMkLst>
        </pc:spChg>
        <pc:spChg chg="add mod">
          <ac:chgData name="Bart Bozon" userId="26c7e87d-a4c1-46b5-bd66-bae5a56eb03c" providerId="ADAL" clId="{E06602E6-6C6E-4463-9671-906A68A7DC73}" dt="2026-02-08T07:52:21.813" v="7708" actId="1076"/>
          <ac:spMkLst>
            <pc:docMk/>
            <pc:sldMk cId="3571114278" sldId="349"/>
            <ac:spMk id="5" creationId="{FB88C5A0-898B-A2B6-684A-06C68CF64897}"/>
          </ac:spMkLst>
        </pc:spChg>
        <pc:picChg chg="add">
          <ac:chgData name="Bart Bozon" userId="26c7e87d-a4c1-46b5-bd66-bae5a56eb03c" providerId="ADAL" clId="{E06602E6-6C6E-4463-9671-906A68A7DC73}" dt="2026-02-09T17:59:20.445" v="9660" actId="22"/>
          <ac:picMkLst>
            <pc:docMk/>
            <pc:sldMk cId="3571114278" sldId="349"/>
            <ac:picMk id="3" creationId="{6657CB9C-8F24-4F21-891C-677E36054A6C}"/>
          </ac:picMkLst>
        </pc:picChg>
        <pc:picChg chg="add del">
          <ac:chgData name="Bart Bozon" userId="26c7e87d-a4c1-46b5-bd66-bae5a56eb03c" providerId="ADAL" clId="{E06602E6-6C6E-4463-9671-906A68A7DC73}" dt="2026-02-09T17:59:19.685" v="9659" actId="478"/>
          <ac:picMkLst>
            <pc:docMk/>
            <pc:sldMk cId="3571114278" sldId="349"/>
            <ac:picMk id="7" creationId="{BB88E546-1A95-4A83-7719-47DB677D43EB}"/>
          </ac:picMkLst>
        </pc:picChg>
      </pc:sldChg>
      <pc:sldChg chg="addSp delSp modSp new mod modTransition addAnim delAnim modAnim">
        <pc:chgData name="Bart Bozon" userId="26c7e87d-a4c1-46b5-bd66-bae5a56eb03c" providerId="ADAL" clId="{E06602E6-6C6E-4463-9671-906A68A7DC73}" dt="2026-02-09T17:57:52.210" v="9658" actId="20577"/>
        <pc:sldMkLst>
          <pc:docMk/>
          <pc:sldMk cId="2858159460" sldId="350"/>
        </pc:sldMkLst>
        <pc:spChg chg="del">
          <ac:chgData name="Bart Bozon" userId="26c7e87d-a4c1-46b5-bd66-bae5a56eb03c" providerId="ADAL" clId="{E06602E6-6C6E-4463-9671-906A68A7DC73}" dt="2026-02-08T07:53:22.565" v="7716" actId="478"/>
          <ac:spMkLst>
            <pc:docMk/>
            <pc:sldMk cId="2858159460" sldId="350"/>
            <ac:spMk id="2" creationId="{AB07F150-ACD1-F6CD-F31B-07250C64DFC5}"/>
          </ac:spMkLst>
        </pc:spChg>
        <pc:spChg chg="del">
          <ac:chgData name="Bart Bozon" userId="26c7e87d-a4c1-46b5-bd66-bae5a56eb03c" providerId="ADAL" clId="{E06602E6-6C6E-4463-9671-906A68A7DC73}" dt="2026-02-08T07:53:20.342" v="7715" actId="478"/>
          <ac:spMkLst>
            <pc:docMk/>
            <pc:sldMk cId="2858159460" sldId="350"/>
            <ac:spMk id="3" creationId="{E8DAF2B0-A57E-4AB8-8414-F6141AEC2A55}"/>
          </ac:spMkLst>
        </pc:spChg>
        <pc:spChg chg="add mod">
          <ac:chgData name="Bart Bozon" userId="26c7e87d-a4c1-46b5-bd66-bae5a56eb03c" providerId="ADAL" clId="{E06602E6-6C6E-4463-9671-906A68A7DC73}" dt="2026-02-08T08:31:16.438" v="7880" actId="20577"/>
          <ac:spMkLst>
            <pc:docMk/>
            <pc:sldMk cId="2858159460" sldId="350"/>
            <ac:spMk id="8" creationId="{7A24D147-162E-7814-0CAC-A83870363F5F}"/>
          </ac:spMkLst>
        </pc:spChg>
        <pc:spChg chg="add mod">
          <ac:chgData name="Bart Bozon" userId="26c7e87d-a4c1-46b5-bd66-bae5a56eb03c" providerId="ADAL" clId="{E06602E6-6C6E-4463-9671-906A68A7DC73}" dt="2026-02-08T07:58:40.112" v="7755" actId="1076"/>
          <ac:spMkLst>
            <pc:docMk/>
            <pc:sldMk cId="2858159460" sldId="350"/>
            <ac:spMk id="15" creationId="{EEEC159F-1A6F-998F-F935-8DB4E979D4EA}"/>
          </ac:spMkLst>
        </pc:spChg>
        <pc:spChg chg="add mod">
          <ac:chgData name="Bart Bozon" userId="26c7e87d-a4c1-46b5-bd66-bae5a56eb03c" providerId="ADAL" clId="{E06602E6-6C6E-4463-9671-906A68A7DC73}" dt="2026-02-09T17:57:52.210" v="9658" actId="20577"/>
          <ac:spMkLst>
            <pc:docMk/>
            <pc:sldMk cId="2858159460" sldId="350"/>
            <ac:spMk id="20" creationId="{26312A28-71E1-C8AC-7DE2-7C31FB9160C2}"/>
          </ac:spMkLst>
        </pc:spChg>
        <pc:picChg chg="add del mod">
          <ac:chgData name="Bart Bozon" userId="26c7e87d-a4c1-46b5-bd66-bae5a56eb03c" providerId="ADAL" clId="{E06602E6-6C6E-4463-9671-906A68A7DC73}" dt="2026-02-08T07:53:41.531" v="7718" actId="478"/>
          <ac:picMkLst>
            <pc:docMk/>
            <pc:sldMk cId="2858159460" sldId="350"/>
            <ac:picMk id="5" creationId="{118DED4F-518B-BD75-6ADA-F3A7CD26540A}"/>
          </ac:picMkLst>
        </pc:picChg>
        <pc:picChg chg="add mod">
          <ac:chgData name="Bart Bozon" userId="26c7e87d-a4c1-46b5-bd66-bae5a56eb03c" providerId="ADAL" clId="{E06602E6-6C6E-4463-9671-906A68A7DC73}" dt="2026-02-08T07:53:44.658" v="7720" actId="1076"/>
          <ac:picMkLst>
            <pc:docMk/>
            <pc:sldMk cId="2858159460" sldId="350"/>
            <ac:picMk id="7" creationId="{291B122A-2D8B-2363-BE23-F5EF671B0223}"/>
          </ac:picMkLst>
        </pc:picChg>
        <pc:picChg chg="add del mod">
          <ac:chgData name="Bart Bozon" userId="26c7e87d-a4c1-46b5-bd66-bae5a56eb03c" providerId="ADAL" clId="{E06602E6-6C6E-4463-9671-906A68A7DC73}" dt="2026-02-08T07:57:22.458" v="7741" actId="478"/>
          <ac:picMkLst>
            <pc:docMk/>
            <pc:sldMk cId="2858159460" sldId="350"/>
            <ac:picMk id="10" creationId="{3BE251D7-0425-A58A-1EE9-5561D31512B3}"/>
          </ac:picMkLst>
        </pc:picChg>
        <pc:picChg chg="add del mod">
          <ac:chgData name="Bart Bozon" userId="26c7e87d-a4c1-46b5-bd66-bae5a56eb03c" providerId="ADAL" clId="{E06602E6-6C6E-4463-9671-906A68A7DC73}" dt="2026-02-08T07:57:18.025" v="7738" actId="478"/>
          <ac:picMkLst>
            <pc:docMk/>
            <pc:sldMk cId="2858159460" sldId="350"/>
            <ac:picMk id="12" creationId="{5E573A0F-58D8-AC1C-B826-249F2442B499}"/>
          </ac:picMkLst>
        </pc:picChg>
        <pc:picChg chg="add del mod">
          <ac:chgData name="Bart Bozon" userId="26c7e87d-a4c1-46b5-bd66-bae5a56eb03c" providerId="ADAL" clId="{E06602E6-6C6E-4463-9671-906A68A7DC73}" dt="2026-02-08T08:31:01.621" v="7870" actId="478"/>
          <ac:picMkLst>
            <pc:docMk/>
            <pc:sldMk cId="2858159460" sldId="350"/>
            <ac:picMk id="14" creationId="{DC0CCF11-4C84-451A-FBB8-A6FBDFB97F6A}"/>
          </ac:picMkLst>
        </pc:picChg>
        <pc:picChg chg="add del mod">
          <ac:chgData name="Bart Bozon" userId="26c7e87d-a4c1-46b5-bd66-bae5a56eb03c" providerId="ADAL" clId="{E06602E6-6C6E-4463-9671-906A68A7DC73}" dt="2026-02-08T07:59:14.763" v="7759" actId="22"/>
          <ac:picMkLst>
            <pc:docMk/>
            <pc:sldMk cId="2858159460" sldId="350"/>
            <ac:picMk id="17" creationId="{DD2A00FD-1813-EF72-9379-EBD8BD97B171}"/>
          </ac:picMkLst>
        </pc:picChg>
        <pc:picChg chg="add del mod">
          <ac:chgData name="Bart Bozon" userId="26c7e87d-a4c1-46b5-bd66-bae5a56eb03c" providerId="ADAL" clId="{E06602E6-6C6E-4463-9671-906A68A7DC73}" dt="2026-02-08T08:31:04.967" v="7871" actId="478"/>
          <ac:picMkLst>
            <pc:docMk/>
            <pc:sldMk cId="2858159460" sldId="350"/>
            <ac:picMk id="19" creationId="{4CE2B3FA-DEA0-09F1-F4EB-50DA5D7337DF}"/>
          </ac:picMkLst>
        </pc:picChg>
        <pc:picChg chg="add del mod">
          <ac:chgData name="Bart Bozon" userId="26c7e87d-a4c1-46b5-bd66-bae5a56eb03c" providerId="ADAL" clId="{E06602E6-6C6E-4463-9671-906A68A7DC73}" dt="2026-02-08T08:31:09.059" v="7872" actId="478"/>
          <ac:picMkLst>
            <pc:docMk/>
            <pc:sldMk cId="2858159460" sldId="350"/>
            <ac:picMk id="22" creationId="{E955A7E9-74A1-7E2D-6B21-2F25C2CDF059}"/>
          </ac:picMkLst>
        </pc:picChg>
        <pc:picChg chg="add mod ord">
          <ac:chgData name="Bart Bozon" userId="26c7e87d-a4c1-46b5-bd66-bae5a56eb03c" providerId="ADAL" clId="{E06602E6-6C6E-4463-9671-906A68A7DC73}" dt="2026-02-08T08:35:44.002" v="7885" actId="1076"/>
          <ac:picMkLst>
            <pc:docMk/>
            <pc:sldMk cId="2858159460" sldId="350"/>
            <ac:picMk id="34" creationId="{545F170E-FAAE-BE7D-9C2F-8217694AA0F7}"/>
          </ac:picMkLst>
        </pc:picChg>
        <pc:picChg chg="add mod ord">
          <ac:chgData name="Bart Bozon" userId="26c7e87d-a4c1-46b5-bd66-bae5a56eb03c" providerId="ADAL" clId="{E06602E6-6C6E-4463-9671-906A68A7DC73}" dt="2026-02-08T08:36:22.115" v="7889" actId="1076"/>
          <ac:picMkLst>
            <pc:docMk/>
            <pc:sldMk cId="2858159460" sldId="350"/>
            <ac:picMk id="36" creationId="{92A6D5AE-F5B1-0CDA-15B4-03C2C439697E}"/>
          </ac:picMkLst>
        </pc:picChg>
        <pc:picChg chg="add mod ord">
          <ac:chgData name="Bart Bozon" userId="26c7e87d-a4c1-46b5-bd66-bae5a56eb03c" providerId="ADAL" clId="{E06602E6-6C6E-4463-9671-906A68A7DC73}" dt="2026-02-08T08:37:04.175" v="7894" actId="1076"/>
          <ac:picMkLst>
            <pc:docMk/>
            <pc:sldMk cId="2858159460" sldId="350"/>
            <ac:picMk id="38" creationId="{78C06552-3932-20CE-0DFD-541C8FF73FD2}"/>
          </ac:picMkLst>
        </pc:picChg>
        <pc:cxnChg chg="add mod">
          <ac:chgData name="Bart Bozon" userId="26c7e87d-a4c1-46b5-bd66-bae5a56eb03c" providerId="ADAL" clId="{E06602E6-6C6E-4463-9671-906A68A7DC73}" dt="2026-02-08T08:04:36.114" v="7795" actId="14100"/>
          <ac:cxnSpMkLst>
            <pc:docMk/>
            <pc:sldMk cId="2858159460" sldId="350"/>
            <ac:cxnSpMk id="24" creationId="{AC0F158B-1489-F739-8D78-99DF36565D5A}"/>
          </ac:cxnSpMkLst>
        </pc:cxnChg>
        <pc:cxnChg chg="add mod">
          <ac:chgData name="Bart Bozon" userId="26c7e87d-a4c1-46b5-bd66-bae5a56eb03c" providerId="ADAL" clId="{E06602E6-6C6E-4463-9671-906A68A7DC73}" dt="2026-02-08T08:03:41.597" v="7788" actId="14100"/>
          <ac:cxnSpMkLst>
            <pc:docMk/>
            <pc:sldMk cId="2858159460" sldId="350"/>
            <ac:cxnSpMk id="25" creationId="{FD7D51AF-9813-06ED-9FD5-04702E7A2B28}"/>
          </ac:cxnSpMkLst>
        </pc:cxnChg>
        <pc:cxnChg chg="add mod">
          <ac:chgData name="Bart Bozon" userId="26c7e87d-a4c1-46b5-bd66-bae5a56eb03c" providerId="ADAL" clId="{E06602E6-6C6E-4463-9671-906A68A7DC73}" dt="2026-02-08T08:37:06.908" v="7895" actId="14100"/>
          <ac:cxnSpMkLst>
            <pc:docMk/>
            <pc:sldMk cId="2858159460" sldId="350"/>
            <ac:cxnSpMk id="27" creationId="{90B83F3D-1AAC-516C-316D-2492F6B8C161}"/>
          </ac:cxnSpMkLst>
        </pc:cxnChg>
      </pc:sldChg>
      <pc:sldChg chg="addSp delSp modSp new mod modTransition modAnim">
        <pc:chgData name="Bart Bozon" userId="26c7e87d-a4c1-46b5-bd66-bae5a56eb03c" providerId="ADAL" clId="{E06602E6-6C6E-4463-9671-906A68A7DC73}" dt="2026-02-08T16:40:12.863" v="9443" actId="1076"/>
        <pc:sldMkLst>
          <pc:docMk/>
          <pc:sldMk cId="804269872" sldId="351"/>
        </pc:sldMkLst>
        <pc:spChg chg="del">
          <ac:chgData name="Bart Bozon" userId="26c7e87d-a4c1-46b5-bd66-bae5a56eb03c" providerId="ADAL" clId="{E06602E6-6C6E-4463-9671-906A68A7DC73}" dt="2026-02-08T08:39:10.590" v="7907" actId="478"/>
          <ac:spMkLst>
            <pc:docMk/>
            <pc:sldMk cId="804269872" sldId="351"/>
            <ac:spMk id="2" creationId="{2A505EEC-7033-3ED6-F12A-E19AE4FE1D0F}"/>
          </ac:spMkLst>
        </pc:spChg>
        <pc:spChg chg="del">
          <ac:chgData name="Bart Bozon" userId="26c7e87d-a4c1-46b5-bd66-bae5a56eb03c" providerId="ADAL" clId="{E06602E6-6C6E-4463-9671-906A68A7DC73}" dt="2026-02-08T08:39:12.999" v="7908" actId="478"/>
          <ac:spMkLst>
            <pc:docMk/>
            <pc:sldMk cId="804269872" sldId="351"/>
            <ac:spMk id="3" creationId="{88C534DF-0EBD-C57F-9791-0ECFAD9B8EE6}"/>
          </ac:spMkLst>
        </pc:spChg>
        <pc:spChg chg="add mod">
          <ac:chgData name="Bart Bozon" userId="26c7e87d-a4c1-46b5-bd66-bae5a56eb03c" providerId="ADAL" clId="{E06602E6-6C6E-4463-9671-906A68A7DC73}" dt="2026-02-08T08:41:20.421" v="7968" actId="14100"/>
          <ac:spMkLst>
            <pc:docMk/>
            <pc:sldMk cId="804269872" sldId="351"/>
            <ac:spMk id="6" creationId="{8D001E8E-CA5B-C2CA-732D-6FD8CE1EF6BD}"/>
          </ac:spMkLst>
        </pc:spChg>
        <pc:spChg chg="add mod">
          <ac:chgData name="Bart Bozon" userId="26c7e87d-a4c1-46b5-bd66-bae5a56eb03c" providerId="ADAL" clId="{E06602E6-6C6E-4463-9671-906A68A7DC73}" dt="2026-02-08T08:45:03.401" v="8357" actId="20577"/>
          <ac:spMkLst>
            <pc:docMk/>
            <pc:sldMk cId="804269872" sldId="351"/>
            <ac:spMk id="7" creationId="{1F584F94-35B6-24FF-3D90-917E2DDFA96D}"/>
          </ac:spMkLst>
        </pc:spChg>
        <pc:spChg chg="add mod">
          <ac:chgData name="Bart Bozon" userId="26c7e87d-a4c1-46b5-bd66-bae5a56eb03c" providerId="ADAL" clId="{E06602E6-6C6E-4463-9671-906A68A7DC73}" dt="2026-02-08T08:45:18.913" v="8376" actId="20577"/>
          <ac:spMkLst>
            <pc:docMk/>
            <pc:sldMk cId="804269872" sldId="351"/>
            <ac:spMk id="8" creationId="{F42A0716-4DC9-8A8E-5A44-AB4CB516ED07}"/>
          </ac:spMkLst>
        </pc:spChg>
        <pc:spChg chg="add mod">
          <ac:chgData name="Bart Bozon" userId="26c7e87d-a4c1-46b5-bd66-bae5a56eb03c" providerId="ADAL" clId="{E06602E6-6C6E-4463-9671-906A68A7DC73}" dt="2026-02-08T08:43:34.815" v="8176" actId="14100"/>
          <ac:spMkLst>
            <pc:docMk/>
            <pc:sldMk cId="804269872" sldId="351"/>
            <ac:spMk id="9" creationId="{5F78226C-1087-E227-D0A5-4F58A346D8E8}"/>
          </ac:spMkLst>
        </pc:spChg>
        <pc:spChg chg="add mod">
          <ac:chgData name="Bart Bozon" userId="26c7e87d-a4c1-46b5-bd66-bae5a56eb03c" providerId="ADAL" clId="{E06602E6-6C6E-4463-9671-906A68A7DC73}" dt="2026-02-08T08:44:46.725" v="8341" actId="14100"/>
          <ac:spMkLst>
            <pc:docMk/>
            <pc:sldMk cId="804269872" sldId="351"/>
            <ac:spMk id="10" creationId="{C3BC8056-CBA7-F43F-DFF5-DB7A8669EE9B}"/>
          </ac:spMkLst>
        </pc:spChg>
        <pc:picChg chg="add mod ord">
          <ac:chgData name="Bart Bozon" userId="26c7e87d-a4c1-46b5-bd66-bae5a56eb03c" providerId="ADAL" clId="{E06602E6-6C6E-4463-9671-906A68A7DC73}" dt="2026-02-08T16:40:12.863" v="9443" actId="1076"/>
          <ac:picMkLst>
            <pc:docMk/>
            <pc:sldMk cId="804269872" sldId="351"/>
            <ac:picMk id="3" creationId="{236BD86C-B1F4-8862-6771-6CEB848EEFEF}"/>
          </ac:picMkLst>
        </pc:picChg>
        <pc:picChg chg="add del mod">
          <ac:chgData name="Bart Bozon" userId="26c7e87d-a4c1-46b5-bd66-bae5a56eb03c" providerId="ADAL" clId="{E06602E6-6C6E-4463-9671-906A68A7DC73}" dt="2026-02-08T16:39:15.918" v="9436" actId="478"/>
          <ac:picMkLst>
            <pc:docMk/>
            <pc:sldMk cId="804269872" sldId="351"/>
            <ac:picMk id="5" creationId="{35FB4382-B0DE-2BC8-C30E-31DA3D96507D}"/>
          </ac:picMkLst>
        </pc:picChg>
      </pc:sldChg>
      <pc:sldChg chg="addSp delSp modSp add mod modTransition">
        <pc:chgData name="Bart Bozon" userId="26c7e87d-a4c1-46b5-bd66-bae5a56eb03c" providerId="ADAL" clId="{E06602E6-6C6E-4463-9671-906A68A7DC73}" dt="2026-02-08T16:43:08.363" v="9489" actId="1036"/>
        <pc:sldMkLst>
          <pc:docMk/>
          <pc:sldMk cId="1770673147" sldId="352"/>
        </pc:sldMkLst>
        <pc:spChg chg="mod">
          <ac:chgData name="Bart Bozon" userId="26c7e87d-a4c1-46b5-bd66-bae5a56eb03c" providerId="ADAL" clId="{E06602E6-6C6E-4463-9671-906A68A7DC73}" dt="2026-02-08T08:48:31.948" v="8382" actId="14100"/>
          <ac:spMkLst>
            <pc:docMk/>
            <pc:sldMk cId="1770673147" sldId="352"/>
            <ac:spMk id="6" creationId="{6E2D337E-7012-2260-8759-2D68E1EE1829}"/>
          </ac:spMkLst>
        </pc:spChg>
        <pc:spChg chg="mod">
          <ac:chgData name="Bart Bozon" userId="26c7e87d-a4c1-46b5-bd66-bae5a56eb03c" providerId="ADAL" clId="{E06602E6-6C6E-4463-9671-906A68A7DC73}" dt="2026-02-08T08:48:41.175" v="8384" actId="14100"/>
          <ac:spMkLst>
            <pc:docMk/>
            <pc:sldMk cId="1770673147" sldId="352"/>
            <ac:spMk id="7" creationId="{16211752-6A04-3FF7-55FC-D4211EA9650B}"/>
          </ac:spMkLst>
        </pc:spChg>
        <pc:spChg chg="mod">
          <ac:chgData name="Bart Bozon" userId="26c7e87d-a4c1-46b5-bd66-bae5a56eb03c" providerId="ADAL" clId="{E06602E6-6C6E-4463-9671-906A68A7DC73}" dt="2026-02-08T08:49:21.972" v="8438" actId="20577"/>
          <ac:spMkLst>
            <pc:docMk/>
            <pc:sldMk cId="1770673147" sldId="352"/>
            <ac:spMk id="8" creationId="{DC76119F-4669-2391-62C7-D3F32F6234AA}"/>
          </ac:spMkLst>
        </pc:spChg>
        <pc:spChg chg="mod">
          <ac:chgData name="Bart Bozon" userId="26c7e87d-a4c1-46b5-bd66-bae5a56eb03c" providerId="ADAL" clId="{E06602E6-6C6E-4463-9671-906A68A7DC73}" dt="2026-02-08T16:43:08.363" v="9489" actId="1036"/>
          <ac:spMkLst>
            <pc:docMk/>
            <pc:sldMk cId="1770673147" sldId="352"/>
            <ac:spMk id="9" creationId="{1ACE0141-ABA3-418C-1B35-C960A68AB961}"/>
          </ac:spMkLst>
        </pc:spChg>
        <pc:spChg chg="mod">
          <ac:chgData name="Bart Bozon" userId="26c7e87d-a4c1-46b5-bd66-bae5a56eb03c" providerId="ADAL" clId="{E06602E6-6C6E-4463-9671-906A68A7DC73}" dt="2026-02-08T08:49:31.315" v="8440" actId="14100"/>
          <ac:spMkLst>
            <pc:docMk/>
            <pc:sldMk cId="1770673147" sldId="352"/>
            <ac:spMk id="10" creationId="{E1B4F23D-3F63-3D2C-FA8A-5DDB42AB82B4}"/>
          </ac:spMkLst>
        </pc:spChg>
        <pc:picChg chg="add mod ord">
          <ac:chgData name="Bart Bozon" userId="26c7e87d-a4c1-46b5-bd66-bae5a56eb03c" providerId="ADAL" clId="{E06602E6-6C6E-4463-9671-906A68A7DC73}" dt="2026-02-08T16:40:23.937" v="9445" actId="167"/>
          <ac:picMkLst>
            <pc:docMk/>
            <pc:sldMk cId="1770673147" sldId="352"/>
            <ac:picMk id="2" creationId="{C05C2940-13F7-9DAD-B18E-E1BFCB74A417}"/>
          </ac:picMkLst>
        </pc:picChg>
        <pc:picChg chg="del">
          <ac:chgData name="Bart Bozon" userId="26c7e87d-a4c1-46b5-bd66-bae5a56eb03c" providerId="ADAL" clId="{E06602E6-6C6E-4463-9671-906A68A7DC73}" dt="2026-02-08T16:38:41.236" v="9433" actId="478"/>
          <ac:picMkLst>
            <pc:docMk/>
            <pc:sldMk cId="1770673147" sldId="352"/>
            <ac:picMk id="5" creationId="{72B7A068-839F-21A9-2A5D-BF5D438544E8}"/>
          </ac:picMkLst>
        </pc:picChg>
      </pc:sldChg>
      <pc:sldChg chg="addSp delSp modSp new mod modTransition modAnim">
        <pc:chgData name="Bart Bozon" userId="26c7e87d-a4c1-46b5-bd66-bae5a56eb03c" providerId="ADAL" clId="{E06602E6-6C6E-4463-9671-906A68A7DC73}" dt="2026-02-09T18:03:27.980" v="9708" actId="14100"/>
        <pc:sldMkLst>
          <pc:docMk/>
          <pc:sldMk cId="2321545520" sldId="353"/>
        </pc:sldMkLst>
        <pc:spChg chg="del">
          <ac:chgData name="Bart Bozon" userId="26c7e87d-a4c1-46b5-bd66-bae5a56eb03c" providerId="ADAL" clId="{E06602E6-6C6E-4463-9671-906A68A7DC73}" dt="2026-02-08T08:52:49.993" v="8445" actId="478"/>
          <ac:spMkLst>
            <pc:docMk/>
            <pc:sldMk cId="2321545520" sldId="353"/>
            <ac:spMk id="2" creationId="{4C16247E-1DD7-8388-1117-3A7A382A9034}"/>
          </ac:spMkLst>
        </pc:spChg>
        <pc:spChg chg="del">
          <ac:chgData name="Bart Bozon" userId="26c7e87d-a4c1-46b5-bd66-bae5a56eb03c" providerId="ADAL" clId="{E06602E6-6C6E-4463-9671-906A68A7DC73}" dt="2026-02-08T08:52:47.325" v="8444" actId="478"/>
          <ac:spMkLst>
            <pc:docMk/>
            <pc:sldMk cId="2321545520" sldId="353"/>
            <ac:spMk id="3" creationId="{C778B5BE-EDCD-581D-254B-A2DC4420B316}"/>
          </ac:spMkLst>
        </pc:spChg>
        <pc:spChg chg="add mod">
          <ac:chgData name="Bart Bozon" userId="26c7e87d-a4c1-46b5-bd66-bae5a56eb03c" providerId="ADAL" clId="{E06602E6-6C6E-4463-9671-906A68A7DC73}" dt="2026-02-08T08:53:48.761" v="8484" actId="20577"/>
          <ac:spMkLst>
            <pc:docMk/>
            <pc:sldMk cId="2321545520" sldId="353"/>
            <ac:spMk id="6" creationId="{24A3FA43-3895-6F2D-DA54-1B794225A97D}"/>
          </ac:spMkLst>
        </pc:spChg>
        <pc:spChg chg="add mod">
          <ac:chgData name="Bart Bozon" userId="26c7e87d-a4c1-46b5-bd66-bae5a56eb03c" providerId="ADAL" clId="{E06602E6-6C6E-4463-9671-906A68A7DC73}" dt="2026-02-08T08:54:20.997" v="8507" actId="14100"/>
          <ac:spMkLst>
            <pc:docMk/>
            <pc:sldMk cId="2321545520" sldId="353"/>
            <ac:spMk id="7" creationId="{5C81D455-94E5-1336-5AAE-4A2FBA5A16FA}"/>
          </ac:spMkLst>
        </pc:spChg>
        <pc:spChg chg="add mod">
          <ac:chgData name="Bart Bozon" userId="26c7e87d-a4c1-46b5-bd66-bae5a56eb03c" providerId="ADAL" clId="{E06602E6-6C6E-4463-9671-906A68A7DC73}" dt="2026-02-08T08:54:36.521" v="8513" actId="20577"/>
          <ac:spMkLst>
            <pc:docMk/>
            <pc:sldMk cId="2321545520" sldId="353"/>
            <ac:spMk id="8" creationId="{796C21E9-5765-2968-DD3A-582B327A42F1}"/>
          </ac:spMkLst>
        </pc:spChg>
        <pc:spChg chg="add mod">
          <ac:chgData name="Bart Bozon" userId="26c7e87d-a4c1-46b5-bd66-bae5a56eb03c" providerId="ADAL" clId="{E06602E6-6C6E-4463-9671-906A68A7DC73}" dt="2026-02-09T18:03:27.980" v="9708" actId="14100"/>
          <ac:spMkLst>
            <pc:docMk/>
            <pc:sldMk cId="2321545520" sldId="353"/>
            <ac:spMk id="9" creationId="{B7BC3EA7-1790-047E-208E-C5A454C1D6B9}"/>
          </ac:spMkLst>
        </pc:spChg>
        <pc:spChg chg="add mod">
          <ac:chgData name="Bart Bozon" userId="26c7e87d-a4c1-46b5-bd66-bae5a56eb03c" providerId="ADAL" clId="{E06602E6-6C6E-4463-9671-906A68A7DC73}" dt="2026-02-08T16:59:01.915" v="9510" actId="14100"/>
          <ac:spMkLst>
            <pc:docMk/>
            <pc:sldMk cId="2321545520" sldId="353"/>
            <ac:spMk id="10" creationId="{73D85514-E0D8-9DD4-2463-59FC68740072}"/>
          </ac:spMkLst>
        </pc:spChg>
        <pc:picChg chg="add del mod ord">
          <ac:chgData name="Bart Bozon" userId="26c7e87d-a4c1-46b5-bd66-bae5a56eb03c" providerId="ADAL" clId="{E06602E6-6C6E-4463-9671-906A68A7DC73}" dt="2026-02-09T18:00:48.489" v="9682" actId="478"/>
          <ac:picMkLst>
            <pc:docMk/>
            <pc:sldMk cId="2321545520" sldId="353"/>
            <ac:picMk id="3" creationId="{66344E25-4F03-C2AF-2C33-49401D687396}"/>
          </ac:picMkLst>
        </pc:picChg>
        <pc:picChg chg="add del ord">
          <ac:chgData name="Bart Bozon" userId="26c7e87d-a4c1-46b5-bd66-bae5a56eb03c" providerId="ADAL" clId="{E06602E6-6C6E-4463-9671-906A68A7DC73}" dt="2026-02-09T18:00:01.862" v="9665" actId="22"/>
          <ac:picMkLst>
            <pc:docMk/>
            <pc:sldMk cId="2321545520" sldId="353"/>
            <ac:picMk id="4" creationId="{A7A63D8C-0E7D-BF3B-3FCD-AB653BCB2034}"/>
          </ac:picMkLst>
        </pc:picChg>
        <pc:picChg chg="add del mod">
          <ac:chgData name="Bart Bozon" userId="26c7e87d-a4c1-46b5-bd66-bae5a56eb03c" providerId="ADAL" clId="{E06602E6-6C6E-4463-9671-906A68A7DC73}" dt="2026-02-08T16:40:57.559" v="9446" actId="478"/>
          <ac:picMkLst>
            <pc:docMk/>
            <pc:sldMk cId="2321545520" sldId="353"/>
            <ac:picMk id="5" creationId="{47224E7A-5A79-384D-C54A-6B4A16634269}"/>
          </ac:picMkLst>
        </pc:picChg>
        <pc:picChg chg="add mod ord">
          <ac:chgData name="Bart Bozon" userId="26c7e87d-a4c1-46b5-bd66-bae5a56eb03c" providerId="ADAL" clId="{E06602E6-6C6E-4463-9671-906A68A7DC73}" dt="2026-02-09T18:03:10.033" v="9698" actId="1076"/>
          <ac:picMkLst>
            <pc:docMk/>
            <pc:sldMk cId="2321545520" sldId="353"/>
            <ac:picMk id="11" creationId="{DBEC726F-5499-C7F1-41CF-76307461DAFB}"/>
          </ac:picMkLst>
        </pc:picChg>
      </pc:sldChg>
      <pc:sldChg chg="addSp delSp modSp add mod modTransition delAnim">
        <pc:chgData name="Bart Bozon" userId="26c7e87d-a4c1-46b5-bd66-bae5a56eb03c" providerId="ADAL" clId="{E06602E6-6C6E-4463-9671-906A68A7DC73}" dt="2026-02-09T18:01:27.165" v="9687" actId="1076"/>
        <pc:sldMkLst>
          <pc:docMk/>
          <pc:sldMk cId="1596151902" sldId="354"/>
        </pc:sldMkLst>
        <pc:spChg chg="mod">
          <ac:chgData name="Bart Bozon" userId="26c7e87d-a4c1-46b5-bd66-bae5a56eb03c" providerId="ADAL" clId="{E06602E6-6C6E-4463-9671-906A68A7DC73}" dt="2026-02-09T18:01:18.002" v="9686" actId="1076"/>
          <ac:spMkLst>
            <pc:docMk/>
            <pc:sldMk cId="1596151902" sldId="354"/>
            <ac:spMk id="6" creationId="{DB9D4278-4E19-AB78-1A05-3F13685040EA}"/>
          </ac:spMkLst>
        </pc:spChg>
        <pc:spChg chg="mod">
          <ac:chgData name="Bart Bozon" userId="26c7e87d-a4c1-46b5-bd66-bae5a56eb03c" providerId="ADAL" clId="{E06602E6-6C6E-4463-9671-906A68A7DC73}" dt="2026-02-08T08:57:32.658" v="8772" actId="14100"/>
          <ac:spMkLst>
            <pc:docMk/>
            <pc:sldMk cId="1596151902" sldId="354"/>
            <ac:spMk id="7" creationId="{D63BFF5E-D5BB-7978-7547-43B43B78C4D5}"/>
          </ac:spMkLst>
        </pc:spChg>
        <pc:spChg chg="mod">
          <ac:chgData name="Bart Bozon" userId="26c7e87d-a4c1-46b5-bd66-bae5a56eb03c" providerId="ADAL" clId="{E06602E6-6C6E-4463-9671-906A68A7DC73}" dt="2026-02-09T18:01:27.165" v="9687" actId="1076"/>
          <ac:spMkLst>
            <pc:docMk/>
            <pc:sldMk cId="1596151902" sldId="354"/>
            <ac:spMk id="8" creationId="{A5E636DE-F1DB-33CB-6FD4-16030398C31F}"/>
          </ac:spMkLst>
        </pc:spChg>
        <pc:spChg chg="mod">
          <ac:chgData name="Bart Bozon" userId="26c7e87d-a4c1-46b5-bd66-bae5a56eb03c" providerId="ADAL" clId="{E06602E6-6C6E-4463-9671-906A68A7DC73}" dt="2026-02-08T08:56:27.644" v="8719" actId="14100"/>
          <ac:spMkLst>
            <pc:docMk/>
            <pc:sldMk cId="1596151902" sldId="354"/>
            <ac:spMk id="9" creationId="{CA796339-2E34-0119-BDE0-F1AC995FAD01}"/>
          </ac:spMkLst>
        </pc:spChg>
        <pc:spChg chg="del mod">
          <ac:chgData name="Bart Bozon" userId="26c7e87d-a4c1-46b5-bd66-bae5a56eb03c" providerId="ADAL" clId="{E06602E6-6C6E-4463-9671-906A68A7DC73}" dt="2026-02-08T08:57:59.599" v="8775" actId="478"/>
          <ac:spMkLst>
            <pc:docMk/>
            <pc:sldMk cId="1596151902" sldId="354"/>
            <ac:spMk id="10" creationId="{AC696A36-1E50-764E-CA46-B1DE52E00362}"/>
          </ac:spMkLst>
        </pc:spChg>
        <pc:picChg chg="add mod ord">
          <ac:chgData name="Bart Bozon" userId="26c7e87d-a4c1-46b5-bd66-bae5a56eb03c" providerId="ADAL" clId="{E06602E6-6C6E-4463-9671-906A68A7DC73}" dt="2026-02-09T18:01:06.367" v="9684" actId="167"/>
          <ac:picMkLst>
            <pc:docMk/>
            <pc:sldMk cId="1596151902" sldId="354"/>
            <ac:picMk id="2" creationId="{2F0F146E-348D-8444-4639-E064FACF96D7}"/>
          </ac:picMkLst>
        </pc:picChg>
        <pc:picChg chg="add mod">
          <ac:chgData name="Bart Bozon" userId="26c7e87d-a4c1-46b5-bd66-bae5a56eb03c" providerId="ADAL" clId="{E06602E6-6C6E-4463-9671-906A68A7DC73}" dt="2026-02-08T16:41:36.752" v="9452"/>
          <ac:picMkLst>
            <pc:docMk/>
            <pc:sldMk cId="1596151902" sldId="354"/>
            <ac:picMk id="2" creationId="{AF7413EF-DBDD-5025-9CF3-DF0738FEF879}"/>
          </ac:picMkLst>
        </pc:picChg>
        <pc:picChg chg="add del mod ord">
          <ac:chgData name="Bart Bozon" userId="26c7e87d-a4c1-46b5-bd66-bae5a56eb03c" providerId="ADAL" clId="{E06602E6-6C6E-4463-9671-906A68A7DC73}" dt="2026-02-09T18:01:08.583" v="9685" actId="478"/>
          <ac:picMkLst>
            <pc:docMk/>
            <pc:sldMk cId="1596151902" sldId="354"/>
            <ac:picMk id="3" creationId="{2B38A85B-5C99-2607-6488-484CC5FADE35}"/>
          </ac:picMkLst>
        </pc:picChg>
        <pc:picChg chg="del mod">
          <ac:chgData name="Bart Bozon" userId="26c7e87d-a4c1-46b5-bd66-bae5a56eb03c" providerId="ADAL" clId="{E06602E6-6C6E-4463-9671-906A68A7DC73}" dt="2026-02-08T16:41:35.876" v="9451" actId="478"/>
          <ac:picMkLst>
            <pc:docMk/>
            <pc:sldMk cId="1596151902" sldId="354"/>
            <ac:picMk id="5" creationId="{4C35959D-0946-C95F-9FE8-453FB9C4F1F5}"/>
          </ac:picMkLst>
        </pc:picChg>
      </pc:sldChg>
      <pc:sldChg chg="addSp delSp modSp add mod modTransition">
        <pc:chgData name="Bart Bozon" userId="26c7e87d-a4c1-46b5-bd66-bae5a56eb03c" providerId="ADAL" clId="{E06602E6-6C6E-4463-9671-906A68A7DC73}" dt="2026-02-09T18:02:22.527" v="9696" actId="1076"/>
        <pc:sldMkLst>
          <pc:docMk/>
          <pc:sldMk cId="3408821405" sldId="355"/>
        </pc:sldMkLst>
        <pc:spChg chg="mod">
          <ac:chgData name="Bart Bozon" userId="26c7e87d-a4c1-46b5-bd66-bae5a56eb03c" providerId="ADAL" clId="{E06602E6-6C6E-4463-9671-906A68A7DC73}" dt="2026-02-09T18:01:54.031" v="9693" actId="1076"/>
          <ac:spMkLst>
            <pc:docMk/>
            <pc:sldMk cId="3408821405" sldId="355"/>
            <ac:spMk id="6" creationId="{25FFDEAC-B67A-8DFE-379A-AB95A681BA7A}"/>
          </ac:spMkLst>
        </pc:spChg>
        <pc:spChg chg="mod">
          <ac:chgData name="Bart Bozon" userId="26c7e87d-a4c1-46b5-bd66-bae5a56eb03c" providerId="ADAL" clId="{E06602E6-6C6E-4463-9671-906A68A7DC73}" dt="2026-02-09T18:01:49.234" v="9692" actId="1076"/>
          <ac:spMkLst>
            <pc:docMk/>
            <pc:sldMk cId="3408821405" sldId="355"/>
            <ac:spMk id="7" creationId="{7A6CA2F9-E580-3460-31E5-BC6229EE9FCA}"/>
          </ac:spMkLst>
        </pc:spChg>
        <pc:spChg chg="mod">
          <ac:chgData name="Bart Bozon" userId="26c7e87d-a4c1-46b5-bd66-bae5a56eb03c" providerId="ADAL" clId="{E06602E6-6C6E-4463-9671-906A68A7DC73}" dt="2026-02-09T18:02:22.527" v="9696" actId="1076"/>
          <ac:spMkLst>
            <pc:docMk/>
            <pc:sldMk cId="3408821405" sldId="355"/>
            <ac:spMk id="8" creationId="{A4BED3AE-FA5E-ED97-EA1A-C9A646898D85}"/>
          </ac:spMkLst>
        </pc:spChg>
        <pc:spChg chg="mod">
          <ac:chgData name="Bart Bozon" userId="26c7e87d-a4c1-46b5-bd66-bae5a56eb03c" providerId="ADAL" clId="{E06602E6-6C6E-4463-9671-906A68A7DC73}" dt="2026-02-09T18:01:56.445" v="9694" actId="1076"/>
          <ac:spMkLst>
            <pc:docMk/>
            <pc:sldMk cId="3408821405" sldId="355"/>
            <ac:spMk id="9" creationId="{0FB61676-B4CD-3787-E9D7-5F59DBC59125}"/>
          </ac:spMkLst>
        </pc:spChg>
        <pc:picChg chg="add del mod ord">
          <ac:chgData name="Bart Bozon" userId="26c7e87d-a4c1-46b5-bd66-bae5a56eb03c" providerId="ADAL" clId="{E06602E6-6C6E-4463-9671-906A68A7DC73}" dt="2026-02-09T18:01:39.735" v="9690" actId="478"/>
          <ac:picMkLst>
            <pc:docMk/>
            <pc:sldMk cId="3408821405" sldId="355"/>
            <ac:picMk id="2" creationId="{D677E704-1799-24D6-5144-8CB0BAE1C16E}"/>
          </ac:picMkLst>
        </pc:picChg>
        <pc:picChg chg="add mod ord">
          <ac:chgData name="Bart Bozon" userId="26c7e87d-a4c1-46b5-bd66-bae5a56eb03c" providerId="ADAL" clId="{E06602E6-6C6E-4463-9671-906A68A7DC73}" dt="2026-02-09T18:01:35.572" v="9689" actId="167"/>
          <ac:picMkLst>
            <pc:docMk/>
            <pc:sldMk cId="3408821405" sldId="355"/>
            <ac:picMk id="3" creationId="{518B237F-68EA-2791-8205-78E9B347A2D2}"/>
          </ac:picMkLst>
        </pc:picChg>
        <pc:picChg chg="del">
          <ac:chgData name="Bart Bozon" userId="26c7e87d-a4c1-46b5-bd66-bae5a56eb03c" providerId="ADAL" clId="{E06602E6-6C6E-4463-9671-906A68A7DC73}" dt="2026-02-08T16:42:05.445" v="9470" actId="478"/>
          <ac:picMkLst>
            <pc:docMk/>
            <pc:sldMk cId="3408821405" sldId="355"/>
            <ac:picMk id="5" creationId="{0057106D-05E4-A905-7F29-235317F39E17}"/>
          </ac:picMkLst>
        </pc:picChg>
      </pc:sldChg>
      <pc:sldChg chg="addSp delSp modSp new mod modTransition">
        <pc:chgData name="Bart Bozon" userId="26c7e87d-a4c1-46b5-bd66-bae5a56eb03c" providerId="ADAL" clId="{E06602E6-6C6E-4463-9671-906A68A7DC73}" dt="2026-02-08T16:57:27.636" v="9508" actId="1076"/>
        <pc:sldMkLst>
          <pc:docMk/>
          <pc:sldMk cId="1017338265" sldId="356"/>
        </pc:sldMkLst>
        <pc:spChg chg="del">
          <ac:chgData name="Bart Bozon" userId="26c7e87d-a4c1-46b5-bd66-bae5a56eb03c" providerId="ADAL" clId="{E06602E6-6C6E-4463-9671-906A68A7DC73}" dt="2026-02-08T16:55:19.490" v="9491" actId="478"/>
          <ac:spMkLst>
            <pc:docMk/>
            <pc:sldMk cId="1017338265" sldId="356"/>
            <ac:spMk id="2" creationId="{D3EB0EF0-9525-453B-FD53-D18CFD294BA3}"/>
          </ac:spMkLst>
        </pc:spChg>
        <pc:spChg chg="del">
          <ac:chgData name="Bart Bozon" userId="26c7e87d-a4c1-46b5-bd66-bae5a56eb03c" providerId="ADAL" clId="{E06602E6-6C6E-4463-9671-906A68A7DC73}" dt="2026-02-08T16:55:19.490" v="9491" actId="478"/>
          <ac:spMkLst>
            <pc:docMk/>
            <pc:sldMk cId="1017338265" sldId="356"/>
            <ac:spMk id="3" creationId="{F416FBE2-277D-AAFD-F2BE-420328977695}"/>
          </ac:spMkLst>
        </pc:spChg>
        <pc:picChg chg="add del mod">
          <ac:chgData name="Bart Bozon" userId="26c7e87d-a4c1-46b5-bd66-bae5a56eb03c" providerId="ADAL" clId="{E06602E6-6C6E-4463-9671-906A68A7DC73}" dt="2026-02-08T16:55:36.531" v="9496" actId="478"/>
          <ac:picMkLst>
            <pc:docMk/>
            <pc:sldMk cId="1017338265" sldId="356"/>
            <ac:picMk id="5" creationId="{0605AD22-F1E3-48A2-4E4D-192723FBDFD2}"/>
          </ac:picMkLst>
        </pc:picChg>
        <pc:picChg chg="add del mod">
          <ac:chgData name="Bart Bozon" userId="26c7e87d-a4c1-46b5-bd66-bae5a56eb03c" providerId="ADAL" clId="{E06602E6-6C6E-4463-9671-906A68A7DC73}" dt="2026-02-08T16:57:13.046" v="9504" actId="478"/>
          <ac:picMkLst>
            <pc:docMk/>
            <pc:sldMk cId="1017338265" sldId="356"/>
            <ac:picMk id="7" creationId="{5D7DB9E8-668D-0A6D-A8F9-58069D29F120}"/>
          </ac:picMkLst>
        </pc:picChg>
        <pc:picChg chg="add mod">
          <ac:chgData name="Bart Bozon" userId="26c7e87d-a4c1-46b5-bd66-bae5a56eb03c" providerId="ADAL" clId="{E06602E6-6C6E-4463-9671-906A68A7DC73}" dt="2026-02-08T16:57:27.636" v="9508" actId="1076"/>
          <ac:picMkLst>
            <pc:docMk/>
            <pc:sldMk cId="1017338265" sldId="356"/>
            <ac:picMk id="9" creationId="{E653CDE1-AE03-622F-FC6E-9F9CB8B27A27}"/>
          </ac:picMkLst>
        </pc:picChg>
      </pc:sldChg>
      <pc:sldChg chg="modSp new mod">
        <pc:chgData name="Bart Bozon" userId="26c7e87d-a4c1-46b5-bd66-bae5a56eb03c" providerId="ADAL" clId="{E06602E6-6C6E-4463-9671-906A68A7DC73}" dt="2026-02-09T18:04:10.592" v="9755" actId="20577"/>
        <pc:sldMkLst>
          <pc:docMk/>
          <pc:sldMk cId="2529997506" sldId="357"/>
        </pc:sldMkLst>
        <pc:spChg chg="mod">
          <ac:chgData name="Bart Bozon" userId="26c7e87d-a4c1-46b5-bd66-bae5a56eb03c" providerId="ADAL" clId="{E06602E6-6C6E-4463-9671-906A68A7DC73}" dt="2026-02-09T07:16:47.763" v="9534" actId="20577"/>
          <ac:spMkLst>
            <pc:docMk/>
            <pc:sldMk cId="2529997506" sldId="357"/>
            <ac:spMk id="2" creationId="{4C1D7EE6-1448-B879-4176-7B6285556DEE}"/>
          </ac:spMkLst>
        </pc:spChg>
        <pc:spChg chg="mod">
          <ac:chgData name="Bart Bozon" userId="26c7e87d-a4c1-46b5-bd66-bae5a56eb03c" providerId="ADAL" clId="{E06602E6-6C6E-4463-9671-906A68A7DC73}" dt="2026-02-09T18:04:10.592" v="9755" actId="20577"/>
          <ac:spMkLst>
            <pc:docMk/>
            <pc:sldMk cId="2529997506" sldId="357"/>
            <ac:spMk id="3" creationId="{6ADBB523-760F-FB39-3EA1-AD2A55C4DD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6FA3-B64D-FE1A-E995-6766BBC23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3A405-0451-BA27-311C-7079E8B67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2133-3A51-82DD-8959-BA8B36F16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714CF-295C-FD67-5365-856F8DDF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B7499-51BE-19EB-589B-248CEC0B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2167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F5B3-F071-D8D9-9B57-B5D8AEEB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CBFE1-7723-C4D6-BB59-CDCF4A5BB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03A52-374A-0BB6-4309-619DDD9D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22294-B29D-CFBF-C9C3-83269CEA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9AA61-CCF5-FF08-AF43-7C05D05C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104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CC030-7454-AFF4-E4A6-CAD484755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0A5E7-8841-75DB-14B3-9D1CE705F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E3933-1133-BC06-2844-BCC275E3E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AFD3F-2E1C-4ECA-0F85-740AAC39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A34EB-91FA-95AC-238B-0E5DB87A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318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CB18-7C9E-AA5A-826C-4696CA8A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A4278-B7E0-2A8C-4E07-CCC671F39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A774B-1A5B-2CF1-3FA3-3DCB2B523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7DF6D-5D9B-7C91-940A-54C48B111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A5DA5-EEB3-F227-B201-85F71BE4C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875CC-94E3-948D-B3A9-4FFBBA2E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789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0924-CE1A-3149-61D1-467BC33B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8DFEB-F35B-C165-CE62-A6B3A6CCD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FC409-506E-BD13-5F8E-3F6C6CD3A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33EAD-ECEF-8975-4862-5CEC2F2BD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C39C3-6218-82E6-A854-8F9076BDF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CA518-41F2-C358-326A-D5F2B343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069E24-6FC3-8D23-762C-940D795DE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E9827-212D-3D7B-1709-5F16775E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217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CCFA-D644-3AA6-DE13-3884F535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B8934-E3EA-A402-EF7F-3260A9FE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899F9-B8F0-5437-E618-2F70554B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4B9E6-5970-C40C-EB6E-9175216A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753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64E387-0783-C03D-816C-27B1A0F9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ECD9BE-4ED6-56BD-FE0E-5D707551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1382F-6981-437A-E96A-7FDEBB38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154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E447-0B87-B33C-E98F-739A14F2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9E30E-B84B-1393-60E3-0972862EB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BE509-847D-E615-7590-C5B9B9628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C1191-E372-A647-9CBB-3E0750EE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D30A8-3FA9-8ED5-E51D-00E51F50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368E1-4EDB-53B4-EB1F-D0294F19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9156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D9A-22D0-375D-7EA4-379ECCE00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F916E-DFD6-1D9F-5713-0AF61ADFA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C033E-14FC-72B9-9738-3C63EED3D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8827E-5EC7-2C7F-0FD2-A2E97453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D9B78-1A67-376B-2FC7-486BB0E9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FD214-86AA-4EA4-45E4-601B8F50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025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0E3E6-B2AF-2E7E-E3B7-033CCCB0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B29B6-18D4-4CA4-8F13-70DD538F5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6A9A2-17CA-F9F9-A692-3896EF8F6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99F6C-2F78-E9B7-EECA-C57DAA27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6CC5F-803C-CA94-660B-664AB01B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171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5D49C-32C7-BF35-6245-720BDEFC2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595BA-2C05-D27A-C84D-00B7C4669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8F8C-1CB9-4A63-8762-65E9DF4D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C282-03D1-BE5F-191A-A243F946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0C0B3-DB58-DA09-50F1-99E79183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701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3136EC-85B3-13D8-B63B-C6A369A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01215-A9F2-23F9-E840-3A4D3443A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BB5A5-1D9F-AC98-B30F-DF5E9C870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D75FE-A9FB-4D7C-8F5A-19B53E6F218E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ED617-FC26-72B0-DD81-A797A0537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C7882-CFE4-7A9D-1709-22A96B698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F9B42-2BB5-401D-B8F3-7A686F1E8E3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479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erating_syste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hyperlink" Target="https://www.ibiblio.org/apollo/ForDummies.html#gsc.tab=0" TargetMode="External"/><Relationship Id="rId4" Type="http://schemas.openxmlformats.org/officeDocument/2006/relationships/hyperlink" Target="https://www.youtube.com/watch?v=XHN6LV_1dW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gif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youtube.com/watch?v=sTGOJryn9i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zeinfo.com/2020/05/05/total-operating-system-market-share-worldwide-by-month-graphfarm/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Documentation/01-FreeRTOS-quick-start/01-Beginners-guide/01-RTOS-fundamentals" TargetMode="Externa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hyperlink" Target="https://www.freertos.org/Documentation/01-FreeRTOS-quick-start/01-Beginners-guide/01-RTOS-fundamental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reertos.org/Documentation/02-Kernel/02-Kernel-features/01-Tasks-and-co-routines/04-Task-scheduling" TargetMode="External"/><Relationship Id="rId5" Type="http://schemas.openxmlformats.org/officeDocument/2006/relationships/hyperlink" Target="https://www.freertos.org/Documentation/02-Kernel/02-Kernel-features/01-Tasks-and-co-routines/03-Task-priorities" TargetMode="Externa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rtos.org/Documentation/02-Kernel/04-API-references/01-Task-creation/01-xTaskCreate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igikey.es/en/maker/projects/introduction-to-rtos-solution-to-part-4-memory-management/6d4dfcaa1ff84f57a2098da8e6401d9c?srsltid=AfmBOope5EsT5idaApq4rnFa_UqB-1vpL4cTnhnAxnGjDERClYkeB0ey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digikey.es/en/maker/projects/introduction-to-rtos-solution-to-part-4-memory-management/6d4dfcaa1ff84f57a2098da8e6401d9c?srsltid=AfmBOope5EsT5idaApq4rnFa_UqB-1vpL4cTnhnAxnGjDERClYkeB0e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Documentation/02-Kernel/02-Kernel-features/01-Tasks-and-co-routines/03-Task-priorities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Documentation/02-Kernel/04-API-references/02-Task-control/01-vTaskDelay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-TI-DEV/TI-S3/blob/main/programma/lesprogramma/programma-OS-STD-Code.md#vtaskdelay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rtos.org/Documentation/02-Kernel/04-API-references/12-Event-groups-or-flags/01-xEventGroupCreate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-TI-DEV/TI-S3/blob/main/programma/lesprogramma/programma-OS-STD-Code.md#EventGroup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Documentation/02-Kernel/04-API-references/06-Queues/09-xQueueReceive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-TI-DEV/TI-S3/blob/main/programma/lesprogramma/programma-OS-STD-Code.md#Queue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freertos.org/Documentation/02-Kernel/04-API-references/10-Semaphore-and-Mutexes/12-xSemaphoreTake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-TI-DEV/TI-S3/blob/main/programma/lesprogramma/programma-OS-STD-Code.md#Mutex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-TI-DEV/TI-S3/blob/main/programma/lesprogramma/programma-OS-STD-Code.md#Timer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hyperlink" Target="https://github.com/HU-TI-DEV/TI-S3/blob/main/programma/lesprogramma/programma-OS-STD-Code.md#Template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github.com/HU-TI-DEV/TI-S3/blob/main/leerdoelen/portfolio-items/state-transition-diagram.md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3071-AEC3-E205-E756-034AFBE990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rade Gothic Inline" panose="020B0504030203020204" pitchFamily="34" charset="0"/>
              </a:rPr>
              <a:t>Operating Systems</a:t>
            </a:r>
            <a:endParaRPr lang="nl-NL" dirty="0">
              <a:latin typeface="Trade Gothic Inline" panose="020B0504030203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3D56C-4036-D07D-45F6-CEC3528F2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@Bart Bozon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67893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7C9A-70D5-1AEE-556F-A7D4BBC36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B433-5339-986D-551A-1E5664A90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an </a:t>
            </a:r>
            <a:r>
              <a:rPr lang="en-US" dirty="0" err="1"/>
              <a:t>os</a:t>
            </a:r>
            <a:r>
              <a:rPr lang="en-US" dirty="0"/>
              <a:t>?</a:t>
            </a:r>
          </a:p>
          <a:p>
            <a:r>
              <a:rPr lang="nl-NL" dirty="0" err="1"/>
              <a:t>History</a:t>
            </a:r>
            <a:endParaRPr lang="nl-NL" dirty="0"/>
          </a:p>
          <a:p>
            <a:r>
              <a:rPr lang="nl-NL" dirty="0" err="1"/>
              <a:t>FreeRTOS</a:t>
            </a:r>
            <a:endParaRPr lang="nl-NL" dirty="0"/>
          </a:p>
          <a:p>
            <a:r>
              <a:rPr lang="nl-NL" dirty="0"/>
              <a:t>STD &lt;-&gt; Code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C1B3E21-0A9C-590B-39B9-2D13FBB79DD1}"/>
              </a:ext>
            </a:extLst>
          </p:cNvPr>
          <p:cNvSpPr/>
          <p:nvPr/>
        </p:nvSpPr>
        <p:spPr>
          <a:xfrm>
            <a:off x="5547687" y="928268"/>
            <a:ext cx="4962997" cy="1325563"/>
          </a:xfrm>
          <a:prstGeom prst="wedgeRoundRectCallout">
            <a:avLst>
              <a:gd name="adj1" fmla="val -78966"/>
              <a:gd name="adj2" fmla="val 7085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Presentatie</a:t>
            </a:r>
            <a:r>
              <a:rPr lang="en-US" sz="2000" dirty="0"/>
              <a:t> is in het Engels.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Uitleg</a:t>
            </a:r>
            <a:r>
              <a:rPr lang="en-US" sz="2000" dirty="0"/>
              <a:t> is in </a:t>
            </a:r>
            <a:r>
              <a:rPr lang="en-US" sz="2000" dirty="0" err="1"/>
              <a:t>groene</a:t>
            </a:r>
            <a:r>
              <a:rPr lang="en-US" sz="2000" dirty="0"/>
              <a:t> </a:t>
            </a:r>
            <a:r>
              <a:rPr lang="en-US" sz="2000" dirty="0" err="1"/>
              <a:t>ballonetjes</a:t>
            </a:r>
            <a:r>
              <a:rPr lang="en-US" sz="2000" dirty="0"/>
              <a:t> in het </a:t>
            </a:r>
            <a:r>
              <a:rPr lang="en-US" sz="2000" dirty="0" err="1"/>
              <a:t>Nederlands</a:t>
            </a:r>
            <a:r>
              <a:rPr lang="en-US" sz="2000" dirty="0"/>
              <a:t>...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351571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F4C6-D023-854E-7611-BDF11C7F9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OS?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67FC7-23D4-A859-0C55-FD7D76F40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5" y="291567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i="1" dirty="0"/>
          </a:p>
          <a:p>
            <a:pPr marL="457200" indent="-457200">
              <a:buFont typeface="+mj-lt"/>
              <a:buAutoNum type="arabicPeriod"/>
            </a:pPr>
            <a:r>
              <a:rPr lang="en-US" sz="2000" i="1" dirty="0"/>
              <a:t>Operating systems allocate resources between different applications, deciding when they will receive central processing unit (CPU) time or space in memory. 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/>
          </a:p>
          <a:p>
            <a:pPr marL="457200" indent="-457200">
              <a:buFont typeface="+mj-lt"/>
              <a:buAutoNum type="arabicPeriod"/>
            </a:pPr>
            <a:r>
              <a:rPr lang="en-US" sz="2000" i="1" dirty="0"/>
              <a:t>Operating systems provide an interface that abstracts the details of accessing hardware details (such as physical memory) to make things easier for programmers.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/>
          </a:p>
          <a:p>
            <a:pPr marL="457200" indent="-457200">
              <a:buFont typeface="+mj-lt"/>
              <a:buAutoNum type="arabicPeriod"/>
            </a:pPr>
            <a:r>
              <a:rPr lang="en-US" sz="2000" i="1" dirty="0"/>
              <a:t>Operating systems provide common services, such as an interface for accessing network and disk devices.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/>
          </a:p>
          <a:p>
            <a:pPr marL="457200" indent="-457200">
              <a:buFont typeface="+mj-lt"/>
              <a:buAutoNum type="arabicPeriod"/>
            </a:pPr>
            <a:endParaRPr lang="en-US" sz="2000" i="1" dirty="0"/>
          </a:p>
          <a:p>
            <a:endParaRPr lang="en-US" sz="2000" dirty="0"/>
          </a:p>
          <a:p>
            <a:endParaRPr lang="en-US" sz="2000" i="1" dirty="0"/>
          </a:p>
          <a:p>
            <a:pPr marL="0" indent="0">
              <a:buNone/>
            </a:pPr>
            <a:endParaRPr lang="nl-NL" sz="2000" i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3A79BE7-FCB8-B721-3A37-AEF4FC506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079" y="136934"/>
            <a:ext cx="1953649" cy="2891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EFCBC0-BD89-9530-1AB0-F5D2FB4A22C9}"/>
              </a:ext>
            </a:extLst>
          </p:cNvPr>
          <p:cNvSpPr txBox="1"/>
          <p:nvPr/>
        </p:nvSpPr>
        <p:spPr>
          <a:xfrm>
            <a:off x="245807" y="64031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https://en.wikipedia.org/wiki/Operating_system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BBAAD-C547-3F5A-C8A2-E12E90F96B10}"/>
              </a:ext>
            </a:extLst>
          </p:cNvPr>
          <p:cNvSpPr txBox="1"/>
          <p:nvPr/>
        </p:nvSpPr>
        <p:spPr>
          <a:xfrm>
            <a:off x="1042219" y="1658711"/>
            <a:ext cx="7629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“An operating system (OS) is system software that manages computer hardware and software resources, and provides common services for computer programs.”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A0E4C0E7-3B5E-5F36-9B90-3B52CCEA0D1A}"/>
              </a:ext>
            </a:extLst>
          </p:cNvPr>
          <p:cNvSpPr/>
          <p:nvPr/>
        </p:nvSpPr>
        <p:spPr>
          <a:xfrm>
            <a:off x="2699303" y="4551454"/>
            <a:ext cx="3586480" cy="1610360"/>
          </a:xfrm>
          <a:prstGeom prst="wedgeRoundRectCallout">
            <a:avLst>
              <a:gd name="adj1" fmla="val -22395"/>
              <a:gd name="adj2" fmla="val -88960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We will focus on this one, more specially on multitasking </a:t>
            </a:r>
            <a:endParaRPr lang="nl-NL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784CDA74-81FE-F41B-3734-38CB96A6A1D1}"/>
                  </a:ext>
                </a:extLst>
              </p:cNvPr>
              <p:cNvSpPr/>
              <p:nvPr/>
            </p:nvSpPr>
            <p:spPr>
              <a:xfrm>
                <a:off x="8035248" y="4694022"/>
                <a:ext cx="3586480" cy="2078426"/>
              </a:xfrm>
              <a:prstGeom prst="wedgeRoundRectCallout">
                <a:avLst>
                  <a:gd name="adj1" fmla="val -91754"/>
                  <a:gd name="adj2" fmla="val -21328"/>
                  <a:gd name="adj3" fmla="val 16667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We </a:t>
                </a:r>
                <a:r>
                  <a:rPr lang="en-US" sz="2400" dirty="0" err="1"/>
                  <a:t>gaan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vooral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kijken</a:t>
                </a:r>
                <a:r>
                  <a:rPr lang="en-US" sz="2400" dirty="0"/>
                  <a:t> hoe </a:t>
                </a:r>
                <a:r>
                  <a:rPr lang="en-US" sz="2400" dirty="0" err="1"/>
                  <a:t>een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nl-NL" sz="2400" dirty="0"/>
                  <a:t>controller dingen "tegelijkertijd" kan doen</a:t>
                </a:r>
              </a:p>
            </p:txBody>
          </p:sp>
        </mc:Choice>
        <mc:Fallback xmlns="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784CDA74-81FE-F41B-3734-38CB96A6A1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248" y="4694022"/>
                <a:ext cx="3586480" cy="2078426"/>
              </a:xfrm>
              <a:prstGeom prst="wedgeRoundRectCallout">
                <a:avLst>
                  <a:gd name="adj1" fmla="val -91754"/>
                  <a:gd name="adj2" fmla="val -21328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15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D3F3-4903-F195-B81F-5A90EB4B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1C52B-473C-C400-4333-20527FF8D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1969</a:t>
            </a:r>
          </a:p>
          <a:p>
            <a:pPr lvl="1"/>
            <a:r>
              <a:rPr lang="en-US" dirty="0"/>
              <a:t>AGC (Apollo Guidance Computer)</a:t>
            </a:r>
          </a:p>
          <a:p>
            <a:pPr lvl="1"/>
            <a:r>
              <a:rPr lang="en-US" dirty="0"/>
              <a:t>used Multi tasking (key aspect of OS’s)</a:t>
            </a:r>
          </a:p>
          <a:p>
            <a:pPr lvl="1"/>
            <a:r>
              <a:rPr lang="en-US" dirty="0"/>
              <a:t>prevented disaster when 1 sub program was overloaded... </a:t>
            </a:r>
            <a:endParaRPr lang="nl-NL" dirty="0"/>
          </a:p>
        </p:txBody>
      </p:sp>
      <p:pic>
        <p:nvPicPr>
          <p:cNvPr id="1026" name="Picture 2" descr="View of Apollo 11 Lunar Module as it rested on lunar surface">
            <a:extLst>
              <a:ext uri="{FF2B5EF4-FFF2-40B4-BE49-F238E27FC236}">
                <a16:creationId xmlns:a16="http://schemas.microsoft.com/office/drawing/2014/main" id="{5B326FBA-6EE2-017A-B0F0-E769DA88C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239" y="637352"/>
            <a:ext cx="3319227" cy="228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2F25D8-3180-F5F7-984B-B95A2FF4A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662" y="3569110"/>
            <a:ext cx="5844337" cy="3253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313654-B142-3800-11FA-6BD0DFA70034}"/>
              </a:ext>
            </a:extLst>
          </p:cNvPr>
          <p:cNvSpPr txBox="1"/>
          <p:nvPr/>
        </p:nvSpPr>
        <p:spPr>
          <a:xfrm>
            <a:off x="77821" y="6085758"/>
            <a:ext cx="6094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4"/>
              </a:rPr>
              <a:t>https://www.youtube.com/watch?v=XHN6LV_1dWk</a:t>
            </a:r>
            <a:endParaRPr lang="nl-NL" dirty="0"/>
          </a:p>
          <a:p>
            <a:r>
              <a:rPr lang="nl-NL" dirty="0">
                <a:hlinkClick r:id="rId5"/>
              </a:rPr>
              <a:t>https://www.ibiblio.org/apollo/ForDummies.html#gsc.tab=0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pic>
        <p:nvPicPr>
          <p:cNvPr id="1028" name="Picture 4" descr="That Time When Computer Memory Was Handwoven by Women | Amusing Planet">
            <a:extLst>
              <a:ext uri="{FF2B5EF4-FFF2-40B4-BE49-F238E27FC236}">
                <a16:creationId xmlns:a16="http://schemas.microsoft.com/office/drawing/2014/main" id="{B3AFDE56-437A-D6E9-D527-1B7B90092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42" y="3775723"/>
            <a:ext cx="3291348" cy="207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43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3F5BF-C4B7-9EB9-E990-C3649052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479D-EA41-BF69-F2E0-E82860F8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8659B-0B2B-1AE6-EA98-3F316FFB1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1970</a:t>
            </a:r>
          </a:p>
          <a:p>
            <a:pPr lvl="1"/>
            <a:r>
              <a:rPr lang="en-US" dirty="0"/>
              <a:t>Unix</a:t>
            </a:r>
          </a:p>
          <a:p>
            <a:pPr lvl="1"/>
            <a:r>
              <a:rPr lang="en-US" dirty="0"/>
              <a:t>PDP 11 with VT100 terminals</a:t>
            </a:r>
          </a:p>
          <a:p>
            <a:pPr lvl="1"/>
            <a:r>
              <a:rPr lang="en-US" dirty="0"/>
              <a:t>inherently multitasking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1981</a:t>
            </a:r>
          </a:p>
          <a:p>
            <a:pPr lvl="1"/>
            <a:r>
              <a:rPr lang="en-US" dirty="0"/>
              <a:t>PC DOS, Bill Gates &amp; Microsoft</a:t>
            </a:r>
          </a:p>
          <a:p>
            <a:endParaRPr lang="en-US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1BEEA4BE-DB53-B656-E58D-BE962A284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402" y="180647"/>
            <a:ext cx="2496643" cy="3325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02B07244-2F9C-6382-676D-64495BF7D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2" y="4877545"/>
            <a:ext cx="3294396" cy="1823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3CCA7BFD-06CE-0A20-2401-753EA33EA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906" y="91093"/>
            <a:ext cx="1953302" cy="173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16A9052D-C7E1-0058-B9EE-201B5943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9511" y="1296324"/>
            <a:ext cx="1953302" cy="173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>
            <a:extLst>
              <a:ext uri="{FF2B5EF4-FFF2-40B4-BE49-F238E27FC236}">
                <a16:creationId xmlns:a16="http://schemas.microsoft.com/office/drawing/2014/main" id="{2BE3E0CD-0023-36F0-C42C-318F80B3F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039" y="2298527"/>
            <a:ext cx="1953302" cy="173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FDC3F2-22E7-99F1-CD2E-5A72D5D60C64}"/>
              </a:ext>
            </a:extLst>
          </p:cNvPr>
          <p:cNvCxnSpPr>
            <a:stCxn id="2056" idx="3"/>
            <a:endCxn id="2062" idx="1"/>
          </p:cNvCxnSpPr>
          <p:nvPr/>
        </p:nvCxnSpPr>
        <p:spPr>
          <a:xfrm flipV="1">
            <a:off x="8319045" y="958359"/>
            <a:ext cx="1189861" cy="885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E5BE42-60D4-1AEA-62D7-31FF61C976A3}"/>
              </a:ext>
            </a:extLst>
          </p:cNvPr>
          <p:cNvCxnSpPr>
            <a:cxnSpLocks/>
            <a:stCxn id="2056" idx="3"/>
            <a:endCxn id="4" idx="1"/>
          </p:cNvCxnSpPr>
          <p:nvPr/>
        </p:nvCxnSpPr>
        <p:spPr>
          <a:xfrm>
            <a:off x="8319045" y="1843411"/>
            <a:ext cx="1760466" cy="3201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017936-7C48-0453-B353-2C3C78C14F76}"/>
              </a:ext>
            </a:extLst>
          </p:cNvPr>
          <p:cNvCxnSpPr>
            <a:cxnSpLocks/>
            <a:stCxn id="2056" idx="3"/>
            <a:endCxn id="6" idx="1"/>
          </p:cNvCxnSpPr>
          <p:nvPr/>
        </p:nvCxnSpPr>
        <p:spPr>
          <a:xfrm>
            <a:off x="8319045" y="1843411"/>
            <a:ext cx="942994" cy="13223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2" name="Picture 4">
            <a:extLst>
              <a:ext uri="{FF2B5EF4-FFF2-40B4-BE49-F238E27FC236}">
                <a16:creationId xmlns:a16="http://schemas.microsoft.com/office/drawing/2014/main" id="{9FBBA91C-983E-1664-3405-B7688060C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402" y="3827145"/>
            <a:ext cx="4970079" cy="2874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4262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CB2DE-6FFF-C4A6-E307-9439B99F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9DA69-DD3D-E9E2-1BBF-17D87322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D5447-5E45-5D11-A8D4-D03515303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1981</a:t>
            </a:r>
          </a:p>
          <a:p>
            <a:pPr lvl="1"/>
            <a:r>
              <a:rPr lang="en-US" dirty="0"/>
              <a:t>PC DOS, Bill Gates &amp; Microsoft</a:t>
            </a:r>
          </a:p>
          <a:p>
            <a:pPr lvl="1"/>
            <a:r>
              <a:rPr lang="en-US" dirty="0"/>
              <a:t>CMD still uses similar directives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A48AC-14DB-2CD9-2360-19AE4D4B5A5F}"/>
              </a:ext>
            </a:extLst>
          </p:cNvPr>
          <p:cNvSpPr txBox="1"/>
          <p:nvPr/>
        </p:nvSpPr>
        <p:spPr>
          <a:xfrm>
            <a:off x="117987" y="6311900"/>
            <a:ext cx="59780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2"/>
              </a:rPr>
              <a:t>https://www.youtube.com/watch?v=sTGOJryn9iA</a:t>
            </a:r>
            <a:endParaRPr lang="nl-NL" dirty="0"/>
          </a:p>
          <a:p>
            <a:endParaRPr lang="nl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7D7DDB-EDF8-69E6-BD11-D378777D9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5125"/>
            <a:ext cx="5810161" cy="549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7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267F-AA4F-492E-D19D-FBC069DD2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0AC7D-530D-F4CF-79C7-A42649C0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A2DF3-9EB2-2EA8-28A9-22496B345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1991</a:t>
            </a:r>
          </a:p>
          <a:p>
            <a:pPr lvl="1"/>
            <a:r>
              <a:rPr lang="en-US" dirty="0"/>
              <a:t>Linux</a:t>
            </a:r>
          </a:p>
          <a:p>
            <a:pPr lvl="1"/>
            <a:r>
              <a:rPr lang="en-US" dirty="0"/>
              <a:t>Created by Linus Torvalds, because </a:t>
            </a:r>
            <a:r>
              <a:rPr lang="en-US" dirty="0" err="1"/>
              <a:t>unix</a:t>
            </a:r>
            <a:r>
              <a:rPr lang="en-US" dirty="0"/>
              <a:t> was not freely available...</a:t>
            </a:r>
          </a:p>
          <a:p>
            <a:r>
              <a:rPr lang="en-US" dirty="0"/>
              <a:t>2008</a:t>
            </a:r>
          </a:p>
          <a:p>
            <a:pPr lvl="1"/>
            <a:r>
              <a:rPr lang="en-US" dirty="0"/>
              <a:t>Android release (based on a </a:t>
            </a:r>
            <a:r>
              <a:rPr lang="en-US" dirty="0" err="1"/>
              <a:t>linux</a:t>
            </a:r>
            <a:r>
              <a:rPr lang="en-US" dirty="0"/>
              <a:t> kernel)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3074" name="Picture 2" descr="Tux the penguin">
            <a:extLst>
              <a:ext uri="{FF2B5EF4-FFF2-40B4-BE49-F238E27FC236}">
                <a16:creationId xmlns:a16="http://schemas.microsoft.com/office/drawing/2014/main" id="{DC9A4E3F-2607-0511-A046-A6A443DE9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9574" y="296272"/>
            <a:ext cx="1759974" cy="209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inus Torvalds">
            <a:extLst>
              <a:ext uri="{FF2B5EF4-FFF2-40B4-BE49-F238E27FC236}">
                <a16:creationId xmlns:a16="http://schemas.microsoft.com/office/drawing/2014/main" id="{3E140606-EF24-35E7-CECA-F30C15824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755" y="312789"/>
            <a:ext cx="1615870" cy="2057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851D70-EF4E-8FD1-79E4-B3B823DC3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703" y="4001294"/>
            <a:ext cx="7837846" cy="2710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9F0D6B-035E-97AA-CF18-5FE953B036D7}"/>
              </a:ext>
            </a:extLst>
          </p:cNvPr>
          <p:cNvSpPr txBox="1"/>
          <p:nvPr/>
        </p:nvSpPr>
        <p:spPr>
          <a:xfrm>
            <a:off x="353961" y="6534834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5"/>
              </a:rPr>
              <a:t>https://dazeinfo.com/2020/05/05/total-operating-system-market-share-worldwide-by-month-graphfarm/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7411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600C5-FCEA-875A-A76D-AF7D7D45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F1B65-DF3E-D926-2A36-DF7888E4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09ECC-B04B-08A9-B428-B5B90EA0F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2003</a:t>
            </a:r>
          </a:p>
          <a:p>
            <a:pPr lvl="1"/>
            <a:r>
              <a:rPr lang="en-US" dirty="0" err="1"/>
              <a:t>FreeRTOS</a:t>
            </a:r>
            <a:endParaRPr lang="en-US" dirty="0"/>
          </a:p>
          <a:p>
            <a:pPr lvl="1"/>
            <a:r>
              <a:rPr lang="en-US" dirty="0"/>
              <a:t>Developed for real time embedded systems</a:t>
            </a:r>
          </a:p>
          <a:p>
            <a:pPr lvl="1"/>
            <a:r>
              <a:rPr lang="en-US" dirty="0"/>
              <a:t>Very small (and relatively simple)</a:t>
            </a:r>
          </a:p>
          <a:p>
            <a:pPr lvl="1"/>
            <a:r>
              <a:rPr lang="en-US" dirty="0"/>
              <a:t>Supported on: </a:t>
            </a:r>
          </a:p>
          <a:p>
            <a:pPr lvl="2"/>
            <a:r>
              <a:rPr lang="en-US" dirty="0"/>
              <a:t>ARM (ARM7, ARM9, Cortex-M3, -M4, -M7, -A, -R4), Atmel AVR, AVR32, HCS12, </a:t>
            </a:r>
            <a:r>
              <a:rPr lang="en-US" dirty="0" err="1"/>
              <a:t>MicroBlaze</a:t>
            </a:r>
            <a:r>
              <a:rPr lang="en-US" dirty="0"/>
              <a:t>, </a:t>
            </a:r>
            <a:r>
              <a:rPr lang="en-US" dirty="0" err="1"/>
              <a:t>Cortus</a:t>
            </a:r>
            <a:r>
              <a:rPr lang="en-US" dirty="0"/>
              <a:t> (APS1, APS3, APS3R, APS5, FPF3, FPS6, FPS8), MSP430, PIC, Renesas H8/S, </a:t>
            </a:r>
            <a:r>
              <a:rPr lang="en-US" dirty="0" err="1"/>
              <a:t>SuperH</a:t>
            </a:r>
            <a:r>
              <a:rPr lang="en-US" dirty="0"/>
              <a:t>, RX, x86, 8052, </a:t>
            </a:r>
            <a:r>
              <a:rPr lang="en-US" dirty="0" err="1"/>
              <a:t>Coldfire</a:t>
            </a:r>
            <a:r>
              <a:rPr lang="en-US" dirty="0"/>
              <a:t>, V850, 78K0R, Fujitsu series MB91460, MB96340, </a:t>
            </a:r>
            <a:r>
              <a:rPr lang="en-US" dirty="0" err="1"/>
              <a:t>Nios</a:t>
            </a:r>
            <a:r>
              <a:rPr lang="en-US" dirty="0"/>
              <a:t> II, TMS570, RM4x, </a:t>
            </a:r>
            <a:r>
              <a:rPr lang="en-US" dirty="0" err="1"/>
              <a:t>Espressif</a:t>
            </a:r>
            <a:r>
              <a:rPr lang="en-US" dirty="0"/>
              <a:t> ESP32, RISC-V (e.g. SHAKTI)</a:t>
            </a:r>
          </a:p>
          <a:p>
            <a:endParaRPr lang="en-US" dirty="0"/>
          </a:p>
        </p:txBody>
      </p:sp>
      <p:pic>
        <p:nvPicPr>
          <p:cNvPr id="4098" name="Picture 2" descr="FreeRTOS celebrates 15th birthday in Bristol - techSPARK">
            <a:extLst>
              <a:ext uri="{FF2B5EF4-FFF2-40B4-BE49-F238E27FC236}">
                <a16:creationId xmlns:a16="http://schemas.microsoft.com/office/drawing/2014/main" id="{C354FF05-F0D1-438F-26C7-B7EFEEEF4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799" y="275897"/>
            <a:ext cx="3048001" cy="184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19B865-5917-9F6D-4D49-1A8A3FD5D531}"/>
              </a:ext>
            </a:extLst>
          </p:cNvPr>
          <p:cNvSpPr txBox="1"/>
          <p:nvPr/>
        </p:nvSpPr>
        <p:spPr>
          <a:xfrm>
            <a:off x="9068052" y="2208213"/>
            <a:ext cx="152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Richard Berry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6075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337BC-615F-0F8E-2645-3C35B36EB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5D48-2990-F10F-2D34-01AA23853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rade Gothic Inline" panose="020B0504030203020204" pitchFamily="34" charset="0"/>
              </a:rPr>
              <a:t>FREERTOS</a:t>
            </a:r>
            <a:endParaRPr lang="nl-NL" dirty="0">
              <a:latin typeface="Trade Gothic Inline" panose="020B0504030203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3E7911B-03C5-EE6D-972B-E5CAFDCCC6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154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0D30-18F3-F1B0-1E07-054BAD12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FreeRTOS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ABE87-F715-E56D-ECDD-A046AEEF9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Multitasking</a:t>
            </a:r>
            <a:endParaRPr lang="nl-NL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AF22BFF-509C-E51D-1BAC-E00A081CE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105" y="2559790"/>
            <a:ext cx="6854159" cy="375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FF3159-B028-A001-8962-66FBC629E9C1}"/>
              </a:ext>
            </a:extLst>
          </p:cNvPr>
          <p:cNvSpPr txBox="1"/>
          <p:nvPr/>
        </p:nvSpPr>
        <p:spPr>
          <a:xfrm>
            <a:off x="501446" y="6492875"/>
            <a:ext cx="12840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https://www.freertos.org/Documentation/01-FreeRTOS-quick-start/01-Beginners-guide/01-RTOS-fundamentals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42890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55A7C-EEEE-4C53-CB85-5BB5651A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6141-B170-D97C-2E7B-E9A28EF7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FreeRTOS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61F5B-92C2-A00F-8A17-9F75D1F4DB25}"/>
              </a:ext>
            </a:extLst>
          </p:cNvPr>
          <p:cNvSpPr txBox="1"/>
          <p:nvPr/>
        </p:nvSpPr>
        <p:spPr>
          <a:xfrm>
            <a:off x="501446" y="6492875"/>
            <a:ext cx="12840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2"/>
              </a:rPr>
              <a:t>https://www.freertos.org/Documentation/01-FreeRTOS-quick-start/01-Beginners-guide/01-RTOS-fundamentals</a:t>
            </a:r>
            <a:endParaRPr lang="nl-NL" dirty="0"/>
          </a:p>
          <a:p>
            <a:endParaRPr lang="nl-NL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603AE9D-332D-58B1-9130-9CE846CD0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41" y="3227343"/>
            <a:ext cx="6986663" cy="256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Master Minds GIFs | Tenor">
            <a:extLst>
              <a:ext uri="{FF2B5EF4-FFF2-40B4-BE49-F238E27FC236}">
                <a16:creationId xmlns:a16="http://schemas.microsoft.com/office/drawing/2014/main" id="{88A12629-6FE2-E48C-59E1-9E25B2171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514" y="435449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AA672-19BA-FCCD-D18E-B1D196CD589B}"/>
              </a:ext>
            </a:extLst>
          </p:cNvPr>
          <p:cNvSpPr txBox="1"/>
          <p:nvPr/>
        </p:nvSpPr>
        <p:spPr>
          <a:xfrm>
            <a:off x="8801693" y="2601273"/>
            <a:ext cx="199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Scheduler (kernel)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9201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109A-2AF1-E059-0E15-80F87FD1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D5B6F-8DBD-AC8F-494A-11DFFC22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FreeRTOS</a:t>
            </a:r>
            <a:r>
              <a:rPr lang="en-US" dirty="0"/>
              <a:t> – let’s practice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CEA5A-78CC-CDF7-982F-AC8FBC4483F1}"/>
              </a:ext>
            </a:extLst>
          </p:cNvPr>
          <p:cNvSpPr txBox="1"/>
          <p:nvPr/>
        </p:nvSpPr>
        <p:spPr>
          <a:xfrm>
            <a:off x="629265" y="2015613"/>
            <a:ext cx="1096653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Student 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doet</a:t>
            </a:r>
            <a:r>
              <a:rPr lang="en-US" sz="2400" dirty="0"/>
              <a:t> </a:t>
            </a:r>
            <a:r>
              <a:rPr lang="en-US" sz="2400" dirty="0" err="1"/>
              <a:t>zijn</a:t>
            </a:r>
            <a:r>
              <a:rPr lang="en-US" sz="2400" dirty="0"/>
              <a:t> ding (</a:t>
            </a:r>
            <a:r>
              <a:rPr lang="en-US" sz="2400" dirty="0" err="1"/>
              <a:t>duurt</a:t>
            </a:r>
            <a:r>
              <a:rPr lang="en-US" sz="2400" dirty="0"/>
              <a:t> 5 </a:t>
            </a:r>
            <a:r>
              <a:rPr lang="en-US" sz="2400" dirty="0" err="1"/>
              <a:t>seconden</a:t>
            </a:r>
            <a:r>
              <a:rPr lang="en-US" sz="2400" dirty="0"/>
              <a:t>) en </a:t>
            </a:r>
            <a:r>
              <a:rPr lang="en-US" sz="2400" dirty="0" err="1"/>
              <a:t>wil</a:t>
            </a:r>
            <a:r>
              <a:rPr lang="en-US" sz="2400" dirty="0"/>
              <a:t> dan </a:t>
            </a:r>
            <a:r>
              <a:rPr lang="en-US" sz="2400" dirty="0" err="1"/>
              <a:t>niet</a:t>
            </a:r>
            <a:r>
              <a:rPr lang="en-US" sz="2400" dirty="0"/>
              <a:t> </a:t>
            </a:r>
            <a:r>
              <a:rPr lang="en-US" sz="2400" dirty="0" err="1"/>
              <a:t>gestoord</a:t>
            </a:r>
            <a:r>
              <a:rPr lang="en-US" sz="2400" dirty="0"/>
              <a:t> </a:t>
            </a:r>
            <a:r>
              <a:rPr lang="en-US" sz="2400" dirty="0" err="1"/>
              <a:t>worden</a:t>
            </a:r>
            <a:r>
              <a:rPr lang="en-US" sz="2400" dirty="0"/>
              <a:t> </a:t>
            </a:r>
            <a:r>
              <a:rPr lang="en-US" sz="2400" dirty="0" err="1"/>
              <a:t>voor</a:t>
            </a:r>
            <a:r>
              <a:rPr lang="en-US" sz="2400" dirty="0"/>
              <a:t> 15 </a:t>
            </a:r>
            <a:r>
              <a:rPr lang="en-US" sz="2400" dirty="0" err="1"/>
              <a:t>seconden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Student 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legt</a:t>
            </a:r>
            <a:r>
              <a:rPr lang="en-US" sz="2400" dirty="0"/>
              <a:t> </a:t>
            </a:r>
            <a:r>
              <a:rPr lang="en-US" sz="2400" dirty="0" err="1"/>
              <a:t>een</a:t>
            </a:r>
            <a:r>
              <a:rPr lang="en-US" sz="2400" dirty="0"/>
              <a:t> pen op </a:t>
            </a:r>
            <a:r>
              <a:rPr lang="en-US" sz="2400" dirty="0" err="1"/>
              <a:t>tafel</a:t>
            </a:r>
            <a:r>
              <a:rPr lang="en-US" sz="2400" dirty="0"/>
              <a:t> en </a:t>
            </a:r>
            <a:r>
              <a:rPr lang="en-US" sz="2400" dirty="0" err="1"/>
              <a:t>wil</a:t>
            </a:r>
            <a:r>
              <a:rPr lang="en-US" sz="2400" dirty="0"/>
              <a:t> dan </a:t>
            </a:r>
            <a:r>
              <a:rPr lang="en-US" sz="2400" dirty="0" err="1"/>
              <a:t>niet</a:t>
            </a:r>
            <a:r>
              <a:rPr lang="en-US" sz="2400" dirty="0"/>
              <a:t> </a:t>
            </a:r>
            <a:r>
              <a:rPr lang="en-US" sz="2400" dirty="0" err="1"/>
              <a:t>gestoord</a:t>
            </a:r>
            <a:r>
              <a:rPr lang="en-US" sz="2400" dirty="0"/>
              <a:t> </a:t>
            </a:r>
            <a:r>
              <a:rPr lang="en-US" sz="2400" dirty="0" err="1"/>
              <a:t>worden</a:t>
            </a:r>
            <a:r>
              <a:rPr lang="en-US" sz="2400" dirty="0"/>
              <a:t> </a:t>
            </a:r>
            <a:r>
              <a:rPr lang="en-US" sz="2400" dirty="0" err="1"/>
              <a:t>voor</a:t>
            </a:r>
            <a:r>
              <a:rPr lang="en-US" sz="2400"/>
              <a:t> 20 </a:t>
            </a:r>
            <a:r>
              <a:rPr lang="en-US" sz="2400" dirty="0" err="1"/>
              <a:t>seconden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Student 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gaat</a:t>
            </a:r>
            <a:r>
              <a:rPr lang="en-US" sz="2400" dirty="0"/>
              <a:t> </a:t>
            </a:r>
            <a:r>
              <a:rPr lang="en-US" sz="2400" dirty="0" err="1"/>
              <a:t>alleen</a:t>
            </a:r>
            <a:r>
              <a:rPr lang="en-US" sz="2400" dirty="0"/>
              <a:t> aan de slag </a:t>
            </a:r>
            <a:r>
              <a:rPr lang="en-US" sz="2400" dirty="0" err="1"/>
              <a:t>als</a:t>
            </a:r>
            <a:r>
              <a:rPr lang="en-US" sz="2400" dirty="0"/>
              <a:t> er </a:t>
            </a:r>
            <a:r>
              <a:rPr lang="en-US" sz="2400" dirty="0" err="1"/>
              <a:t>een</a:t>
            </a:r>
            <a:r>
              <a:rPr lang="en-US" sz="2400" dirty="0"/>
              <a:t> pen op </a:t>
            </a:r>
            <a:r>
              <a:rPr lang="en-US" sz="2400" dirty="0" err="1"/>
              <a:t>tafel</a:t>
            </a:r>
            <a:r>
              <a:rPr lang="en-US" sz="2400" dirty="0"/>
              <a:t> </a:t>
            </a:r>
            <a:r>
              <a:rPr lang="en-US" sz="2400" dirty="0" err="1"/>
              <a:t>ligt</a:t>
            </a:r>
            <a:r>
              <a:rPr lang="en-US" sz="2400" dirty="0"/>
              <a:t>. </a:t>
            </a:r>
            <a:r>
              <a:rPr lang="en-US" sz="2400" dirty="0" err="1"/>
              <a:t>hij</a:t>
            </a:r>
            <a:r>
              <a:rPr lang="en-US" sz="2400" dirty="0"/>
              <a:t>/</a:t>
            </a:r>
            <a:r>
              <a:rPr lang="en-US" sz="2400" dirty="0" err="1"/>
              <a:t>zij</a:t>
            </a:r>
            <a:r>
              <a:rPr lang="en-US" sz="2400" dirty="0"/>
              <a:t> </a:t>
            </a:r>
            <a:r>
              <a:rPr lang="en-US" sz="2400" dirty="0" err="1"/>
              <a:t>geeft</a:t>
            </a:r>
            <a:r>
              <a:rPr lang="en-US" sz="2400" dirty="0"/>
              <a:t> de pen </a:t>
            </a:r>
            <a:r>
              <a:rPr lang="en-US" sz="2400" dirty="0" err="1"/>
              <a:t>terug</a:t>
            </a:r>
            <a:r>
              <a:rPr lang="en-US" sz="2400" dirty="0"/>
              <a:t> aan student 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492006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5F25-4AED-C2CA-C9E1-469F09B6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Master Minds GIFs | Tenor">
            <a:extLst>
              <a:ext uri="{FF2B5EF4-FFF2-40B4-BE49-F238E27FC236}">
                <a16:creationId xmlns:a16="http://schemas.microsoft.com/office/drawing/2014/main" id="{2D23EFD6-A501-749C-E473-87FF3520A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29" y="592086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ACBE56-746B-54AD-97C0-6EB2E5A8F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27" y="3236474"/>
            <a:ext cx="6096851" cy="3048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075BC8-9DF1-5136-2827-A5B2EA208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959" y="481914"/>
            <a:ext cx="1884075" cy="23158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2DDAF6-E4B5-BB4E-520D-9619F303ABD8}"/>
              </a:ext>
            </a:extLst>
          </p:cNvPr>
          <p:cNvSpPr txBox="1"/>
          <p:nvPr/>
        </p:nvSpPr>
        <p:spPr>
          <a:xfrm>
            <a:off x="6636775" y="976519"/>
            <a:ext cx="5370534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600"/>
              </a:spcBef>
              <a:buNone/>
            </a:pPr>
            <a:r>
              <a:rPr lang="en-US" b="1" i="1" dirty="0">
                <a:solidFill>
                  <a:srgbClr val="101828"/>
                </a:solidFill>
                <a:effectLst/>
                <a:latin typeface="Inter"/>
              </a:rPr>
              <a:t>The default RTOS scheduling policy (single-core)</a:t>
            </a:r>
          </a:p>
          <a:p>
            <a:pPr algn="l">
              <a:spcBef>
                <a:spcPts val="900"/>
              </a:spcBef>
              <a:buNone/>
            </a:pPr>
            <a:r>
              <a:rPr lang="en-US" b="0" i="1" dirty="0">
                <a:solidFill>
                  <a:srgbClr val="475467"/>
                </a:solidFill>
                <a:effectLst/>
                <a:latin typeface="Inter"/>
              </a:rPr>
              <a:t>By default, </a:t>
            </a:r>
            <a:r>
              <a:rPr lang="en-US" b="0" i="1" dirty="0" err="1">
                <a:solidFill>
                  <a:srgbClr val="475467"/>
                </a:solidFill>
                <a:effectLst/>
                <a:latin typeface="Inter"/>
              </a:rPr>
              <a:t>FreeRTOS</a:t>
            </a:r>
            <a:r>
              <a:rPr lang="en-US" b="0" i="1" dirty="0">
                <a:solidFill>
                  <a:srgbClr val="475467"/>
                </a:solidFill>
                <a:effectLst/>
                <a:latin typeface="Inter"/>
              </a:rPr>
              <a:t> uses a fixed-priority preemptive scheduling policy, with round-robin time-slicing of </a:t>
            </a:r>
            <a:r>
              <a:rPr lang="en-US" b="0" i="1" u="sng" dirty="0">
                <a:solidFill>
                  <a:srgbClr val="475467"/>
                </a:solidFill>
                <a:effectLst/>
                <a:latin typeface="Inter"/>
                <a:hlinkClick r:id="rId5"/>
              </a:rPr>
              <a:t>equal priority tasks</a:t>
            </a:r>
            <a:r>
              <a:rPr lang="en-US" i="1" u="sng" dirty="0">
                <a:solidFill>
                  <a:srgbClr val="475467"/>
                </a:solidFill>
                <a:latin typeface="Inter"/>
              </a:rPr>
              <a:t>.</a:t>
            </a:r>
          </a:p>
          <a:p>
            <a:pPr algn="l">
              <a:spcBef>
                <a:spcPts val="900"/>
              </a:spcBef>
              <a:buNone/>
            </a:pPr>
            <a:endParaRPr lang="en-US" b="0" i="0" u="sng" dirty="0">
              <a:solidFill>
                <a:srgbClr val="475467"/>
              </a:solidFill>
              <a:effectLst/>
              <a:latin typeface="Inter"/>
            </a:endParaRPr>
          </a:p>
          <a:p>
            <a:pPr>
              <a:spcBef>
                <a:spcPts val="900"/>
              </a:spcBef>
            </a:pPr>
            <a:r>
              <a:rPr lang="en-US" b="0" dirty="0">
                <a:solidFill>
                  <a:srgbClr val="475467"/>
                </a:solidFill>
                <a:effectLst/>
                <a:latin typeface="Inter"/>
              </a:rPr>
              <a:t>However, we will program it in the “non-preemptive” way....</a:t>
            </a:r>
            <a:endParaRPr lang="en-US" b="0" u="sng" dirty="0">
              <a:solidFill>
                <a:srgbClr val="475467"/>
              </a:solidFill>
              <a:effectLst/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DDE09C-86A8-F2E7-57BE-741460820126}"/>
              </a:ext>
            </a:extLst>
          </p:cNvPr>
          <p:cNvSpPr txBox="1"/>
          <p:nvPr/>
        </p:nvSpPr>
        <p:spPr>
          <a:xfrm>
            <a:off x="7551175" y="5251689"/>
            <a:ext cx="39820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6"/>
              </a:rPr>
              <a:t>https://www.freertos.org/Documentation/02-Kernel/02-Kernel-features/01-Tasks-and-co-routines/04-Task-scheduling</a:t>
            </a:r>
            <a:endParaRPr lang="nl-NL" dirty="0"/>
          </a:p>
          <a:p>
            <a:endParaRPr lang="nl-NL" dirty="0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A5A811C9-6023-BB02-D892-97C3E1EA0296}"/>
              </a:ext>
            </a:extLst>
          </p:cNvPr>
          <p:cNvSpPr/>
          <p:nvPr/>
        </p:nvSpPr>
        <p:spPr>
          <a:xfrm>
            <a:off x="7155425" y="3705376"/>
            <a:ext cx="3785420" cy="1195029"/>
          </a:xfrm>
          <a:prstGeom prst="wedgeRoundRectCallout">
            <a:avLst>
              <a:gd name="adj1" fmla="val -61612"/>
              <a:gd name="adj2" fmla="val 2989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 </a:t>
            </a:r>
            <a:r>
              <a:rPr lang="en-US" dirty="0" err="1"/>
              <a:t>gaan</a:t>
            </a:r>
            <a:r>
              <a:rPr lang="en-US" dirty="0"/>
              <a:t> het </a:t>
            </a:r>
            <a:r>
              <a:rPr lang="en-US" dirty="0" err="1"/>
              <a:t>programmeren</a:t>
            </a:r>
            <a:r>
              <a:rPr lang="en-US" dirty="0"/>
              <a:t> </a:t>
            </a:r>
            <a:r>
              <a:rPr lang="en-US" dirty="0" err="1"/>
              <a:t>alsof</a:t>
            </a:r>
            <a:r>
              <a:rPr lang="en-US" dirty="0"/>
              <a:t> de taken "</a:t>
            </a:r>
            <a:r>
              <a:rPr lang="en-US" dirty="0" err="1"/>
              <a:t>samenwerken</a:t>
            </a:r>
            <a:r>
              <a:rPr lang="en-US" dirty="0"/>
              <a:t>"...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016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FE24-81C6-D8A4-4176-9D70B151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C730-87FB-9DFE-B6AC-8B0DC5589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be small &amp; short</a:t>
            </a:r>
          </a:p>
          <a:p>
            <a:r>
              <a:rPr lang="en-US" dirty="0"/>
              <a:t>Need to give over the power by:</a:t>
            </a:r>
          </a:p>
          <a:p>
            <a:pPr lvl="1"/>
            <a:r>
              <a:rPr lang="en-US" dirty="0"/>
              <a:t>Timer (</a:t>
            </a:r>
            <a:r>
              <a:rPr lang="en-US" dirty="0" err="1"/>
              <a:t>vtaskdelay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waiting on </a:t>
            </a:r>
            <a:r>
              <a:rPr lang="en-US" dirty="0" err="1"/>
              <a:t>eventgroups</a:t>
            </a:r>
            <a:r>
              <a:rPr lang="en-US" dirty="0"/>
              <a:t> (</a:t>
            </a:r>
            <a:r>
              <a:rPr lang="nl-NL" dirty="0" err="1"/>
              <a:t>xEventGroupWaitBits</a:t>
            </a:r>
            <a:r>
              <a:rPr lang="nl-NL" dirty="0"/>
              <a:t>)</a:t>
            </a:r>
          </a:p>
          <a:p>
            <a:pPr lvl="1"/>
            <a:r>
              <a:rPr lang="en-US" dirty="0"/>
              <a:t>waiting on queues (</a:t>
            </a:r>
            <a:r>
              <a:rPr lang="nl-NL" dirty="0" err="1"/>
              <a:t>xQueueReceive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waiting on semaphores/mutex (</a:t>
            </a:r>
            <a:r>
              <a:rPr lang="nl-NL" dirty="0" err="1"/>
              <a:t>xSemaphoreTake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start after timer (</a:t>
            </a:r>
            <a:r>
              <a:rPr lang="nl-NL" dirty="0" err="1"/>
              <a:t>xTimerCreate</a:t>
            </a:r>
            <a:r>
              <a:rPr lang="nl-NL" dirty="0"/>
              <a:t>)* </a:t>
            </a:r>
            <a:r>
              <a:rPr lang="en-US" dirty="0"/>
              <a:t>  </a:t>
            </a:r>
          </a:p>
          <a:p>
            <a:pPr lvl="1"/>
            <a:endParaRPr lang="en-US" dirty="0"/>
          </a:p>
          <a:p>
            <a:pPr lvl="1"/>
            <a:endParaRPr lang="nl-NL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D99BE4F-2EA8-B9E8-59D5-DC204FB48647}"/>
              </a:ext>
            </a:extLst>
          </p:cNvPr>
          <p:cNvSpPr/>
          <p:nvPr/>
        </p:nvSpPr>
        <p:spPr>
          <a:xfrm>
            <a:off x="4277032" y="365126"/>
            <a:ext cx="3785420" cy="667262"/>
          </a:xfrm>
          <a:prstGeom prst="wedgeRoundRectCallout">
            <a:avLst>
              <a:gd name="adj1" fmla="val -55378"/>
              <a:gd name="adj2" fmla="val 33541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over “x” </a:t>
            </a:r>
            <a:r>
              <a:rPr lang="en-US" dirty="0" err="1"/>
              <a:t>tijd</a:t>
            </a:r>
            <a:r>
              <a:rPr lang="en-US" dirty="0"/>
              <a:t>... tot dan </a:t>
            </a:r>
            <a:r>
              <a:rPr lang="en-US" dirty="0" err="1"/>
              <a:t>wil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in </a:t>
            </a:r>
            <a:r>
              <a:rPr lang="en-US" dirty="0" err="1"/>
              <a:t>ieder</a:t>
            </a:r>
            <a:r>
              <a:rPr lang="en-US" dirty="0"/>
              <a:t> </a:t>
            </a:r>
            <a:r>
              <a:rPr lang="en-US" dirty="0" err="1"/>
              <a:t>geval</a:t>
            </a:r>
            <a:r>
              <a:rPr lang="en-US" dirty="0"/>
              <a:t> </a:t>
            </a:r>
            <a:r>
              <a:rPr lang="en-US" dirty="0" err="1"/>
              <a:t>niets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2503791-5EB5-C322-1C0A-486CB37FBBAE}"/>
              </a:ext>
            </a:extLst>
          </p:cNvPr>
          <p:cNvSpPr/>
          <p:nvPr/>
        </p:nvSpPr>
        <p:spPr>
          <a:xfrm>
            <a:off x="7568380" y="1297858"/>
            <a:ext cx="3785420" cy="1195029"/>
          </a:xfrm>
          <a:prstGeom prst="wedgeRoundRectCallout">
            <a:avLst>
              <a:gd name="adj1" fmla="val -50443"/>
              <a:gd name="adj2" fmla="val 9571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bitje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geset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of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geheugenplaats</a:t>
            </a:r>
            <a:r>
              <a:rPr lang="en-US" dirty="0"/>
              <a:t>. </a:t>
            </a:r>
            <a:r>
              <a:rPr lang="en-US" dirty="0" err="1"/>
              <a:t>Wordt</a:t>
            </a:r>
            <a:r>
              <a:rPr lang="en-US" dirty="0"/>
              <a:t> ook </a:t>
            </a:r>
            <a:r>
              <a:rPr lang="en-US" dirty="0" err="1"/>
              <a:t>een</a:t>
            </a:r>
            <a:r>
              <a:rPr lang="en-US" dirty="0"/>
              <a:t> "flag" </a:t>
            </a:r>
            <a:r>
              <a:rPr lang="en-US" dirty="0" err="1"/>
              <a:t>genoemd</a:t>
            </a:r>
            <a:r>
              <a:rPr lang="en-US" dirty="0"/>
              <a:t>. </a:t>
            </a:r>
            <a:endParaRPr lang="nl-NL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03CDC466-995A-DA2B-3EDA-76F727380D65}"/>
              </a:ext>
            </a:extLst>
          </p:cNvPr>
          <p:cNvSpPr/>
          <p:nvPr/>
        </p:nvSpPr>
        <p:spPr>
          <a:xfrm>
            <a:off x="8251722" y="3006343"/>
            <a:ext cx="3785420" cy="885721"/>
          </a:xfrm>
          <a:prstGeom prst="wedgeRoundRectCallout">
            <a:avLst>
              <a:gd name="adj1" fmla="val -66807"/>
              <a:gd name="adj2" fmla="val 422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bericht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rij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geplaatst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8C4E650-0B89-3DD3-587B-CB43519B4B6E}"/>
              </a:ext>
            </a:extLst>
          </p:cNvPr>
          <p:cNvSpPr/>
          <p:nvPr/>
        </p:nvSpPr>
        <p:spPr>
          <a:xfrm>
            <a:off x="6359012" y="5241646"/>
            <a:ext cx="3785420" cy="885721"/>
          </a:xfrm>
          <a:prstGeom prst="wedgeRoundRectCallout">
            <a:avLst>
              <a:gd name="adj1" fmla="val -61612"/>
              <a:gd name="adj2" fmla="val -11761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me op </a:t>
            </a: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een</a:t>
            </a:r>
            <a:r>
              <a:rPr lang="en-US" dirty="0"/>
              <a:t> timer </a:t>
            </a:r>
            <a:r>
              <a:rPr lang="en-US" dirty="0" err="1"/>
              <a:t>verstreken</a:t>
            </a:r>
            <a:r>
              <a:rPr lang="en-US" dirty="0"/>
              <a:t> is. DIT IS ANDERS DAN VTASKDELAY!</a:t>
            </a:r>
            <a:endParaRPr lang="nl-NL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707759D-2F7F-FFC2-5835-D750E4D2D007}"/>
              </a:ext>
            </a:extLst>
          </p:cNvPr>
          <p:cNvSpPr/>
          <p:nvPr/>
        </p:nvSpPr>
        <p:spPr>
          <a:xfrm>
            <a:off x="8325464" y="4123994"/>
            <a:ext cx="3785420" cy="885721"/>
          </a:xfrm>
          <a:prstGeom prst="wedgeRoundRectCallout">
            <a:avLst>
              <a:gd name="adj1" fmla="val -55378"/>
              <a:gd name="adj2" fmla="val -3214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de </a:t>
            </a:r>
            <a:r>
              <a:rPr lang="en-US" dirty="0" err="1"/>
              <a:t>sleutel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teruggehangen</a:t>
            </a:r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9662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47B03F0-BDCF-0A73-13EA-A47899D93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574" y="4864417"/>
            <a:ext cx="2131753" cy="1993583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E588792-2E13-6232-8F18-B4FA6AD293C5}"/>
              </a:ext>
            </a:extLst>
          </p:cNvPr>
          <p:cNvSpPr/>
          <p:nvPr/>
        </p:nvSpPr>
        <p:spPr>
          <a:xfrm>
            <a:off x="3001617" y="2030895"/>
            <a:ext cx="5595731" cy="37139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25622-7941-0535-9C67-C294D376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THIS (APPLICATION)?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855FA-BCF8-1620-44BD-5370A0A6AB09}"/>
              </a:ext>
            </a:extLst>
          </p:cNvPr>
          <p:cNvSpPr txBox="1"/>
          <p:nvPr/>
        </p:nvSpPr>
        <p:spPr>
          <a:xfrm>
            <a:off x="3087476" y="2430763"/>
            <a:ext cx="1712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JoystickControl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C90EE4-04B8-32EA-842E-75B9EE11A133}"/>
              </a:ext>
            </a:extLst>
          </p:cNvPr>
          <p:cNvSpPr txBox="1"/>
          <p:nvPr/>
        </p:nvSpPr>
        <p:spPr>
          <a:xfrm>
            <a:off x="3258417" y="4279735"/>
            <a:ext cx="18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TrilMotorControl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EECD6-0631-0CE5-8D02-CD53BB21C20B}"/>
              </a:ext>
            </a:extLst>
          </p:cNvPr>
          <p:cNvSpPr txBox="1"/>
          <p:nvPr/>
        </p:nvSpPr>
        <p:spPr>
          <a:xfrm>
            <a:off x="4991338" y="3170583"/>
            <a:ext cx="220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GameEngineControl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8F0FBC-6481-289A-21F4-1398BADDA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33" y="2030895"/>
            <a:ext cx="1508136" cy="16730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A6FA9D-DACE-9619-C48F-213E66CAE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296" y="4994400"/>
            <a:ext cx="1279218" cy="10549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E3A5E8-0F20-7D82-0777-2441697AD16D}"/>
              </a:ext>
            </a:extLst>
          </p:cNvPr>
          <p:cNvSpPr txBox="1"/>
          <p:nvPr/>
        </p:nvSpPr>
        <p:spPr>
          <a:xfrm>
            <a:off x="6363027" y="4422198"/>
            <a:ext cx="167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DisplayControl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F8B048-5F02-5F7F-FC0C-EDD80B4DFA2F}"/>
              </a:ext>
            </a:extLst>
          </p:cNvPr>
          <p:cNvSpPr txBox="1"/>
          <p:nvPr/>
        </p:nvSpPr>
        <p:spPr>
          <a:xfrm>
            <a:off x="6836703" y="2374534"/>
            <a:ext cx="1316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WifiControl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D763DC8-4056-905F-30C4-E21724875CA7}"/>
              </a:ext>
            </a:extLst>
          </p:cNvPr>
          <p:cNvSpPr/>
          <p:nvPr/>
        </p:nvSpPr>
        <p:spPr>
          <a:xfrm>
            <a:off x="10729101" y="1498288"/>
            <a:ext cx="1845373" cy="37139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Lightning Bolt 18">
            <a:extLst>
              <a:ext uri="{FF2B5EF4-FFF2-40B4-BE49-F238E27FC236}">
                <a16:creationId xmlns:a16="http://schemas.microsoft.com/office/drawing/2014/main" id="{4E95311C-C3FD-29FD-4D6C-184237612AA0}"/>
              </a:ext>
            </a:extLst>
          </p:cNvPr>
          <p:cNvSpPr/>
          <p:nvPr/>
        </p:nvSpPr>
        <p:spPr>
          <a:xfrm rot="18752992">
            <a:off x="8868771" y="2044122"/>
            <a:ext cx="1172818" cy="369332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4C974A-7FAB-3627-18F6-F76FC1EB6EC7}"/>
              </a:ext>
            </a:extLst>
          </p:cNvPr>
          <p:cNvSpPr txBox="1"/>
          <p:nvPr/>
        </p:nvSpPr>
        <p:spPr>
          <a:xfrm>
            <a:off x="4024427" y="5131737"/>
            <a:ext cx="292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HighScoreDatabaseControl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FABAF3C-6463-B493-90E8-2E187F01C5C4}"/>
              </a:ext>
            </a:extLst>
          </p:cNvPr>
          <p:cNvCxnSpPr/>
          <p:nvPr/>
        </p:nvCxnSpPr>
        <p:spPr>
          <a:xfrm flipV="1">
            <a:off x="2226365" y="2800095"/>
            <a:ext cx="516835" cy="171705"/>
          </a:xfrm>
          <a:prstGeom prst="line">
            <a:avLst/>
          </a:prstGeom>
          <a:ln w="254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051023-F812-6CB3-1BBB-54E9A6E4FD6C}"/>
              </a:ext>
            </a:extLst>
          </p:cNvPr>
          <p:cNvCxnSpPr>
            <a:cxnSpLocks/>
          </p:cNvCxnSpPr>
          <p:nvPr/>
        </p:nvCxnSpPr>
        <p:spPr>
          <a:xfrm flipV="1">
            <a:off x="2484782" y="4824660"/>
            <a:ext cx="387626" cy="387550"/>
          </a:xfrm>
          <a:prstGeom prst="line">
            <a:avLst/>
          </a:prstGeom>
          <a:ln w="254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FABE0BB-B483-1590-686E-E915E0F0EFC5}"/>
              </a:ext>
            </a:extLst>
          </p:cNvPr>
          <p:cNvCxnSpPr>
            <a:cxnSpLocks/>
          </p:cNvCxnSpPr>
          <p:nvPr/>
        </p:nvCxnSpPr>
        <p:spPr>
          <a:xfrm>
            <a:off x="8766313" y="4774797"/>
            <a:ext cx="260809" cy="356940"/>
          </a:xfrm>
          <a:prstGeom prst="line">
            <a:avLst/>
          </a:prstGeom>
          <a:ln w="254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6AC8D58-453A-D085-0693-F7481BC75D60}"/>
              </a:ext>
            </a:extLst>
          </p:cNvPr>
          <p:cNvSpPr txBox="1"/>
          <p:nvPr/>
        </p:nvSpPr>
        <p:spPr>
          <a:xfrm>
            <a:off x="2906990" y="6049311"/>
            <a:ext cx="49093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They need to cooperate!!!!!</a:t>
            </a:r>
            <a:endParaRPr lang="nl-N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837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0D296-19DA-517D-90B4-70BD23EB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CFA-F548-1924-3305-FDC52A6A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19C58-459D-E3F3-F0E9-C8F5501D6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create a task</a:t>
            </a:r>
          </a:p>
          <a:p>
            <a:pPr lvl="1"/>
            <a:endParaRPr lang="en-US" dirty="0"/>
          </a:p>
          <a:p>
            <a:pPr lvl="1"/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5BB76-31DB-9E30-24E4-5C909A11B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352" y="2745061"/>
            <a:ext cx="8009295" cy="2158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B62254-1E18-7601-7086-9E1DD26E0823}"/>
              </a:ext>
            </a:extLst>
          </p:cNvPr>
          <p:cNvSpPr txBox="1"/>
          <p:nvPr/>
        </p:nvSpPr>
        <p:spPr>
          <a:xfrm>
            <a:off x="296196" y="6311900"/>
            <a:ext cx="115996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https://freertos.org/Documentation/02-Kernel/04-API-references/01-Task-creation/01-xTaskCreate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1937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5224-4AF7-A60B-5B08-26DC070C1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7F3074-01E2-B3E3-166D-BE952D4C7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3" y="345989"/>
            <a:ext cx="8009295" cy="215853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B10CF9F-8744-ACD9-4A06-5417BFCDAC7E}"/>
              </a:ext>
            </a:extLst>
          </p:cNvPr>
          <p:cNvSpPr/>
          <p:nvPr/>
        </p:nvSpPr>
        <p:spPr>
          <a:xfrm>
            <a:off x="1700981" y="894735"/>
            <a:ext cx="1474838" cy="275304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ED11EB-F01F-7FA4-B14F-6D858804C692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2438400" y="1170039"/>
            <a:ext cx="0" cy="1592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2918B0C-027D-42B3-F750-A30EF52B88D1}"/>
              </a:ext>
            </a:extLst>
          </p:cNvPr>
          <p:cNvSpPr txBox="1"/>
          <p:nvPr/>
        </p:nvSpPr>
        <p:spPr>
          <a:xfrm>
            <a:off x="272382" y="3244333"/>
            <a:ext cx="54499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function we want to be executed (all the time, continuously)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When</a:t>
            </a:r>
            <a:r>
              <a:rPr lang="nl-NL" dirty="0"/>
              <a:t> we </a:t>
            </a:r>
            <a:r>
              <a:rPr lang="nl-NL" dirty="0" err="1"/>
              <a:t>use</a:t>
            </a:r>
            <a:r>
              <a:rPr lang="nl-NL" dirty="0"/>
              <a:t> classes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we do </a:t>
            </a:r>
            <a:r>
              <a:rPr lang="nl-NL" dirty="0" err="1"/>
              <a:t>this</a:t>
            </a:r>
            <a:r>
              <a:rPr lang="nl-NL" dirty="0"/>
              <a:t> a </a:t>
            </a:r>
            <a:r>
              <a:rPr lang="nl-NL" dirty="0" err="1"/>
              <a:t>little</a:t>
            </a:r>
            <a:r>
              <a:rPr lang="nl-NL" dirty="0"/>
              <a:t> bit different! (we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come</a:t>
            </a:r>
            <a:r>
              <a:rPr lang="nl-NL" dirty="0"/>
              <a:t> back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)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8014C5A-827E-9D54-1C13-2AF50E09F365}"/>
              </a:ext>
            </a:extLst>
          </p:cNvPr>
          <p:cNvSpPr/>
          <p:nvPr/>
        </p:nvSpPr>
        <p:spPr>
          <a:xfrm>
            <a:off x="6923910" y="2762864"/>
            <a:ext cx="4722400" cy="2399071"/>
          </a:xfrm>
          <a:prstGeom prst="wedgeRoundRectCallout">
            <a:avLst>
              <a:gd name="adj1" fmla="val -72264"/>
              <a:gd name="adj2" fmla="val -1038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De functie die we willen laten uitvoeren (de hele tijd, continu).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Wanneer we klassen gebruiken, zullen we zien dat we dit iets anders doen! (hier komen we later op terug)</a:t>
            </a:r>
          </a:p>
        </p:txBody>
      </p:sp>
    </p:spTree>
    <p:extLst>
      <p:ext uri="{BB962C8B-B14F-4D97-AF65-F5344CB8AC3E}">
        <p14:creationId xmlns:p14="http://schemas.microsoft.com/office/powerpoint/2010/main" val="4034391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AE9A6-BE3B-C72C-012E-577CE72F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7C9293-4872-7EB4-C153-E760DF1C1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3" y="345989"/>
            <a:ext cx="8009295" cy="215853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E008289-EE58-74C0-A75B-ACFA6AC1B582}"/>
              </a:ext>
            </a:extLst>
          </p:cNvPr>
          <p:cNvSpPr/>
          <p:nvPr/>
        </p:nvSpPr>
        <p:spPr>
          <a:xfrm>
            <a:off x="1612492" y="1140543"/>
            <a:ext cx="1474838" cy="275304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8999CB-B2CE-4CC4-4955-36A0D70DD0AC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2349911" y="1415847"/>
            <a:ext cx="0" cy="1592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CEA2387-F32C-2476-AF24-7E247B92163E}"/>
              </a:ext>
            </a:extLst>
          </p:cNvPr>
          <p:cNvSpPr txBox="1"/>
          <p:nvPr/>
        </p:nvSpPr>
        <p:spPr>
          <a:xfrm>
            <a:off x="272383" y="3244333"/>
            <a:ext cx="472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name of the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actually only useful for debugging… Other than that, the name is not used.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7C368197-473C-215C-A61E-C5C357D9E687}"/>
              </a:ext>
            </a:extLst>
          </p:cNvPr>
          <p:cNvSpPr/>
          <p:nvPr/>
        </p:nvSpPr>
        <p:spPr>
          <a:xfrm>
            <a:off x="6597446" y="2816943"/>
            <a:ext cx="4722400" cy="1676400"/>
          </a:xfrm>
          <a:prstGeom prst="wedgeRoundRectCallout">
            <a:avLst>
              <a:gd name="adj1" fmla="val -85173"/>
              <a:gd name="adj2" fmla="val 68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 naam van de </a:t>
            </a:r>
            <a:r>
              <a:rPr lang="en-US" dirty="0" err="1"/>
              <a:t>taak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Dit is eigenlijk alleen handig voor debuggen... Voor de rest wordt de naam niet gebruikt.</a:t>
            </a:r>
          </a:p>
        </p:txBody>
      </p:sp>
    </p:spTree>
    <p:extLst>
      <p:ext uri="{BB962C8B-B14F-4D97-AF65-F5344CB8AC3E}">
        <p14:creationId xmlns:p14="http://schemas.microsoft.com/office/powerpoint/2010/main" val="3371381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2F400-2A06-E0EB-7CC8-AF33D0AE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304E54-3349-12A5-54B4-EB2AEA175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3" y="345989"/>
            <a:ext cx="8009295" cy="215853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C5F58C0-230B-41A1-5134-41186EAC5912}"/>
              </a:ext>
            </a:extLst>
          </p:cNvPr>
          <p:cNvSpPr/>
          <p:nvPr/>
        </p:nvSpPr>
        <p:spPr>
          <a:xfrm>
            <a:off x="1612492" y="1396181"/>
            <a:ext cx="1474838" cy="275304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B82DCF-5BDF-D247-6CC2-A726E45F1E69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2349911" y="1671485"/>
            <a:ext cx="0" cy="1592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37CF3E0-6504-196A-1295-13388989A4FD}"/>
              </a:ext>
            </a:extLst>
          </p:cNvPr>
          <p:cNvSpPr txBox="1"/>
          <p:nvPr/>
        </p:nvSpPr>
        <p:spPr>
          <a:xfrm>
            <a:off x="1178413" y="3409025"/>
            <a:ext cx="2803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HUH????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94895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E641-F5B6-C531-9120-8ADA323C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B710C-1A3D-A614-89B4-B80EB7808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/ Heap</a:t>
            </a:r>
            <a:endParaRPr lang="nl-NL" dirty="0"/>
          </a:p>
        </p:txBody>
      </p:sp>
      <p:pic>
        <p:nvPicPr>
          <p:cNvPr id="2050" name="Picture 2" descr="CS 225 | Stack and Heap Memory">
            <a:extLst>
              <a:ext uri="{FF2B5EF4-FFF2-40B4-BE49-F238E27FC236}">
                <a16:creationId xmlns:a16="http://schemas.microsoft.com/office/drawing/2014/main" id="{CBCFBFF3-428C-D89B-258E-C768EB059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7" y="1560787"/>
            <a:ext cx="340995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822850-4DFC-12A4-76E3-02E2DDB54EEB}"/>
              </a:ext>
            </a:extLst>
          </p:cNvPr>
          <p:cNvSpPr txBox="1"/>
          <p:nvPr/>
        </p:nvSpPr>
        <p:spPr>
          <a:xfrm flipH="1">
            <a:off x="3503987" y="2032696"/>
            <a:ext cx="5882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variables (e.g. calling a function)</a:t>
            </a:r>
          </a:p>
          <a:p>
            <a:r>
              <a:rPr lang="en-US" dirty="0"/>
              <a:t>Recursion?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330492-2701-AC32-7C94-2492186558C6}"/>
              </a:ext>
            </a:extLst>
          </p:cNvPr>
          <p:cNvSpPr txBox="1"/>
          <p:nvPr/>
        </p:nvSpPr>
        <p:spPr>
          <a:xfrm flipH="1">
            <a:off x="3503985" y="3313387"/>
            <a:ext cx="6878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Dynamic allocation (e.g. making an object with a constructor)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124539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D823D-76F1-44B0-8822-C74FF513E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7D22-B51B-14D3-DFB3-9271010F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/ Heap</a:t>
            </a:r>
            <a:endParaRPr lang="nl-NL" dirty="0"/>
          </a:p>
        </p:txBody>
      </p:sp>
      <p:pic>
        <p:nvPicPr>
          <p:cNvPr id="2050" name="Picture 2" descr="CS 225 | Stack and Heap Memory">
            <a:extLst>
              <a:ext uri="{FF2B5EF4-FFF2-40B4-BE49-F238E27FC236}">
                <a16:creationId xmlns:a16="http://schemas.microsoft.com/office/drawing/2014/main" id="{23AB742D-4C7D-D1F1-90EB-E1F374871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7" y="1560787"/>
            <a:ext cx="340995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 memory allocation">
            <a:extLst>
              <a:ext uri="{FF2B5EF4-FFF2-40B4-BE49-F238E27FC236}">
                <a16:creationId xmlns:a16="http://schemas.microsoft.com/office/drawing/2014/main" id="{E108B32D-B075-D56D-3B00-EF9801851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607" y="1489464"/>
            <a:ext cx="7010669" cy="394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0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FC55-7CF7-9E96-3F0B-479EB473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10B5-C652-0994-6AFF-1DED1DDC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/ Heap</a:t>
            </a:r>
            <a:endParaRPr lang="nl-NL" dirty="0"/>
          </a:p>
        </p:txBody>
      </p:sp>
      <p:pic>
        <p:nvPicPr>
          <p:cNvPr id="2050" name="Picture 2" descr="CS 225 | Stack and Heap Memory">
            <a:extLst>
              <a:ext uri="{FF2B5EF4-FFF2-40B4-BE49-F238E27FC236}">
                <a16:creationId xmlns:a16="http://schemas.microsoft.com/office/drawing/2014/main" id="{9C367345-8B26-B28C-F81F-99D259B9D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7" y="1560787"/>
            <a:ext cx="340995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reeRTOS Memory Management">
            <a:extLst>
              <a:ext uri="{FF2B5EF4-FFF2-40B4-BE49-F238E27FC236}">
                <a16:creationId xmlns:a16="http://schemas.microsoft.com/office/drawing/2014/main" id="{41C61288-2CB5-39B4-7AD1-AE52CC52F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000" y="957519"/>
            <a:ext cx="7303941" cy="410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00D4A1-1C30-9236-E118-2738F6C17A5B}"/>
              </a:ext>
            </a:extLst>
          </p:cNvPr>
          <p:cNvSpPr txBox="1"/>
          <p:nvPr/>
        </p:nvSpPr>
        <p:spPr>
          <a:xfrm>
            <a:off x="309716" y="5582182"/>
            <a:ext cx="1227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900" dirty="0">
                <a:hlinkClick r:id="rId4"/>
              </a:rPr>
              <a:t>https://www.digikey.es/en/maker/projects/introduction-to-rtos-solution-to-part-4-memory-management/6d4dfcaa1ff84f57a2098da8e6401d9c?srsltid=AfmBOope5EsT5idaApq4rnFa_UqB-1vpL4cTnhnAxnGjDERClYkeB0ey</a:t>
            </a:r>
            <a:endParaRPr lang="nl-NL" sz="900" dirty="0"/>
          </a:p>
          <a:p>
            <a:endParaRPr lang="nl-NL" sz="900" dirty="0"/>
          </a:p>
        </p:txBody>
      </p:sp>
    </p:spTree>
    <p:extLst>
      <p:ext uri="{BB962C8B-B14F-4D97-AF65-F5344CB8AC3E}">
        <p14:creationId xmlns:p14="http://schemas.microsoft.com/office/powerpoint/2010/main" val="64712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E00D-F688-9C12-05D0-4A2BA6DF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9AC506A-8118-6CEA-61B6-32F6BA6ACBB8}"/>
              </a:ext>
            </a:extLst>
          </p:cNvPr>
          <p:cNvSpPr txBox="1"/>
          <p:nvPr/>
        </p:nvSpPr>
        <p:spPr>
          <a:xfrm>
            <a:off x="309716" y="5582182"/>
            <a:ext cx="1227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900" dirty="0">
                <a:hlinkClick r:id="rId2"/>
              </a:rPr>
              <a:t>https://www.digikey.es/en/maker/projects/introduction-to-rtos-solution-to-part-4-memory-management/6d4dfcaa1ff84f57a2098da8e6401d9c?srsltid=AfmBOope5EsT5idaApq4rnFa_UqB-1vpL4cTnhnAxnGjDERClYkeB0ey</a:t>
            </a:r>
            <a:endParaRPr lang="nl-NL" sz="900" dirty="0"/>
          </a:p>
          <a:p>
            <a:endParaRPr lang="nl-NL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536B5-D0DE-D3DA-4F32-1B1C37180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/ Heap</a:t>
            </a:r>
            <a:endParaRPr lang="nl-NL" dirty="0"/>
          </a:p>
        </p:txBody>
      </p:sp>
      <p:pic>
        <p:nvPicPr>
          <p:cNvPr id="2050" name="Picture 2" descr="CS 225 | Stack and Heap Memory">
            <a:extLst>
              <a:ext uri="{FF2B5EF4-FFF2-40B4-BE49-F238E27FC236}">
                <a16:creationId xmlns:a16="http://schemas.microsoft.com/office/drawing/2014/main" id="{E9835718-A8DF-CAB0-F14C-CBD0F955C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7" y="1560787"/>
            <a:ext cx="340995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reeRTOS Memory Management">
            <a:extLst>
              <a:ext uri="{FF2B5EF4-FFF2-40B4-BE49-F238E27FC236}">
                <a16:creationId xmlns:a16="http://schemas.microsoft.com/office/drawing/2014/main" id="{94CC44F7-A701-E5EC-6EF9-0AF93130F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000" y="957519"/>
            <a:ext cx="7303941" cy="410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FE84D0-6212-96BC-43AA-D4114BAB9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528" y="4579113"/>
            <a:ext cx="8009295" cy="215853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E4A0F12-B243-7D22-36FB-C22B146CE87B}"/>
              </a:ext>
            </a:extLst>
          </p:cNvPr>
          <p:cNvSpPr/>
          <p:nvPr/>
        </p:nvSpPr>
        <p:spPr>
          <a:xfrm>
            <a:off x="5034118" y="5625177"/>
            <a:ext cx="1474838" cy="275304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1A8F00-520D-B6CC-0780-51D9E5B62541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6292971" y="3658726"/>
            <a:ext cx="1415521" cy="2006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88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B284-0D5C-DEA8-5275-4D2AE09B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9E4178-22E6-D5CE-724E-A2C2E36C2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3" y="345989"/>
            <a:ext cx="8009295" cy="215853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8954296F-897A-A182-9C40-C59E3D8AD35B}"/>
              </a:ext>
            </a:extLst>
          </p:cNvPr>
          <p:cNvSpPr/>
          <p:nvPr/>
        </p:nvSpPr>
        <p:spPr>
          <a:xfrm>
            <a:off x="1700982" y="1396182"/>
            <a:ext cx="1474838" cy="275304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3E2168-3737-B587-E756-B0340BB48C92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2438401" y="1671486"/>
            <a:ext cx="0" cy="1592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92CAC78-2F7F-D808-2186-03EF62C257FF}"/>
              </a:ext>
            </a:extLst>
          </p:cNvPr>
          <p:cNvSpPr txBox="1"/>
          <p:nvPr/>
        </p:nvSpPr>
        <p:spPr>
          <a:xfrm>
            <a:off x="908758" y="3370050"/>
            <a:ext cx="2803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Aha!</a:t>
            </a:r>
          </a:p>
          <a:p>
            <a:pPr algn="ctr"/>
            <a:r>
              <a:rPr lang="en-US" dirty="0"/>
              <a:t>Now I get it...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44018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CDAC7-9A25-FF48-6F73-2FED448E0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5B743C-AFD4-2AF6-29F9-33536CB10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3" y="345989"/>
            <a:ext cx="8009295" cy="215853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2F4FAC0-1F2C-65F4-9C72-A004BE07A491}"/>
              </a:ext>
            </a:extLst>
          </p:cNvPr>
          <p:cNvSpPr/>
          <p:nvPr/>
        </p:nvSpPr>
        <p:spPr>
          <a:xfrm>
            <a:off x="1710813" y="1661653"/>
            <a:ext cx="1474838" cy="275304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57A57C-B7EA-2621-5651-108BF8A68F82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2448232" y="1936957"/>
            <a:ext cx="0" cy="1592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E4868C4-A58E-C772-14D1-139D91939D72}"/>
              </a:ext>
            </a:extLst>
          </p:cNvPr>
          <p:cNvSpPr txBox="1"/>
          <p:nvPr/>
        </p:nvSpPr>
        <p:spPr>
          <a:xfrm>
            <a:off x="370704" y="3509805"/>
            <a:ext cx="472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task could use parameters, right?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the place where we pass the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come back to it...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9833DD38-4D8F-3449-9E70-325878ABF75E}"/>
              </a:ext>
            </a:extLst>
          </p:cNvPr>
          <p:cNvSpPr/>
          <p:nvPr/>
        </p:nvSpPr>
        <p:spPr>
          <a:xfrm>
            <a:off x="6695767" y="3082415"/>
            <a:ext cx="4722400" cy="1676400"/>
          </a:xfrm>
          <a:prstGeom prst="wedgeRoundRectCallout">
            <a:avLst>
              <a:gd name="adj1" fmla="val -85173"/>
              <a:gd name="adj2" fmla="val 68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Het </a:t>
            </a:r>
            <a:r>
              <a:rPr lang="en-US" dirty="0" err="1"/>
              <a:t>zou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de </a:t>
            </a:r>
            <a:r>
              <a:rPr lang="en-US" dirty="0" err="1"/>
              <a:t>taak</a:t>
            </a:r>
            <a:r>
              <a:rPr lang="en-US" dirty="0"/>
              <a:t> parameters </a:t>
            </a:r>
            <a:r>
              <a:rPr lang="en-US" dirty="0" err="1"/>
              <a:t>nodig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plek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we die "</a:t>
            </a:r>
            <a:r>
              <a:rPr lang="en-US" dirty="0" err="1"/>
              <a:t>doorsturen</a:t>
            </a:r>
            <a:r>
              <a:rPr lang="en-US" dirty="0"/>
              <a:t>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</a:t>
            </a:r>
            <a:r>
              <a:rPr lang="en-US" dirty="0" err="1"/>
              <a:t>komen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nog</a:t>
            </a:r>
            <a:r>
              <a:rPr lang="en-US" dirty="0"/>
              <a:t> op </a:t>
            </a:r>
            <a:r>
              <a:rPr lang="en-US" dirty="0" err="1"/>
              <a:t>terug</a:t>
            </a:r>
            <a:r>
              <a:rPr lang="en-US" dirty="0"/>
              <a:t>.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A7F082-A9AF-270A-D622-614678F17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135" y="5128449"/>
            <a:ext cx="3477110" cy="1543265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7B1A1361-FE66-9194-3A43-63CFC4064A4A}"/>
              </a:ext>
            </a:extLst>
          </p:cNvPr>
          <p:cNvSpPr/>
          <p:nvPr/>
        </p:nvSpPr>
        <p:spPr>
          <a:xfrm>
            <a:off x="9558709" y="5091275"/>
            <a:ext cx="2202426" cy="1248281"/>
          </a:xfrm>
          <a:prstGeom prst="wedgeRoundRectCallout">
            <a:avLst>
              <a:gd name="adj1" fmla="val -84280"/>
              <a:gd name="adj2" fmla="val 1550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Het "</a:t>
            </a:r>
            <a:r>
              <a:rPr lang="en-US" dirty="0" err="1"/>
              <a:t>vertalen</a:t>
            </a:r>
            <a:r>
              <a:rPr lang="en-US" dirty="0"/>
              <a:t>" van het </a:t>
            </a:r>
            <a:r>
              <a:rPr lang="en-US" dirty="0" err="1"/>
              <a:t>ene</a:t>
            </a:r>
            <a:r>
              <a:rPr lang="en-US" dirty="0"/>
              <a:t> type </a:t>
            </a:r>
            <a:r>
              <a:rPr lang="en-US" dirty="0" err="1"/>
              <a:t>naar</a:t>
            </a:r>
            <a:r>
              <a:rPr lang="en-US" dirty="0"/>
              <a:t> het </a:t>
            </a:r>
            <a:r>
              <a:rPr lang="en-US" dirty="0" err="1"/>
              <a:t>andere</a:t>
            </a:r>
            <a:r>
              <a:rPr lang="en-US" dirty="0"/>
              <a:t>....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FF9881-E340-864E-7CF8-83D7AEA6DCEA}"/>
              </a:ext>
            </a:extLst>
          </p:cNvPr>
          <p:cNvSpPr txBox="1"/>
          <p:nvPr/>
        </p:nvSpPr>
        <p:spPr>
          <a:xfrm>
            <a:off x="1558413" y="586781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does the (void *) mean???</a:t>
            </a:r>
          </a:p>
          <a:p>
            <a:r>
              <a:rPr lang="en-US" dirty="0"/>
              <a:t>Casting!</a:t>
            </a:r>
          </a:p>
        </p:txBody>
      </p:sp>
    </p:spTree>
    <p:extLst>
      <p:ext uri="{BB962C8B-B14F-4D97-AF65-F5344CB8AC3E}">
        <p14:creationId xmlns:p14="http://schemas.microsoft.com/office/powerpoint/2010/main" val="2722850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AE06-014C-959D-93FA-12B3FD35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B114BD-8967-CB26-F5FE-4241AA387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3" y="345989"/>
            <a:ext cx="8009295" cy="215853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392C2BF-42D2-5021-83CE-0CB4DAB36897}"/>
              </a:ext>
            </a:extLst>
          </p:cNvPr>
          <p:cNvSpPr/>
          <p:nvPr/>
        </p:nvSpPr>
        <p:spPr>
          <a:xfrm>
            <a:off x="1710813" y="1927125"/>
            <a:ext cx="1917290" cy="255636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F1E40A-7C57-6F4B-99CD-63FF562613A8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2231923" y="2182761"/>
            <a:ext cx="437535" cy="1061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30FB00A-764E-FFF7-9DEE-6B71B4D5B431}"/>
              </a:ext>
            </a:extLst>
          </p:cNvPr>
          <p:cNvSpPr txBox="1"/>
          <p:nvPr/>
        </p:nvSpPr>
        <p:spPr>
          <a:xfrm>
            <a:off x="308258" y="3244201"/>
            <a:ext cx="472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priority of the task...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come back to it...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6F4F6F2-76AD-F7C0-6878-B5AE2103C137}"/>
              </a:ext>
            </a:extLst>
          </p:cNvPr>
          <p:cNvSpPr/>
          <p:nvPr/>
        </p:nvSpPr>
        <p:spPr>
          <a:xfrm>
            <a:off x="5475568" y="2729166"/>
            <a:ext cx="4722400" cy="1676400"/>
          </a:xfrm>
          <a:prstGeom prst="wedgeRoundRectCallout">
            <a:avLst>
              <a:gd name="adj1" fmla="val -85173"/>
              <a:gd name="adj2" fmla="val 68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 </a:t>
            </a:r>
            <a:r>
              <a:rPr lang="en-US" dirty="0" err="1"/>
              <a:t>prioriteit</a:t>
            </a:r>
            <a:r>
              <a:rPr lang="en-US" dirty="0"/>
              <a:t> van de </a:t>
            </a:r>
            <a:r>
              <a:rPr lang="en-US" dirty="0" err="1"/>
              <a:t>taak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</a:t>
            </a:r>
            <a:r>
              <a:rPr lang="en-US" dirty="0" err="1"/>
              <a:t>komen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nog</a:t>
            </a:r>
            <a:r>
              <a:rPr lang="en-US" dirty="0"/>
              <a:t> op </a:t>
            </a:r>
            <a:r>
              <a:rPr lang="en-US" dirty="0" err="1"/>
              <a:t>terug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D4D861-6CA0-09D2-CA0E-E401CD907B44}"/>
              </a:ext>
            </a:extLst>
          </p:cNvPr>
          <p:cNvSpPr txBox="1"/>
          <p:nvPr/>
        </p:nvSpPr>
        <p:spPr>
          <a:xfrm>
            <a:off x="523902" y="4503575"/>
            <a:ext cx="5370534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600"/>
              </a:spcBef>
              <a:buNone/>
            </a:pPr>
            <a:r>
              <a:rPr lang="en-US" b="1" i="1" dirty="0">
                <a:solidFill>
                  <a:srgbClr val="101828"/>
                </a:solidFill>
                <a:effectLst/>
                <a:latin typeface="Inter"/>
              </a:rPr>
              <a:t>The default RTOS scheduling policy (single-core)</a:t>
            </a:r>
          </a:p>
          <a:p>
            <a:pPr algn="l">
              <a:spcBef>
                <a:spcPts val="900"/>
              </a:spcBef>
              <a:buNone/>
            </a:pPr>
            <a:r>
              <a:rPr lang="en-US" b="0" i="1" dirty="0">
                <a:solidFill>
                  <a:srgbClr val="475467"/>
                </a:solidFill>
                <a:effectLst/>
                <a:latin typeface="Inter"/>
              </a:rPr>
              <a:t>By default, </a:t>
            </a:r>
            <a:r>
              <a:rPr lang="en-US" b="0" i="1" dirty="0" err="1">
                <a:solidFill>
                  <a:srgbClr val="475467"/>
                </a:solidFill>
                <a:effectLst/>
                <a:latin typeface="Inter"/>
              </a:rPr>
              <a:t>FreeRTOS</a:t>
            </a:r>
            <a:r>
              <a:rPr lang="en-US" b="0" i="1" dirty="0">
                <a:solidFill>
                  <a:srgbClr val="475467"/>
                </a:solidFill>
                <a:effectLst/>
                <a:latin typeface="Inter"/>
              </a:rPr>
              <a:t> uses a fixed-priority preemptive scheduling policy, with round-robin time-slicing of </a:t>
            </a:r>
            <a:r>
              <a:rPr lang="en-US" b="0" i="1" u="sng" dirty="0">
                <a:solidFill>
                  <a:srgbClr val="475467"/>
                </a:solidFill>
                <a:effectLst/>
                <a:latin typeface="Inter"/>
                <a:hlinkClick r:id="rId3"/>
              </a:rPr>
              <a:t>equal priority tasks</a:t>
            </a:r>
            <a:r>
              <a:rPr lang="en-US" i="1" u="sng" dirty="0">
                <a:solidFill>
                  <a:srgbClr val="475467"/>
                </a:solidFill>
                <a:latin typeface="Inter"/>
              </a:rPr>
              <a:t>.</a:t>
            </a:r>
          </a:p>
          <a:p>
            <a:pPr algn="l">
              <a:spcBef>
                <a:spcPts val="900"/>
              </a:spcBef>
              <a:buNone/>
            </a:pPr>
            <a:endParaRPr lang="en-US" b="0" i="0" u="sng" dirty="0">
              <a:solidFill>
                <a:srgbClr val="475467"/>
              </a:solidFill>
              <a:effectLst/>
              <a:latin typeface="Inter"/>
            </a:endParaRPr>
          </a:p>
          <a:p>
            <a:pPr>
              <a:spcBef>
                <a:spcPts val="900"/>
              </a:spcBef>
            </a:pPr>
            <a:r>
              <a:rPr lang="en-US" b="0" dirty="0">
                <a:solidFill>
                  <a:srgbClr val="475467"/>
                </a:solidFill>
                <a:effectLst/>
                <a:latin typeface="Inter"/>
              </a:rPr>
              <a:t>However, we will program it in the “non-preemptive” way....</a:t>
            </a:r>
            <a:endParaRPr lang="en-US" b="0" u="sng" dirty="0">
              <a:solidFill>
                <a:srgbClr val="475467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52111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9F9B-ACB5-E3F8-6EE7-9C9DE7FD1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6C9C7F-2BCD-EB55-8A32-EC56E8438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3" y="345989"/>
            <a:ext cx="8009295" cy="215853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E0F7369-C5AD-06AA-57ED-106D178667C5}"/>
              </a:ext>
            </a:extLst>
          </p:cNvPr>
          <p:cNvSpPr/>
          <p:nvPr/>
        </p:nvSpPr>
        <p:spPr>
          <a:xfrm>
            <a:off x="1504335" y="2182764"/>
            <a:ext cx="1917290" cy="255636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A09350-4CDC-C916-D196-D8451BBA7C64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2462980" y="2438400"/>
            <a:ext cx="0" cy="99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5D1D2DB-41ED-886D-A29C-BCDC882D5F27}"/>
              </a:ext>
            </a:extLst>
          </p:cNvPr>
          <p:cNvSpPr txBox="1"/>
          <p:nvPr/>
        </p:nvSpPr>
        <p:spPr>
          <a:xfrm>
            <a:off x="662219" y="3499839"/>
            <a:ext cx="472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xHandle</a:t>
            </a:r>
            <a:r>
              <a:rPr lang="en-US" dirty="0"/>
              <a:t> is the pointer/address of the task...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11379FB8-0C78-9BD4-20F0-9C38522AC421}"/>
              </a:ext>
            </a:extLst>
          </p:cNvPr>
          <p:cNvSpPr/>
          <p:nvPr/>
        </p:nvSpPr>
        <p:spPr>
          <a:xfrm>
            <a:off x="6212987" y="2748831"/>
            <a:ext cx="1849465" cy="990600"/>
          </a:xfrm>
          <a:prstGeom prst="wedgeRoundRectCallout">
            <a:avLst>
              <a:gd name="adj1" fmla="val -133019"/>
              <a:gd name="adj2" fmla="val 4257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Pointer????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62355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985F0-2B92-BB05-CC56-C22A3646B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1E69FA-6289-6EBF-D75A-5D23181B6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109" y="2745203"/>
            <a:ext cx="2200582" cy="21148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F8D1AD-D283-2D8B-2769-002850251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123" y="2745202"/>
            <a:ext cx="2200582" cy="2114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B18288-F10A-4BEB-D70E-3CB27E55E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23" y="2745201"/>
            <a:ext cx="2200582" cy="21148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FBEC4F-DE75-E9D2-741F-41CC38CFD903}"/>
              </a:ext>
            </a:extLst>
          </p:cNvPr>
          <p:cNvSpPr txBox="1"/>
          <p:nvPr/>
        </p:nvSpPr>
        <p:spPr>
          <a:xfrm>
            <a:off x="609600" y="2191205"/>
            <a:ext cx="2631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is inside the house</a:t>
            </a:r>
            <a:endParaRPr lang="nl-N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18C70E-31B4-FC0C-6484-D9C593C841EC}"/>
              </a:ext>
            </a:extLst>
          </p:cNvPr>
          <p:cNvCxnSpPr>
            <a:stCxn id="12" idx="2"/>
          </p:cNvCxnSpPr>
          <p:nvPr/>
        </p:nvCxnSpPr>
        <p:spPr>
          <a:xfrm>
            <a:off x="1925506" y="2560537"/>
            <a:ext cx="1083165" cy="86846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2BE22F5-1D29-801F-6898-3EF5FF6423A8}"/>
              </a:ext>
            </a:extLst>
          </p:cNvPr>
          <p:cNvSpPr txBox="1"/>
          <p:nvPr/>
        </p:nvSpPr>
        <p:spPr>
          <a:xfrm>
            <a:off x="838200" y="5545231"/>
            <a:ext cx="3664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Pointer is the address of the house!</a:t>
            </a:r>
            <a:endParaRPr lang="nl-N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A1A58E-8F28-8E49-9D0D-8CC32FBCCD49}"/>
              </a:ext>
            </a:extLst>
          </p:cNvPr>
          <p:cNvCxnSpPr>
            <a:cxnSpLocks/>
          </p:cNvCxnSpPr>
          <p:nvPr/>
        </p:nvCxnSpPr>
        <p:spPr>
          <a:xfrm flipV="1">
            <a:off x="2438400" y="4860046"/>
            <a:ext cx="610522" cy="53155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771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89006-9160-CD8A-B387-1BE2A7D7E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669D-FE45-05D7-B0D5-14069D700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11A814-25F4-B0FA-B0F9-9540F800B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513" y="1899627"/>
            <a:ext cx="2200582" cy="21148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53A838-9EFC-3DF7-29F3-E88E857E4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527" y="1899626"/>
            <a:ext cx="2200582" cy="2114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6D209F-1C25-9EE1-B57F-B9CFD8074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7" y="1899625"/>
            <a:ext cx="2200582" cy="21148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A5199F-2106-D173-D3FB-3F47AAC89257}"/>
              </a:ext>
            </a:extLst>
          </p:cNvPr>
          <p:cNvSpPr txBox="1"/>
          <p:nvPr/>
        </p:nvSpPr>
        <p:spPr>
          <a:xfrm>
            <a:off x="426025" y="1368070"/>
            <a:ext cx="2631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is inside the house</a:t>
            </a:r>
            <a:endParaRPr lang="nl-N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0027CE6-C3DF-389F-B889-410423FC26F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741931" y="1737402"/>
            <a:ext cx="870080" cy="100018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D071233-D946-961D-1EE1-7D60B03FC94D}"/>
              </a:ext>
            </a:extLst>
          </p:cNvPr>
          <p:cNvSpPr txBox="1"/>
          <p:nvPr/>
        </p:nvSpPr>
        <p:spPr>
          <a:xfrm>
            <a:off x="169604" y="4699655"/>
            <a:ext cx="3664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Pointer is the address of the house!</a:t>
            </a:r>
            <a:endParaRPr lang="nl-N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D5186B-CBC0-CF77-DE3F-262C8C4A3BD7}"/>
              </a:ext>
            </a:extLst>
          </p:cNvPr>
          <p:cNvCxnSpPr>
            <a:cxnSpLocks/>
          </p:cNvCxnSpPr>
          <p:nvPr/>
        </p:nvCxnSpPr>
        <p:spPr>
          <a:xfrm flipV="1">
            <a:off x="1769804" y="4014470"/>
            <a:ext cx="610522" cy="53155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AC987D5-406B-26C8-D0CF-207769C20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367" y="1027906"/>
            <a:ext cx="6925642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20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B3044-24F7-B84B-F311-16835792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02CCF49-F645-2FAD-362C-1C8DD0337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38"/>
            <a:ext cx="6925642" cy="42582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DC3671-8B51-F92E-5469-F77BFF513A1E}"/>
              </a:ext>
            </a:extLst>
          </p:cNvPr>
          <p:cNvSpPr/>
          <p:nvPr/>
        </p:nvSpPr>
        <p:spPr>
          <a:xfrm>
            <a:off x="7934633" y="865239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E3DA4-E8E7-58F0-B6BC-43F038B1BFA5}"/>
              </a:ext>
            </a:extLst>
          </p:cNvPr>
          <p:cNvSpPr txBox="1"/>
          <p:nvPr/>
        </p:nvSpPr>
        <p:spPr>
          <a:xfrm>
            <a:off x="6925642" y="865239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#0370</a:t>
            </a:r>
            <a:endParaRPr lang="nl-N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6D3FCA-AFB8-E759-6A38-83456EAA9D6D}"/>
              </a:ext>
            </a:extLst>
          </p:cNvPr>
          <p:cNvSpPr txBox="1"/>
          <p:nvPr/>
        </p:nvSpPr>
        <p:spPr>
          <a:xfrm>
            <a:off x="5412659" y="872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DF7558B-DEA9-AB49-EC7F-B34AEF01CA14}"/>
              </a:ext>
            </a:extLst>
          </p:cNvPr>
          <p:cNvSpPr/>
          <p:nvPr/>
        </p:nvSpPr>
        <p:spPr>
          <a:xfrm>
            <a:off x="161049" y="265471"/>
            <a:ext cx="1353119" cy="275303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3953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8" grpId="0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50BE-02DB-7A54-283D-F4F1E641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66056A-EBD0-A904-1344-1CD53C63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38"/>
            <a:ext cx="6925642" cy="42582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5DC73F-EEAD-4646-8C4C-88DEC0C33258}"/>
              </a:ext>
            </a:extLst>
          </p:cNvPr>
          <p:cNvSpPr/>
          <p:nvPr/>
        </p:nvSpPr>
        <p:spPr>
          <a:xfrm>
            <a:off x="7934633" y="865239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C9D12-0A09-DAAF-78D6-1B1A0B53ADFD}"/>
              </a:ext>
            </a:extLst>
          </p:cNvPr>
          <p:cNvSpPr txBox="1"/>
          <p:nvPr/>
        </p:nvSpPr>
        <p:spPr>
          <a:xfrm>
            <a:off x="6925642" y="865239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#0370</a:t>
            </a:r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B52629-63F7-1F07-96AC-63695EA8B7D3}"/>
              </a:ext>
            </a:extLst>
          </p:cNvPr>
          <p:cNvSpPr/>
          <p:nvPr/>
        </p:nvSpPr>
        <p:spPr>
          <a:xfrm>
            <a:off x="7934633" y="1248697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97CAD-053B-32D8-8543-5B0880226A5D}"/>
              </a:ext>
            </a:extLst>
          </p:cNvPr>
          <p:cNvSpPr txBox="1"/>
          <p:nvPr/>
        </p:nvSpPr>
        <p:spPr>
          <a:xfrm>
            <a:off x="6925642" y="1248697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#0372</a:t>
            </a:r>
            <a:endParaRPr lang="nl-N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F0F6D-B971-EA06-5C30-A626884BDEFF}"/>
              </a:ext>
            </a:extLst>
          </p:cNvPr>
          <p:cNvSpPr txBox="1"/>
          <p:nvPr/>
        </p:nvSpPr>
        <p:spPr>
          <a:xfrm>
            <a:off x="5412659" y="872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947F19E-4815-8C25-EF7B-ECF84469DAAA}"/>
              </a:ext>
            </a:extLst>
          </p:cNvPr>
          <p:cNvSpPr/>
          <p:nvPr/>
        </p:nvSpPr>
        <p:spPr>
          <a:xfrm>
            <a:off x="161049" y="530943"/>
            <a:ext cx="1353119" cy="275303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5996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4.81481E-6 L -0.00182 0.0560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8" grpId="0"/>
      <p:bldP spid="18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8A49B-D64F-B22E-F6E9-EECAB6E2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E952347-94D4-5CDB-EE38-E5B9D7766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38"/>
            <a:ext cx="6925642" cy="42582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976457-2888-9494-4704-E09B9DE22FB3}"/>
              </a:ext>
            </a:extLst>
          </p:cNvPr>
          <p:cNvSpPr/>
          <p:nvPr/>
        </p:nvSpPr>
        <p:spPr>
          <a:xfrm>
            <a:off x="7934633" y="865239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5FE7B-9BDE-8D1F-ED2D-042B2CC0E8CE}"/>
              </a:ext>
            </a:extLst>
          </p:cNvPr>
          <p:cNvSpPr txBox="1"/>
          <p:nvPr/>
        </p:nvSpPr>
        <p:spPr>
          <a:xfrm>
            <a:off x="6925642" y="865239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#0370</a:t>
            </a:r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D55EE-6BC6-DEAE-1B73-8E82606DBAD4}"/>
              </a:ext>
            </a:extLst>
          </p:cNvPr>
          <p:cNvSpPr/>
          <p:nvPr/>
        </p:nvSpPr>
        <p:spPr>
          <a:xfrm>
            <a:off x="7934633" y="1248697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73E2AA-0AA5-BD79-A6BE-04F30670390A}"/>
              </a:ext>
            </a:extLst>
          </p:cNvPr>
          <p:cNvSpPr txBox="1"/>
          <p:nvPr/>
        </p:nvSpPr>
        <p:spPr>
          <a:xfrm>
            <a:off x="6925642" y="1248697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#0372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381D46-6C4F-08F5-DCE2-FCF0EE679148}"/>
              </a:ext>
            </a:extLst>
          </p:cNvPr>
          <p:cNvSpPr txBox="1"/>
          <p:nvPr/>
        </p:nvSpPr>
        <p:spPr>
          <a:xfrm>
            <a:off x="5412659" y="12698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F7CD9BB-E243-DE86-764A-7F359B197D59}"/>
              </a:ext>
            </a:extLst>
          </p:cNvPr>
          <p:cNvSpPr/>
          <p:nvPr/>
        </p:nvSpPr>
        <p:spPr>
          <a:xfrm>
            <a:off x="161049" y="1052055"/>
            <a:ext cx="1353119" cy="275303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4318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1A19A-0AB0-1305-6CA4-243348EA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82DDCE0-C331-2E8F-72D4-721D8E637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38"/>
            <a:ext cx="6925642" cy="42582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94D9ED-9084-9C40-A6D1-D5F10384778C}"/>
              </a:ext>
            </a:extLst>
          </p:cNvPr>
          <p:cNvSpPr/>
          <p:nvPr/>
        </p:nvSpPr>
        <p:spPr>
          <a:xfrm>
            <a:off x="7934633" y="865239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2BAC74-7DA0-68F8-3F30-430C63D236B1}"/>
              </a:ext>
            </a:extLst>
          </p:cNvPr>
          <p:cNvSpPr txBox="1"/>
          <p:nvPr/>
        </p:nvSpPr>
        <p:spPr>
          <a:xfrm>
            <a:off x="6925642" y="865239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#0370</a:t>
            </a:r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4F9287-6785-4592-932F-2E801FD12B2D}"/>
              </a:ext>
            </a:extLst>
          </p:cNvPr>
          <p:cNvSpPr/>
          <p:nvPr/>
        </p:nvSpPr>
        <p:spPr>
          <a:xfrm>
            <a:off x="7934633" y="1248697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FF72F-917F-002D-89D6-72B588EF760D}"/>
              </a:ext>
            </a:extLst>
          </p:cNvPr>
          <p:cNvSpPr txBox="1"/>
          <p:nvPr/>
        </p:nvSpPr>
        <p:spPr>
          <a:xfrm>
            <a:off x="6925642" y="1248697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#0372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6BFC9E-98BB-F9CB-D735-DA7E633D5031}"/>
              </a:ext>
            </a:extLst>
          </p:cNvPr>
          <p:cNvSpPr txBox="1"/>
          <p:nvPr/>
        </p:nvSpPr>
        <p:spPr>
          <a:xfrm>
            <a:off x="5412659" y="12698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B1B865-3E4A-7F20-6C4A-4D0AF6E8A134}"/>
              </a:ext>
            </a:extLst>
          </p:cNvPr>
          <p:cNvSpPr txBox="1"/>
          <p:nvPr/>
        </p:nvSpPr>
        <p:spPr>
          <a:xfrm>
            <a:off x="9188938" y="697690"/>
            <a:ext cx="314510" cy="1298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</a:t>
            </a:r>
          </a:p>
          <a:p>
            <a:pPr>
              <a:lnSpc>
                <a:spcPct val="150000"/>
              </a:lnSpc>
            </a:pPr>
            <a:r>
              <a:rPr lang="en-US" dirty="0"/>
              <a:t>b</a:t>
            </a:r>
          </a:p>
          <a:p>
            <a:pPr>
              <a:lnSpc>
                <a:spcPct val="150000"/>
              </a:lnSpc>
            </a:pPr>
            <a:r>
              <a:rPr lang="en-US" dirty="0"/>
              <a:t>p</a:t>
            </a:r>
            <a:endParaRPr lang="nl-N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56C055-D3C6-F473-C17D-C49A8256659A}"/>
              </a:ext>
            </a:extLst>
          </p:cNvPr>
          <p:cNvSpPr/>
          <p:nvPr/>
        </p:nvSpPr>
        <p:spPr>
          <a:xfrm>
            <a:off x="7929718" y="1627240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#0370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DB626B-9C7E-D972-D4F4-883AB82E050B}"/>
              </a:ext>
            </a:extLst>
          </p:cNvPr>
          <p:cNvSpPr txBox="1"/>
          <p:nvPr/>
        </p:nvSpPr>
        <p:spPr>
          <a:xfrm>
            <a:off x="6920727" y="1627240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#0374</a:t>
            </a:r>
            <a:endParaRPr lang="nl-N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88D11D-96ED-62D5-E435-394AE3FCA864}"/>
              </a:ext>
            </a:extLst>
          </p:cNvPr>
          <p:cNvSpPr txBox="1"/>
          <p:nvPr/>
        </p:nvSpPr>
        <p:spPr>
          <a:xfrm>
            <a:off x="8771616" y="122716"/>
            <a:ext cx="420308" cy="46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*p</a:t>
            </a:r>
            <a:endParaRPr lang="nl-NL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8D0492-B308-8EAF-C401-0BCBC67CEEE7}"/>
              </a:ext>
            </a:extLst>
          </p:cNvPr>
          <p:cNvCxnSpPr/>
          <p:nvPr/>
        </p:nvCxnSpPr>
        <p:spPr>
          <a:xfrm flipH="1">
            <a:off x="8771616" y="1049905"/>
            <a:ext cx="417322" cy="7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C3403D-B648-9BDA-FCD6-19F4D76AA40E}"/>
              </a:ext>
            </a:extLst>
          </p:cNvPr>
          <p:cNvCxnSpPr>
            <a:cxnSpLocks/>
          </p:cNvCxnSpPr>
          <p:nvPr/>
        </p:nvCxnSpPr>
        <p:spPr>
          <a:xfrm flipH="1">
            <a:off x="8736456" y="1402694"/>
            <a:ext cx="452482" cy="51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B0CFDC-F98D-9847-FC9F-E3EF25FDBAFB}"/>
              </a:ext>
            </a:extLst>
          </p:cNvPr>
          <p:cNvCxnSpPr>
            <a:cxnSpLocks/>
          </p:cNvCxnSpPr>
          <p:nvPr/>
        </p:nvCxnSpPr>
        <p:spPr>
          <a:xfrm flipH="1" flipV="1">
            <a:off x="8808432" y="1804843"/>
            <a:ext cx="432016" cy="14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497614-F548-1990-D443-AD4AEADF19DC}"/>
              </a:ext>
            </a:extLst>
          </p:cNvPr>
          <p:cNvCxnSpPr>
            <a:cxnSpLocks/>
          </p:cNvCxnSpPr>
          <p:nvPr/>
        </p:nvCxnSpPr>
        <p:spPr>
          <a:xfrm flipH="1">
            <a:off x="8648955" y="590601"/>
            <a:ext cx="159477" cy="357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4DD7A9-8708-FA7A-4393-BEC75D78352C}"/>
              </a:ext>
            </a:extLst>
          </p:cNvPr>
          <p:cNvSpPr/>
          <p:nvPr/>
        </p:nvSpPr>
        <p:spPr>
          <a:xfrm>
            <a:off x="161049" y="1573165"/>
            <a:ext cx="1353119" cy="275303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7822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C1A12-C2C2-BF42-4EEF-D8BE2D3D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B91401D-6B24-EAD0-8D88-4ADD1D7E8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38"/>
            <a:ext cx="6925642" cy="42582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6AF745F-F398-9CA3-836A-58E86258656A}"/>
              </a:ext>
            </a:extLst>
          </p:cNvPr>
          <p:cNvSpPr/>
          <p:nvPr/>
        </p:nvSpPr>
        <p:spPr>
          <a:xfrm>
            <a:off x="7934633" y="865239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E1E54-4868-5D52-B4B8-4E4062870ACC}"/>
              </a:ext>
            </a:extLst>
          </p:cNvPr>
          <p:cNvSpPr txBox="1"/>
          <p:nvPr/>
        </p:nvSpPr>
        <p:spPr>
          <a:xfrm>
            <a:off x="6925642" y="865239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#0370</a:t>
            </a:r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C5654F-7698-3604-00C3-6D13635500AD}"/>
              </a:ext>
            </a:extLst>
          </p:cNvPr>
          <p:cNvSpPr/>
          <p:nvPr/>
        </p:nvSpPr>
        <p:spPr>
          <a:xfrm>
            <a:off x="7934633" y="1248697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62FA1-218F-0527-CF11-B58D23B5E9F9}"/>
              </a:ext>
            </a:extLst>
          </p:cNvPr>
          <p:cNvSpPr txBox="1"/>
          <p:nvPr/>
        </p:nvSpPr>
        <p:spPr>
          <a:xfrm>
            <a:off x="6925642" y="1248697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#0372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A1E777-81EF-5C9C-0E51-BCA6989824FB}"/>
              </a:ext>
            </a:extLst>
          </p:cNvPr>
          <p:cNvSpPr txBox="1"/>
          <p:nvPr/>
        </p:nvSpPr>
        <p:spPr>
          <a:xfrm>
            <a:off x="5412659" y="12698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CF9D61-28A1-3726-B3AC-A4FAD799212F}"/>
              </a:ext>
            </a:extLst>
          </p:cNvPr>
          <p:cNvSpPr txBox="1"/>
          <p:nvPr/>
        </p:nvSpPr>
        <p:spPr>
          <a:xfrm>
            <a:off x="9188938" y="697690"/>
            <a:ext cx="314510" cy="1298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</a:t>
            </a:r>
          </a:p>
          <a:p>
            <a:pPr>
              <a:lnSpc>
                <a:spcPct val="150000"/>
              </a:lnSpc>
            </a:pPr>
            <a:r>
              <a:rPr lang="en-US" dirty="0"/>
              <a:t>b</a:t>
            </a:r>
          </a:p>
          <a:p>
            <a:pPr>
              <a:lnSpc>
                <a:spcPct val="150000"/>
              </a:lnSpc>
            </a:pPr>
            <a:r>
              <a:rPr lang="en-US" dirty="0"/>
              <a:t>p</a:t>
            </a:r>
            <a:endParaRPr lang="nl-N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BA27F5-4693-82F9-5DDA-0CB723FD00D0}"/>
              </a:ext>
            </a:extLst>
          </p:cNvPr>
          <p:cNvSpPr/>
          <p:nvPr/>
        </p:nvSpPr>
        <p:spPr>
          <a:xfrm>
            <a:off x="7929718" y="1627240"/>
            <a:ext cx="1052052" cy="38345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#0370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A03422-2944-E86B-2E68-9ED9C84CAAEC}"/>
              </a:ext>
            </a:extLst>
          </p:cNvPr>
          <p:cNvSpPr txBox="1"/>
          <p:nvPr/>
        </p:nvSpPr>
        <p:spPr>
          <a:xfrm>
            <a:off x="6920727" y="1627240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#0374</a:t>
            </a:r>
            <a:endParaRPr lang="nl-N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F95367-5ABB-02B4-DBFD-4CFD9A3A1810}"/>
              </a:ext>
            </a:extLst>
          </p:cNvPr>
          <p:cNvSpPr txBox="1"/>
          <p:nvPr/>
        </p:nvSpPr>
        <p:spPr>
          <a:xfrm>
            <a:off x="8771616" y="122716"/>
            <a:ext cx="420308" cy="46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*p</a:t>
            </a:r>
            <a:endParaRPr lang="nl-NL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A0048E-AD13-0875-FD43-3D061CFEF6A0}"/>
              </a:ext>
            </a:extLst>
          </p:cNvPr>
          <p:cNvCxnSpPr/>
          <p:nvPr/>
        </p:nvCxnSpPr>
        <p:spPr>
          <a:xfrm flipH="1">
            <a:off x="8771616" y="1049905"/>
            <a:ext cx="417322" cy="7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E086265-880E-8F6A-02D9-E2BD6CEC6189}"/>
              </a:ext>
            </a:extLst>
          </p:cNvPr>
          <p:cNvCxnSpPr>
            <a:cxnSpLocks/>
          </p:cNvCxnSpPr>
          <p:nvPr/>
        </p:nvCxnSpPr>
        <p:spPr>
          <a:xfrm flipH="1">
            <a:off x="8736456" y="1402694"/>
            <a:ext cx="452482" cy="51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9BB3B4-03C3-A1F1-3927-7446C09ADA27}"/>
              </a:ext>
            </a:extLst>
          </p:cNvPr>
          <p:cNvCxnSpPr>
            <a:cxnSpLocks/>
          </p:cNvCxnSpPr>
          <p:nvPr/>
        </p:nvCxnSpPr>
        <p:spPr>
          <a:xfrm flipH="1" flipV="1">
            <a:off x="8808432" y="1804843"/>
            <a:ext cx="432016" cy="14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E4A234-F538-E587-83C9-1B108E8D60D3}"/>
              </a:ext>
            </a:extLst>
          </p:cNvPr>
          <p:cNvCxnSpPr>
            <a:cxnSpLocks/>
          </p:cNvCxnSpPr>
          <p:nvPr/>
        </p:nvCxnSpPr>
        <p:spPr>
          <a:xfrm flipH="1">
            <a:off x="8648955" y="590601"/>
            <a:ext cx="159477" cy="357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088231B-EABD-3769-FE14-AEF4E647FCCB}"/>
              </a:ext>
            </a:extLst>
          </p:cNvPr>
          <p:cNvSpPr/>
          <p:nvPr/>
        </p:nvSpPr>
        <p:spPr>
          <a:xfrm>
            <a:off x="161049" y="1838635"/>
            <a:ext cx="1353119" cy="275303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5016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F918-1597-B2F0-E784-7A3095FA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value, by pointer, by reference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6F066-57DC-242F-45B1-C7051C2AC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32" y="2290824"/>
            <a:ext cx="6706536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46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F5CAA-09CA-EA2E-DD5A-EB54E857C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1AE5-46F8-5236-A62D-6AF0A772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35C3A-5791-6ABE-9150-DF2BA63FA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be small &amp; short</a:t>
            </a:r>
          </a:p>
          <a:p>
            <a:r>
              <a:rPr lang="en-US" dirty="0"/>
              <a:t>Need to give over the power by:</a:t>
            </a:r>
          </a:p>
          <a:p>
            <a:pPr lvl="1"/>
            <a:r>
              <a:rPr lang="en-US" b="1" dirty="0"/>
              <a:t>Timer (</a:t>
            </a:r>
            <a:r>
              <a:rPr lang="en-US" b="1" dirty="0" err="1"/>
              <a:t>vtaskdelay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waiting on </a:t>
            </a:r>
            <a:r>
              <a:rPr lang="en-US" dirty="0" err="1"/>
              <a:t>eventgroups</a:t>
            </a:r>
            <a:r>
              <a:rPr lang="en-US" dirty="0"/>
              <a:t> (</a:t>
            </a:r>
            <a:r>
              <a:rPr lang="nl-NL" dirty="0" err="1"/>
              <a:t>xEventGroupWaitBits</a:t>
            </a:r>
            <a:r>
              <a:rPr lang="nl-NL" dirty="0"/>
              <a:t>)</a:t>
            </a:r>
          </a:p>
          <a:p>
            <a:pPr lvl="1"/>
            <a:r>
              <a:rPr lang="en-US" dirty="0"/>
              <a:t>waiting on queues (</a:t>
            </a:r>
            <a:r>
              <a:rPr lang="nl-NL" dirty="0" err="1"/>
              <a:t>xQueueReceive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waiting on semaphores/mutex (</a:t>
            </a:r>
            <a:r>
              <a:rPr lang="nl-NL" dirty="0" err="1"/>
              <a:t>xSemaphoreTake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start after timer (</a:t>
            </a:r>
            <a:r>
              <a:rPr lang="nl-NL" dirty="0" err="1"/>
              <a:t>xTimerCreate</a:t>
            </a:r>
            <a:r>
              <a:rPr lang="nl-NL" dirty="0"/>
              <a:t>)* </a:t>
            </a:r>
            <a:r>
              <a:rPr lang="en-US" dirty="0"/>
              <a:t>  </a:t>
            </a:r>
          </a:p>
          <a:p>
            <a:pPr lvl="1"/>
            <a:endParaRPr lang="en-US" dirty="0"/>
          </a:p>
          <a:p>
            <a:pPr lvl="1"/>
            <a:endParaRPr lang="nl-NL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BEF817B-1994-4C10-23B5-F2571D554E70}"/>
              </a:ext>
            </a:extLst>
          </p:cNvPr>
          <p:cNvSpPr/>
          <p:nvPr/>
        </p:nvSpPr>
        <p:spPr>
          <a:xfrm>
            <a:off x="4277032" y="365126"/>
            <a:ext cx="3785420" cy="667262"/>
          </a:xfrm>
          <a:prstGeom prst="wedgeRoundRectCallout">
            <a:avLst>
              <a:gd name="adj1" fmla="val -55378"/>
              <a:gd name="adj2" fmla="val 33541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over “x” </a:t>
            </a:r>
            <a:r>
              <a:rPr lang="en-US" dirty="0" err="1"/>
              <a:t>tijd</a:t>
            </a:r>
            <a:r>
              <a:rPr lang="en-US" dirty="0"/>
              <a:t>... tot dan </a:t>
            </a:r>
            <a:r>
              <a:rPr lang="en-US" dirty="0" err="1"/>
              <a:t>wil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in </a:t>
            </a:r>
            <a:r>
              <a:rPr lang="en-US" dirty="0" err="1"/>
              <a:t>ieder</a:t>
            </a:r>
            <a:r>
              <a:rPr lang="en-US" dirty="0"/>
              <a:t> </a:t>
            </a:r>
            <a:r>
              <a:rPr lang="en-US" dirty="0" err="1"/>
              <a:t>geval</a:t>
            </a:r>
            <a:r>
              <a:rPr lang="en-US" dirty="0"/>
              <a:t> </a:t>
            </a:r>
            <a:r>
              <a:rPr lang="en-US" dirty="0" err="1"/>
              <a:t>niets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86B160DB-2B42-0106-B06B-0FA23BE1372B}"/>
              </a:ext>
            </a:extLst>
          </p:cNvPr>
          <p:cNvSpPr/>
          <p:nvPr/>
        </p:nvSpPr>
        <p:spPr>
          <a:xfrm>
            <a:off x="7568380" y="1297858"/>
            <a:ext cx="3785420" cy="1195029"/>
          </a:xfrm>
          <a:prstGeom prst="wedgeRoundRectCallout">
            <a:avLst>
              <a:gd name="adj1" fmla="val -50443"/>
              <a:gd name="adj2" fmla="val 9571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bitje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geset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of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geheugenplaats</a:t>
            </a:r>
            <a:r>
              <a:rPr lang="en-US" dirty="0"/>
              <a:t>. </a:t>
            </a:r>
            <a:endParaRPr lang="nl-NL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7332B47-81A9-F2F7-73BC-1ACF1E796522}"/>
              </a:ext>
            </a:extLst>
          </p:cNvPr>
          <p:cNvSpPr/>
          <p:nvPr/>
        </p:nvSpPr>
        <p:spPr>
          <a:xfrm>
            <a:off x="8251722" y="3006343"/>
            <a:ext cx="3785420" cy="885721"/>
          </a:xfrm>
          <a:prstGeom prst="wedgeRoundRectCallout">
            <a:avLst>
              <a:gd name="adj1" fmla="val -66807"/>
              <a:gd name="adj2" fmla="val 422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bericht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rij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geplaatst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3B88FEF-E315-B64B-0001-6EECC625BBCD}"/>
              </a:ext>
            </a:extLst>
          </p:cNvPr>
          <p:cNvSpPr/>
          <p:nvPr/>
        </p:nvSpPr>
        <p:spPr>
          <a:xfrm>
            <a:off x="6359012" y="5241646"/>
            <a:ext cx="3785420" cy="885721"/>
          </a:xfrm>
          <a:prstGeom prst="wedgeRoundRectCallout">
            <a:avLst>
              <a:gd name="adj1" fmla="val -61612"/>
              <a:gd name="adj2" fmla="val -11761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me op </a:t>
            </a: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een</a:t>
            </a:r>
            <a:r>
              <a:rPr lang="en-US" dirty="0"/>
              <a:t> timer </a:t>
            </a:r>
            <a:r>
              <a:rPr lang="en-US" dirty="0" err="1"/>
              <a:t>verstreken</a:t>
            </a:r>
            <a:r>
              <a:rPr lang="en-US" dirty="0"/>
              <a:t> is. DIT IS ANDERS DAN VTASKDELAY!</a:t>
            </a:r>
            <a:endParaRPr lang="nl-NL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2C0CB25-77AA-B255-3DF6-B60073322C94}"/>
              </a:ext>
            </a:extLst>
          </p:cNvPr>
          <p:cNvSpPr/>
          <p:nvPr/>
        </p:nvSpPr>
        <p:spPr>
          <a:xfrm>
            <a:off x="8325464" y="4123994"/>
            <a:ext cx="3785420" cy="885721"/>
          </a:xfrm>
          <a:prstGeom prst="wedgeRoundRectCallout">
            <a:avLst>
              <a:gd name="adj1" fmla="val -55378"/>
              <a:gd name="adj2" fmla="val -3214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de </a:t>
            </a:r>
            <a:r>
              <a:rPr lang="en-US" dirty="0" err="1"/>
              <a:t>sleutel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teruggehangen</a:t>
            </a:r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39346773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E614-F23E-C587-E18B-E383AFE90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vTaskDelay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B5FC8-3C46-9B3F-F8B3-AD73A7E41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39" y="1872519"/>
            <a:ext cx="4277322" cy="552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5C8C86-A6C9-463D-0A5F-EDCC9617C7AA}"/>
              </a:ext>
            </a:extLst>
          </p:cNvPr>
          <p:cNvSpPr txBox="1"/>
          <p:nvPr/>
        </p:nvSpPr>
        <p:spPr>
          <a:xfrm>
            <a:off x="388374" y="2945220"/>
            <a:ext cx="60665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i="0" dirty="0">
                <a:solidFill>
                  <a:srgbClr val="475467"/>
                </a:solidFill>
                <a:effectLst/>
                <a:latin typeface="Inter"/>
              </a:rPr>
              <a:t>Delay a task for a given number of ticks. The actual time that the task remains blocked depends on the tick rate. The constant </a:t>
            </a:r>
            <a:r>
              <a:rPr lang="en-US" b="0" i="0" dirty="0" err="1">
                <a:solidFill>
                  <a:srgbClr val="393A34"/>
                </a:solidFill>
                <a:effectLst/>
                <a:latin typeface="SFMono-Regular"/>
              </a:rPr>
              <a:t>portTICK_PERIOD_MS</a:t>
            </a:r>
            <a:r>
              <a:rPr lang="en-US" b="0" i="0" dirty="0">
                <a:solidFill>
                  <a:srgbClr val="393A34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475467"/>
                </a:solidFill>
                <a:effectLst/>
                <a:latin typeface="Inter"/>
              </a:rPr>
              <a:t>can be used to calculate real time from the tick rate - with the resolution of one tick period.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3F3ADA-19F9-65C9-855D-272D6650006B}"/>
              </a:ext>
            </a:extLst>
          </p:cNvPr>
          <p:cNvSpPr txBox="1"/>
          <p:nvPr/>
        </p:nvSpPr>
        <p:spPr>
          <a:xfrm>
            <a:off x="742335" y="6008809"/>
            <a:ext cx="10707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https://www.freertos.org/Documentation/02-Kernel/04-API-references/02-Task-control/01-vTaskDelay</a:t>
            </a:r>
            <a:endParaRPr lang="nl-NL" dirty="0"/>
          </a:p>
          <a:p>
            <a:endParaRPr lang="nl-NL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9309DD93-FD01-8518-CD11-8BD01BC73C95}"/>
              </a:ext>
            </a:extLst>
          </p:cNvPr>
          <p:cNvSpPr/>
          <p:nvPr/>
        </p:nvSpPr>
        <p:spPr>
          <a:xfrm>
            <a:off x="7332405" y="3748598"/>
            <a:ext cx="3785420" cy="885721"/>
          </a:xfrm>
          <a:prstGeom prst="wedgeRoundRectCallout">
            <a:avLst>
              <a:gd name="adj1" fmla="val -69404"/>
              <a:gd name="adj2" fmla="val -5434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Hangt</a:t>
            </a:r>
            <a:r>
              <a:rPr lang="en-US" dirty="0"/>
              <a:t>  van </a:t>
            </a:r>
            <a:r>
              <a:rPr lang="en-US" dirty="0" err="1">
                <a:solidFill>
                  <a:srgbClr val="393A34"/>
                </a:solidFill>
                <a:latin typeface="SFMono-Regular"/>
              </a:rPr>
              <a:t>portTICK_PERIOD_MS</a:t>
            </a:r>
            <a:r>
              <a:rPr lang="en-US" dirty="0">
                <a:solidFill>
                  <a:srgbClr val="393A34"/>
                </a:solidFill>
                <a:latin typeface="SFMono-Regular"/>
              </a:rPr>
              <a:t> </a:t>
            </a:r>
            <a:r>
              <a:rPr lang="en-US" dirty="0" err="1">
                <a:solidFill>
                  <a:srgbClr val="393A34"/>
                </a:solidFill>
                <a:latin typeface="SFMono-Regular"/>
              </a:rPr>
              <a:t>af</a:t>
            </a:r>
            <a:r>
              <a:rPr lang="en-US" dirty="0">
                <a:solidFill>
                  <a:srgbClr val="393A34"/>
                </a:solidFill>
                <a:latin typeface="SFMono-Regular"/>
              </a:rPr>
              <a:t> hoe lang de "</a:t>
            </a:r>
            <a:r>
              <a:rPr lang="en-US" dirty="0" err="1">
                <a:solidFill>
                  <a:srgbClr val="393A34"/>
                </a:solidFill>
                <a:latin typeface="SFMono-Regular"/>
              </a:rPr>
              <a:t>machtsovergave</a:t>
            </a:r>
            <a:r>
              <a:rPr lang="en-US" dirty="0">
                <a:solidFill>
                  <a:srgbClr val="393A34"/>
                </a:solidFill>
                <a:latin typeface="SFMono-Regular"/>
              </a:rPr>
              <a:t>" </a:t>
            </a:r>
            <a:r>
              <a:rPr lang="en-US" dirty="0" err="1">
                <a:solidFill>
                  <a:srgbClr val="393A34"/>
                </a:solidFill>
                <a:latin typeface="SFMono-Regular"/>
              </a:rPr>
              <a:t>periode</a:t>
            </a:r>
            <a:r>
              <a:rPr lang="en-US" dirty="0">
                <a:solidFill>
                  <a:srgbClr val="393A34"/>
                </a:solidFill>
                <a:latin typeface="SFMono-Regular"/>
              </a:rPr>
              <a:t> is....</a:t>
            </a:r>
            <a:r>
              <a:rPr lang="en-US" dirty="0"/>
              <a:t>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14259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C558E-07BE-8C2C-EFBF-7FB82437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B1943-471D-23A4-3879-AB19EBE20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3" y="-214978"/>
            <a:ext cx="3163529" cy="1325563"/>
          </a:xfrm>
        </p:spPr>
        <p:txBody>
          <a:bodyPr/>
          <a:lstStyle/>
          <a:p>
            <a:r>
              <a:rPr lang="nl-NL" dirty="0" err="1"/>
              <a:t>vTaskDelay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A50BE-D67A-1732-6A35-DDFCDC827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872" y="0"/>
            <a:ext cx="897912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906A57-B734-A89B-FF84-35A9F6828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3" y="5505074"/>
            <a:ext cx="2851173" cy="745257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7B660E3F-CAD2-58CF-CAAB-9B378A59F7B3}"/>
              </a:ext>
            </a:extLst>
          </p:cNvPr>
          <p:cNvSpPr/>
          <p:nvPr/>
        </p:nvSpPr>
        <p:spPr>
          <a:xfrm>
            <a:off x="9006348" y="5062213"/>
            <a:ext cx="2792362" cy="885721"/>
          </a:xfrm>
          <a:prstGeom prst="wedgeRoundRectCallout">
            <a:avLst>
              <a:gd name="adj1" fmla="val -82911"/>
              <a:gd name="adj2" fmla="val -5878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 task print </a:t>
            </a:r>
            <a:r>
              <a:rPr lang="en-US" dirty="0" err="1"/>
              <a:t>elke</a:t>
            </a:r>
            <a:r>
              <a:rPr lang="en-US" dirty="0"/>
              <a:t> </a:t>
            </a:r>
            <a:r>
              <a:rPr lang="en-US" dirty="0" err="1"/>
              <a:t>keer</a:t>
            </a:r>
            <a:r>
              <a:rPr lang="en-US" dirty="0"/>
              <a:t> "Hello..."  en </a:t>
            </a:r>
            <a:r>
              <a:rPr lang="en-US" dirty="0" err="1"/>
              <a:t>geeft</a:t>
            </a:r>
            <a:r>
              <a:rPr lang="en-US" dirty="0"/>
              <a:t> dan de </a:t>
            </a:r>
            <a:r>
              <a:rPr lang="en-US" dirty="0" err="1"/>
              <a:t>macht</a:t>
            </a:r>
            <a:r>
              <a:rPr lang="en-US" dirty="0"/>
              <a:t> over </a:t>
            </a:r>
            <a:r>
              <a:rPr lang="en-US" dirty="0" err="1"/>
              <a:t>voor</a:t>
            </a:r>
            <a:r>
              <a:rPr lang="en-US" dirty="0"/>
              <a:t> x ticks</a:t>
            </a:r>
            <a:endParaRPr lang="nl-NL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367905C-9FF9-C0A1-093E-2931EF84BBA9}"/>
              </a:ext>
            </a:extLst>
          </p:cNvPr>
          <p:cNvSpPr/>
          <p:nvPr/>
        </p:nvSpPr>
        <p:spPr>
          <a:xfrm>
            <a:off x="234926" y="4176492"/>
            <a:ext cx="2792362" cy="885721"/>
          </a:xfrm>
          <a:prstGeom prst="wedgeRoundRectCallout">
            <a:avLst>
              <a:gd name="adj1" fmla="val 61807"/>
              <a:gd name="adj2" fmla="val 11660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Huh? Wat </a:t>
            </a:r>
            <a:r>
              <a:rPr lang="en-US" dirty="0" err="1"/>
              <a:t>gebeurt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? </a:t>
            </a:r>
          </a:p>
          <a:p>
            <a:pPr algn="ctr"/>
            <a:r>
              <a:rPr lang="en-US" dirty="0"/>
              <a:t>Let's discuss!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7087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1E3E-4BBF-95F0-1B59-9A1322D5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5C50-C2D0-002B-BFF1-BEE28AD51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3" y="-214978"/>
            <a:ext cx="3163529" cy="1325563"/>
          </a:xfrm>
        </p:spPr>
        <p:txBody>
          <a:bodyPr/>
          <a:lstStyle/>
          <a:p>
            <a:r>
              <a:rPr lang="nl-NL" dirty="0" err="1"/>
              <a:t>vTaskDelay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858391-D8DF-DE3C-1107-8B722254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872" y="0"/>
            <a:ext cx="897912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9753BE-54BF-DAE3-EBAC-8436F6BF2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3" y="5505074"/>
            <a:ext cx="2851173" cy="745257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4518407-7AD8-2E0A-9BE0-7DE6F20CF724}"/>
              </a:ext>
            </a:extLst>
          </p:cNvPr>
          <p:cNvSpPr/>
          <p:nvPr/>
        </p:nvSpPr>
        <p:spPr>
          <a:xfrm>
            <a:off x="347871" y="2862471"/>
            <a:ext cx="2623930" cy="1699590"/>
          </a:xfrm>
          <a:prstGeom prst="wedgeRoundRectCallout">
            <a:avLst>
              <a:gd name="adj1" fmla="val 3345"/>
              <a:gd name="adj2" fmla="val 1233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Er </a:t>
            </a:r>
            <a:r>
              <a:rPr lang="en-US" sz="1600" dirty="0" err="1"/>
              <a:t>wordt</a:t>
            </a:r>
            <a:r>
              <a:rPr lang="en-US" sz="1600" dirty="0"/>
              <a:t> </a:t>
            </a:r>
            <a:r>
              <a:rPr lang="en-US" sz="1600" dirty="0" err="1"/>
              <a:t>een</a:t>
            </a:r>
            <a:r>
              <a:rPr lang="en-US" sz="1600" dirty="0"/>
              <a:t> object (logger) </a:t>
            </a:r>
            <a:r>
              <a:rPr lang="en-US" sz="1600" dirty="0" err="1"/>
              <a:t>aangemaakt</a:t>
            </a:r>
            <a:r>
              <a:rPr lang="en-US" sz="1600" dirty="0"/>
              <a:t> van de </a:t>
            </a:r>
            <a:r>
              <a:rPr lang="en-US" sz="1600" dirty="0" err="1"/>
              <a:t>klasse</a:t>
            </a:r>
            <a:r>
              <a:rPr lang="en-US" sz="1600" dirty="0"/>
              <a:t> </a:t>
            </a:r>
            <a:r>
              <a:rPr lang="en-US" sz="1600" dirty="0" err="1"/>
              <a:t>LogTask</a:t>
            </a:r>
            <a:r>
              <a:rPr lang="en-US" sz="1600" dirty="0"/>
              <a:t>, aan de constructor </a:t>
            </a:r>
            <a:r>
              <a:rPr lang="en-US" sz="1600" dirty="0" err="1"/>
              <a:t>wordt</a:t>
            </a:r>
            <a:r>
              <a:rPr lang="en-US" sz="1600" dirty="0"/>
              <a:t> "LOG_TASK" en 500 </a:t>
            </a:r>
            <a:r>
              <a:rPr lang="en-US" sz="1600" dirty="0" err="1"/>
              <a:t>meegegeven</a:t>
            </a: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282788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926B-F442-1328-8C29-5AF31DA12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C243-C729-85E9-CF21-92F6B8D2A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3" y="-214978"/>
            <a:ext cx="3163529" cy="1325563"/>
          </a:xfrm>
        </p:spPr>
        <p:txBody>
          <a:bodyPr/>
          <a:lstStyle/>
          <a:p>
            <a:r>
              <a:rPr lang="nl-NL" dirty="0" err="1"/>
              <a:t>vTaskDelay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7E76A-7F55-48BD-4281-F163CC127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3" y="5505074"/>
            <a:ext cx="2851173" cy="745257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FDA14D3A-30F6-3275-2866-E2701C81BF57}"/>
              </a:ext>
            </a:extLst>
          </p:cNvPr>
          <p:cNvSpPr/>
          <p:nvPr/>
        </p:nvSpPr>
        <p:spPr>
          <a:xfrm>
            <a:off x="347871" y="2862471"/>
            <a:ext cx="2623930" cy="1699590"/>
          </a:xfrm>
          <a:prstGeom prst="wedgeRoundRectCallout">
            <a:avLst>
              <a:gd name="adj1" fmla="val 3345"/>
              <a:gd name="adj2" fmla="val 1233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Er </a:t>
            </a:r>
            <a:r>
              <a:rPr lang="en-US" sz="1600" dirty="0" err="1"/>
              <a:t>wordt</a:t>
            </a:r>
            <a:r>
              <a:rPr lang="en-US" sz="1600" dirty="0"/>
              <a:t> </a:t>
            </a:r>
            <a:r>
              <a:rPr lang="en-US" sz="1600" dirty="0" err="1"/>
              <a:t>een</a:t>
            </a:r>
            <a:r>
              <a:rPr lang="en-US" sz="1600" dirty="0"/>
              <a:t> object (logger) </a:t>
            </a:r>
            <a:r>
              <a:rPr lang="en-US" sz="1600" dirty="0" err="1"/>
              <a:t>aangemaakt</a:t>
            </a:r>
            <a:r>
              <a:rPr lang="en-US" sz="1600" dirty="0"/>
              <a:t> van de </a:t>
            </a:r>
            <a:r>
              <a:rPr lang="en-US" sz="1600" dirty="0" err="1"/>
              <a:t>klasse</a:t>
            </a:r>
            <a:r>
              <a:rPr lang="en-US" sz="1600" dirty="0"/>
              <a:t> </a:t>
            </a:r>
            <a:r>
              <a:rPr lang="en-US" sz="1600" dirty="0" err="1"/>
              <a:t>LogTask</a:t>
            </a:r>
            <a:r>
              <a:rPr lang="en-US" sz="1600" dirty="0"/>
              <a:t>, aan de constructor </a:t>
            </a:r>
            <a:r>
              <a:rPr lang="en-US" sz="1600" dirty="0" err="1"/>
              <a:t>wordt</a:t>
            </a:r>
            <a:r>
              <a:rPr lang="en-US" sz="1600" dirty="0"/>
              <a:t> "LOG_TASK" en 500 </a:t>
            </a:r>
            <a:r>
              <a:rPr lang="en-US" sz="1600" dirty="0" err="1"/>
              <a:t>meegegeven</a:t>
            </a:r>
            <a:endParaRPr lang="nl-NL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EF5004-4C96-CB3D-835F-2D0C52B63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148" y="0"/>
            <a:ext cx="4759657" cy="6858000"/>
          </a:xfrm>
          <a:prstGeom prst="rect">
            <a:avLst/>
          </a:prstGeom>
        </p:spPr>
      </p:pic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C397F70C-F99F-9380-F0FE-F9FE587EACAF}"/>
              </a:ext>
            </a:extLst>
          </p:cNvPr>
          <p:cNvSpPr/>
          <p:nvPr/>
        </p:nvSpPr>
        <p:spPr>
          <a:xfrm>
            <a:off x="8586481" y="4655279"/>
            <a:ext cx="2623930" cy="1699590"/>
          </a:xfrm>
          <a:prstGeom prst="wedgeRoundRectCallout">
            <a:avLst>
              <a:gd name="adj1" fmla="val -86049"/>
              <a:gd name="adj2" fmla="val 3972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Normaal</a:t>
            </a:r>
            <a:r>
              <a:rPr lang="en-US" sz="1600" dirty="0"/>
              <a:t> </a:t>
            </a:r>
            <a:r>
              <a:rPr lang="en-US" sz="1600" dirty="0" err="1"/>
              <a:t>wordt</a:t>
            </a:r>
            <a:r>
              <a:rPr lang="en-US" sz="1600" dirty="0"/>
              <a:t> </a:t>
            </a:r>
            <a:r>
              <a:rPr lang="en-US" sz="1600" dirty="0" err="1"/>
              <a:t>hier</a:t>
            </a:r>
            <a:r>
              <a:rPr lang="en-US" sz="1600" dirty="0"/>
              <a:t> de </a:t>
            </a:r>
            <a:r>
              <a:rPr lang="en-US" sz="1600" dirty="0" err="1"/>
              <a:t>programma</a:t>
            </a:r>
            <a:r>
              <a:rPr lang="en-US" sz="1600" dirty="0"/>
              <a:t> flow </a:t>
            </a:r>
            <a:r>
              <a:rPr lang="en-US" sz="1600" dirty="0" err="1"/>
              <a:t>beschreven</a:t>
            </a:r>
            <a:r>
              <a:rPr lang="en-US" sz="1600" dirty="0"/>
              <a:t>, </a:t>
            </a:r>
            <a:r>
              <a:rPr lang="en-US" sz="1600" dirty="0" err="1"/>
              <a:t>dat</a:t>
            </a:r>
            <a:r>
              <a:rPr lang="en-US" sz="1600" dirty="0"/>
              <a:t> </a:t>
            </a:r>
            <a:r>
              <a:rPr lang="en-US" sz="1600" dirty="0" err="1"/>
              <a:t>gaan</a:t>
            </a:r>
            <a:r>
              <a:rPr lang="en-US" sz="1600" dirty="0"/>
              <a:t> we </a:t>
            </a:r>
            <a:r>
              <a:rPr lang="en-US" sz="1600" dirty="0" err="1"/>
              <a:t>vanaf</a:t>
            </a:r>
            <a:r>
              <a:rPr lang="en-US" sz="1600" dirty="0"/>
              <a:t> nu </a:t>
            </a:r>
            <a:r>
              <a:rPr lang="en-US" sz="1600" dirty="0" err="1"/>
              <a:t>anders</a:t>
            </a:r>
            <a:r>
              <a:rPr lang="en-US" sz="1600" dirty="0"/>
              <a:t> </a:t>
            </a:r>
            <a:r>
              <a:rPr lang="en-US" sz="1600" dirty="0" err="1"/>
              <a:t>doen</a:t>
            </a:r>
            <a:r>
              <a:rPr lang="en-US" sz="1600" dirty="0"/>
              <a:t>!!!</a:t>
            </a:r>
            <a:endParaRPr lang="nl-NL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C67C5-EC2E-FCE2-1C8D-1DFFAFC22A40}"/>
              </a:ext>
            </a:extLst>
          </p:cNvPr>
          <p:cNvSpPr txBox="1"/>
          <p:nvPr/>
        </p:nvSpPr>
        <p:spPr>
          <a:xfrm>
            <a:off x="8251781" y="601430"/>
            <a:ext cx="295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WE WERE USED TO!!!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8766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0D4E-534D-465F-FEC1-89806641D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2C14-67E6-7C21-0F5B-7D79CF64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3" y="-214978"/>
            <a:ext cx="3163529" cy="1325563"/>
          </a:xfrm>
        </p:spPr>
        <p:txBody>
          <a:bodyPr/>
          <a:lstStyle/>
          <a:p>
            <a:r>
              <a:rPr lang="nl-NL" dirty="0" err="1"/>
              <a:t>vTaskDelay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25422F-D8EC-3DD8-65D2-F2D1AE168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872" y="0"/>
            <a:ext cx="897912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AE99DC-51AF-DE35-BA02-BB0A02EC7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3" y="5505074"/>
            <a:ext cx="2851173" cy="745257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0C707AA-8970-C5E4-D2B1-D055CCAEC4D4}"/>
              </a:ext>
            </a:extLst>
          </p:cNvPr>
          <p:cNvSpPr/>
          <p:nvPr/>
        </p:nvSpPr>
        <p:spPr>
          <a:xfrm>
            <a:off x="347871" y="2852532"/>
            <a:ext cx="2623930" cy="1699590"/>
          </a:xfrm>
          <a:prstGeom prst="wedgeRoundRectCallout">
            <a:avLst>
              <a:gd name="adj1" fmla="val 3345"/>
              <a:gd name="adj2" fmla="val 1233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Er </a:t>
            </a:r>
            <a:r>
              <a:rPr lang="en-US" sz="1600" dirty="0" err="1"/>
              <a:t>wordt</a:t>
            </a:r>
            <a:r>
              <a:rPr lang="en-US" sz="1600" dirty="0"/>
              <a:t> </a:t>
            </a:r>
            <a:r>
              <a:rPr lang="en-US" sz="1600" dirty="0" err="1"/>
              <a:t>een</a:t>
            </a:r>
            <a:r>
              <a:rPr lang="en-US" sz="1600" dirty="0"/>
              <a:t> object (logger) </a:t>
            </a:r>
            <a:r>
              <a:rPr lang="en-US" sz="1600" dirty="0" err="1"/>
              <a:t>aangemaakt</a:t>
            </a:r>
            <a:r>
              <a:rPr lang="en-US" sz="1600" dirty="0"/>
              <a:t> van de </a:t>
            </a:r>
            <a:r>
              <a:rPr lang="en-US" sz="1600" dirty="0" err="1"/>
              <a:t>klasse</a:t>
            </a:r>
            <a:r>
              <a:rPr lang="en-US" sz="1600" dirty="0"/>
              <a:t> </a:t>
            </a:r>
            <a:r>
              <a:rPr lang="en-US" sz="1600" dirty="0" err="1"/>
              <a:t>LogTask</a:t>
            </a:r>
            <a:r>
              <a:rPr lang="en-US" sz="1600" dirty="0"/>
              <a:t>, aan de constructor </a:t>
            </a:r>
            <a:r>
              <a:rPr lang="en-US" sz="1600" dirty="0" err="1"/>
              <a:t>wordt</a:t>
            </a:r>
            <a:r>
              <a:rPr lang="en-US" sz="1600" dirty="0"/>
              <a:t> "LOG_TASK" en 500 </a:t>
            </a:r>
            <a:r>
              <a:rPr lang="en-US" sz="1600" dirty="0" err="1"/>
              <a:t>meegegeven</a:t>
            </a:r>
            <a:endParaRPr lang="nl-NL" sz="1600" dirty="0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2F436DD4-1E57-7CE6-6990-2F7C3E7B54A1}"/>
              </a:ext>
            </a:extLst>
          </p:cNvPr>
          <p:cNvSpPr/>
          <p:nvPr/>
        </p:nvSpPr>
        <p:spPr>
          <a:xfrm>
            <a:off x="276586" y="219868"/>
            <a:ext cx="2623930" cy="2155584"/>
          </a:xfrm>
          <a:prstGeom prst="wedgeRoundRectCallout">
            <a:avLst>
              <a:gd name="adj1" fmla="val 105240"/>
              <a:gd name="adj2" fmla="val -1008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 de constructor </a:t>
            </a:r>
            <a:r>
              <a:rPr lang="en-US" sz="1600" dirty="0" err="1"/>
              <a:t>staat</a:t>
            </a:r>
            <a:r>
              <a:rPr lang="en-US" sz="1600" dirty="0"/>
              <a:t> </a:t>
            </a:r>
            <a:r>
              <a:rPr lang="en-US" sz="1600" dirty="0" err="1"/>
              <a:t>dat</a:t>
            </a:r>
            <a:r>
              <a:rPr lang="en-US" sz="1600" dirty="0"/>
              <a:t> er </a:t>
            </a:r>
            <a:r>
              <a:rPr lang="en-US" sz="1600" dirty="0" err="1"/>
              <a:t>een</a:t>
            </a:r>
            <a:r>
              <a:rPr lang="en-US" sz="1600" dirty="0"/>
              <a:t> </a:t>
            </a:r>
            <a:r>
              <a:rPr lang="en-US" sz="1600" dirty="0" err="1"/>
              <a:t>aantal</a:t>
            </a:r>
            <a:r>
              <a:rPr lang="en-US" sz="1600" dirty="0"/>
              <a:t> </a:t>
            </a:r>
            <a:r>
              <a:rPr lang="en-US" sz="1600" dirty="0" err="1"/>
              <a:t>argumenten</a:t>
            </a:r>
            <a:r>
              <a:rPr lang="en-US" sz="1600" dirty="0"/>
              <a:t> </a:t>
            </a:r>
            <a:r>
              <a:rPr lang="en-US" sz="1600" dirty="0" err="1"/>
              <a:t>meegegeven</a:t>
            </a:r>
            <a:r>
              <a:rPr lang="en-US" sz="1600" dirty="0"/>
              <a:t> </a:t>
            </a:r>
            <a:r>
              <a:rPr lang="en-US" sz="1600" dirty="0" err="1"/>
              <a:t>kunnen</a:t>
            </a:r>
            <a:r>
              <a:rPr lang="en-US" sz="1600" dirty="0"/>
              <a:t> </a:t>
            </a:r>
            <a:r>
              <a:rPr lang="en-US" sz="1600" dirty="0" err="1"/>
              <a:t>worden</a:t>
            </a:r>
            <a:r>
              <a:rPr lang="en-US" sz="1600" dirty="0"/>
              <a:t>, </a:t>
            </a:r>
            <a:r>
              <a:rPr lang="en-US" sz="1600" dirty="0" err="1"/>
              <a:t>wij</a:t>
            </a:r>
            <a:r>
              <a:rPr lang="en-US" sz="1600" dirty="0"/>
              <a:t> </a:t>
            </a:r>
            <a:r>
              <a:rPr lang="en-US" sz="1600" dirty="0" err="1"/>
              <a:t>hebben</a:t>
            </a:r>
            <a:r>
              <a:rPr lang="en-US" sz="1600" dirty="0"/>
              <a:t> </a:t>
            </a:r>
            <a:r>
              <a:rPr lang="en-US" sz="1600" dirty="0" err="1"/>
              <a:t>enkel</a:t>
            </a:r>
            <a:r>
              <a:rPr lang="en-US" sz="1600" dirty="0"/>
              <a:t> de </a:t>
            </a:r>
            <a:r>
              <a:rPr lang="en-US" sz="1600" dirty="0" err="1"/>
              <a:t>eerste</a:t>
            </a:r>
            <a:r>
              <a:rPr lang="en-US" sz="1600" dirty="0"/>
              <a:t> 2 </a:t>
            </a:r>
            <a:r>
              <a:rPr lang="en-US" sz="1600" dirty="0" err="1"/>
              <a:t>meegegeven</a:t>
            </a:r>
            <a:r>
              <a:rPr lang="en-US" sz="1600" dirty="0"/>
              <a:t>, de rest </a:t>
            </a:r>
            <a:r>
              <a:rPr lang="en-US" sz="1600" dirty="0" err="1"/>
              <a:t>neemt</a:t>
            </a:r>
            <a:r>
              <a:rPr lang="en-US" sz="1600" dirty="0"/>
              <a:t> </a:t>
            </a:r>
            <a:r>
              <a:rPr lang="en-US" sz="1600" dirty="0" err="1"/>
              <a:t>hij</a:t>
            </a:r>
            <a:r>
              <a:rPr lang="en-US" sz="1600" dirty="0"/>
              <a:t> de </a:t>
            </a:r>
            <a:r>
              <a:rPr lang="en-US" sz="1600" dirty="0" err="1"/>
              <a:t>standaardwaarden</a:t>
            </a:r>
            <a:r>
              <a:rPr lang="en-US" sz="1600" dirty="0"/>
              <a:t> over</a:t>
            </a:r>
            <a:endParaRPr lang="nl-NL" sz="1600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D831C527-B2A7-E272-228D-D88A06FBFE5A}"/>
              </a:ext>
            </a:extLst>
          </p:cNvPr>
          <p:cNvSpPr/>
          <p:nvPr/>
        </p:nvSpPr>
        <p:spPr>
          <a:xfrm>
            <a:off x="9144000" y="104362"/>
            <a:ext cx="2771414" cy="1108212"/>
          </a:xfrm>
          <a:prstGeom prst="wedgeRoundRectCallout">
            <a:avLst>
              <a:gd name="adj1" fmla="val -71945"/>
              <a:gd name="adj2" fmla="val 6324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 de initializer list </a:t>
            </a:r>
            <a:r>
              <a:rPr lang="en-US" sz="1600" dirty="0" err="1"/>
              <a:t>wordt</a:t>
            </a:r>
            <a:r>
              <a:rPr lang="en-US" sz="1600" dirty="0"/>
              <a:t> tag </a:t>
            </a:r>
            <a:r>
              <a:rPr lang="en-US" sz="1600" dirty="0" err="1"/>
              <a:t>gekopieerd</a:t>
            </a:r>
            <a:r>
              <a:rPr lang="en-US" sz="1600" dirty="0"/>
              <a:t> </a:t>
            </a:r>
            <a:r>
              <a:rPr lang="en-US" sz="1600" dirty="0" err="1"/>
              <a:t>naar</a:t>
            </a:r>
            <a:r>
              <a:rPr lang="en-US" sz="1600" dirty="0"/>
              <a:t> tag, en </a:t>
            </a:r>
            <a:r>
              <a:rPr lang="en-US" sz="1600" dirty="0" err="1"/>
              <a:t>pdMS_TO_TICKS</a:t>
            </a:r>
            <a:r>
              <a:rPr lang="en-US" sz="1600" dirty="0"/>
              <a:t>(</a:t>
            </a:r>
            <a:r>
              <a:rPr lang="en-US" sz="1600" dirty="0" err="1"/>
              <a:t>periodMs</a:t>
            </a:r>
            <a:r>
              <a:rPr lang="en-US" sz="1600" dirty="0"/>
              <a:t>) </a:t>
            </a:r>
            <a:r>
              <a:rPr lang="en-US" sz="1600" dirty="0" err="1"/>
              <a:t>naar</a:t>
            </a:r>
            <a:r>
              <a:rPr lang="en-US" sz="1600" dirty="0"/>
              <a:t> </a:t>
            </a:r>
            <a:r>
              <a:rPr lang="en-US" sz="1600" dirty="0" err="1"/>
              <a:t>delayTicks</a:t>
            </a:r>
            <a:endParaRPr lang="nl-NL" sz="1600" dirty="0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23D682F0-4B67-3B27-9D09-614F2B360684}"/>
              </a:ext>
            </a:extLst>
          </p:cNvPr>
          <p:cNvSpPr/>
          <p:nvPr/>
        </p:nvSpPr>
        <p:spPr>
          <a:xfrm>
            <a:off x="5983357" y="2463249"/>
            <a:ext cx="2771414" cy="1108212"/>
          </a:xfrm>
          <a:prstGeom prst="wedgeRoundRectCallout">
            <a:avLst>
              <a:gd name="adj1" fmla="val -79834"/>
              <a:gd name="adj2" fmla="val -8115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Als </a:t>
            </a:r>
            <a:r>
              <a:rPr lang="en-US" sz="1600" dirty="0" err="1"/>
              <a:t>eerste</a:t>
            </a:r>
            <a:r>
              <a:rPr lang="en-US" sz="1600" dirty="0"/>
              <a:t> </a:t>
            </a:r>
            <a:r>
              <a:rPr lang="en-US" sz="1600" dirty="0" err="1"/>
              <a:t>taak</a:t>
            </a:r>
            <a:r>
              <a:rPr lang="en-US" sz="1600" dirty="0"/>
              <a:t> van de constructor </a:t>
            </a:r>
            <a:r>
              <a:rPr lang="en-US" sz="1600" dirty="0" err="1"/>
              <a:t>maakt</a:t>
            </a:r>
            <a:r>
              <a:rPr lang="en-US" sz="1600" dirty="0"/>
              <a:t> </a:t>
            </a:r>
            <a:r>
              <a:rPr lang="en-US" sz="1600" dirty="0" err="1"/>
              <a:t>hij</a:t>
            </a:r>
            <a:r>
              <a:rPr lang="en-US" sz="1600" dirty="0"/>
              <a:t> </a:t>
            </a:r>
            <a:r>
              <a:rPr lang="en-US" sz="1600" dirty="0" err="1"/>
              <a:t>een</a:t>
            </a:r>
            <a:r>
              <a:rPr lang="en-US" sz="1600" dirty="0"/>
              <a:t> </a:t>
            </a:r>
            <a:r>
              <a:rPr lang="en-US" sz="1600" dirty="0" err="1"/>
              <a:t>FreeRTOS</a:t>
            </a:r>
            <a:r>
              <a:rPr lang="en-US" sz="1600" dirty="0"/>
              <a:t> </a:t>
            </a:r>
            <a:r>
              <a:rPr lang="en-US" sz="1600" dirty="0" err="1"/>
              <a:t>taak</a:t>
            </a:r>
            <a:r>
              <a:rPr lang="en-US" sz="1600" dirty="0"/>
              <a:t> aan. </a:t>
            </a:r>
            <a:endParaRPr lang="nl-NL" sz="1600" dirty="0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514AE3D6-FF45-47B9-8889-37D24E96B6CD}"/>
              </a:ext>
            </a:extLst>
          </p:cNvPr>
          <p:cNvSpPr/>
          <p:nvPr/>
        </p:nvSpPr>
        <p:spPr>
          <a:xfrm>
            <a:off x="9226826" y="4950968"/>
            <a:ext cx="2771414" cy="1108212"/>
          </a:xfrm>
          <a:prstGeom prst="wedgeRoundRectCallout">
            <a:avLst>
              <a:gd name="adj1" fmla="val -73378"/>
              <a:gd name="adj2" fmla="val 4171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 </a:t>
            </a:r>
            <a:r>
              <a:rPr lang="en-US" sz="1600" dirty="0" err="1"/>
              <a:t>taskwrapper</a:t>
            </a:r>
            <a:r>
              <a:rPr lang="en-US" sz="1600" dirty="0"/>
              <a:t> </a:t>
            </a:r>
            <a:r>
              <a:rPr lang="en-US" sz="1600" dirty="0" err="1"/>
              <a:t>voert</a:t>
            </a:r>
            <a:r>
              <a:rPr lang="en-US" sz="1600" dirty="0"/>
              <a:t> de run </a:t>
            </a:r>
            <a:r>
              <a:rPr lang="en-US" sz="1600" dirty="0" err="1"/>
              <a:t>methode</a:t>
            </a:r>
            <a:r>
              <a:rPr lang="en-US" sz="1600" dirty="0"/>
              <a:t> van de </a:t>
            </a:r>
            <a:r>
              <a:rPr lang="en-US" sz="1600" dirty="0" err="1"/>
              <a:t>klasse</a:t>
            </a:r>
            <a:r>
              <a:rPr lang="en-US" sz="1600" dirty="0"/>
              <a:t> </a:t>
            </a:r>
            <a:r>
              <a:rPr lang="en-US" sz="1600" dirty="0" err="1"/>
              <a:t>LogTask</a:t>
            </a:r>
            <a:r>
              <a:rPr lang="en-US" sz="1600" dirty="0"/>
              <a:t> uit</a:t>
            </a:r>
            <a:endParaRPr lang="nl-NL" sz="1600" dirty="0"/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4AE35E3D-9404-527D-1C69-CE8E9A7666EE}"/>
              </a:ext>
            </a:extLst>
          </p:cNvPr>
          <p:cNvSpPr/>
          <p:nvPr/>
        </p:nvSpPr>
        <p:spPr>
          <a:xfrm>
            <a:off x="9339470" y="2221020"/>
            <a:ext cx="2771414" cy="730902"/>
          </a:xfrm>
          <a:prstGeom prst="wedgeRoundRectCallout">
            <a:avLst>
              <a:gd name="adj1" fmla="val -146539"/>
              <a:gd name="adj2" fmla="val -6859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En die </a:t>
            </a:r>
            <a:r>
              <a:rPr lang="en-US" sz="1600" dirty="0" err="1"/>
              <a:t>wordt</a:t>
            </a:r>
            <a:r>
              <a:rPr lang="en-US" sz="1600" dirty="0"/>
              <a:t> </a:t>
            </a:r>
            <a:r>
              <a:rPr lang="en-US" sz="1600" dirty="0" err="1"/>
              <a:t>dus</a:t>
            </a:r>
            <a:r>
              <a:rPr lang="en-US" sz="1600" dirty="0"/>
              <a:t> </a:t>
            </a:r>
            <a:r>
              <a:rPr lang="en-US" sz="1600" dirty="0" err="1"/>
              <a:t>gestart</a:t>
            </a:r>
            <a:r>
              <a:rPr lang="en-US" sz="1600" dirty="0"/>
              <a:t> </a:t>
            </a:r>
            <a:r>
              <a:rPr lang="en-US" sz="1600" dirty="0" err="1"/>
              <a:t>als</a:t>
            </a:r>
            <a:r>
              <a:rPr lang="en-US" sz="1600" dirty="0"/>
              <a:t> de </a:t>
            </a:r>
            <a:r>
              <a:rPr lang="en-US" sz="1600" dirty="0" err="1"/>
              <a:t>taak</a:t>
            </a:r>
            <a:r>
              <a:rPr lang="en-US" sz="1600" dirty="0"/>
              <a:t> </a:t>
            </a:r>
            <a:r>
              <a:rPr lang="en-US" sz="1600" dirty="0" err="1"/>
              <a:t>aangemaakt</a:t>
            </a:r>
            <a:r>
              <a:rPr lang="en-US" sz="1600" dirty="0"/>
              <a:t> </a:t>
            </a:r>
            <a:r>
              <a:rPr lang="en-US" sz="1600" dirty="0" err="1"/>
              <a:t>wordt</a:t>
            </a:r>
            <a:r>
              <a:rPr lang="en-US" sz="1600" dirty="0"/>
              <a:t>!</a:t>
            </a: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65508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18A5-2A66-F177-EB6C-1B7E08C34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8370-C706-213B-4A8F-9602EBAA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3" y="-214978"/>
            <a:ext cx="3163529" cy="1325563"/>
          </a:xfrm>
        </p:spPr>
        <p:txBody>
          <a:bodyPr/>
          <a:lstStyle/>
          <a:p>
            <a:r>
              <a:rPr lang="nl-NL" dirty="0" err="1"/>
              <a:t>vTaskDelay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27E8B-E06D-0565-99B7-5C5B839DC019}"/>
              </a:ext>
            </a:extLst>
          </p:cNvPr>
          <p:cNvSpPr txBox="1"/>
          <p:nvPr/>
        </p:nvSpPr>
        <p:spPr>
          <a:xfrm>
            <a:off x="535264" y="2329531"/>
            <a:ext cx="1056443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Let's try!!!!</a:t>
            </a:r>
          </a:p>
          <a:p>
            <a:r>
              <a:rPr lang="en-US" sz="3600" dirty="0"/>
              <a:t>See: </a:t>
            </a:r>
          </a:p>
          <a:p>
            <a:r>
              <a:rPr lang="en-US" sz="1600" dirty="0">
                <a:hlinkClick r:id="rId2"/>
              </a:rPr>
              <a:t>https://github.com/HU-TI-DEV/TI-S3/blob/main/programma/lesprogramma/programma-OS-STD-Code.md#vtaskdelay</a:t>
            </a:r>
            <a:endParaRPr lang="en-US" sz="1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B76EDB7B-B4D6-3681-3889-0C68E60CEF54}"/>
              </a:ext>
            </a:extLst>
          </p:cNvPr>
          <p:cNvSpPr/>
          <p:nvPr/>
        </p:nvSpPr>
        <p:spPr>
          <a:xfrm>
            <a:off x="6096000" y="4528469"/>
            <a:ext cx="4722400" cy="1676400"/>
          </a:xfrm>
          <a:prstGeom prst="wedgeRoundRectCallout">
            <a:avLst>
              <a:gd name="adj1" fmla="val 20387"/>
              <a:gd name="adj2" fmla="val -9344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Disclaimer: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is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volgens</a:t>
            </a:r>
            <a:r>
              <a:rPr lang="en-US" dirty="0"/>
              <a:t> code </a:t>
            </a:r>
            <a:r>
              <a:rPr lang="en-US" dirty="0" err="1"/>
              <a:t>richtlijnen</a:t>
            </a:r>
            <a:r>
              <a:rPr lang="en-US" dirty="0"/>
              <a:t> om het compact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houden</a:t>
            </a:r>
            <a:r>
              <a:rPr lang="en-US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Geen </a:t>
            </a:r>
            <a:r>
              <a:rPr lang="en-US" dirty="0" err="1"/>
              <a:t>cpp</a:t>
            </a:r>
            <a:r>
              <a:rPr lang="en-US" dirty="0"/>
              <a:t>/</a:t>
            </a:r>
            <a:r>
              <a:rPr lang="en-US" dirty="0" err="1"/>
              <a:t>hpp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Geen </a:t>
            </a:r>
            <a:r>
              <a:rPr lang="en-US" dirty="0" err="1"/>
              <a:t>Doxygen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14065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269F-4069-1DD9-4C49-BDF85A82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875B-960F-958F-D631-C8EA2ED0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942F-E987-D780-F1D3-0C7B1E88C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be small &amp; short</a:t>
            </a:r>
          </a:p>
          <a:p>
            <a:r>
              <a:rPr lang="en-US" dirty="0"/>
              <a:t>Need to give over the power by:</a:t>
            </a:r>
          </a:p>
          <a:p>
            <a:pPr lvl="1"/>
            <a:r>
              <a:rPr lang="en-US" dirty="0"/>
              <a:t>Timer (</a:t>
            </a:r>
            <a:r>
              <a:rPr lang="en-US" dirty="0" err="1"/>
              <a:t>vtaskdelay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waiting on </a:t>
            </a:r>
            <a:r>
              <a:rPr lang="en-US" b="1" dirty="0" err="1"/>
              <a:t>eventgroups</a:t>
            </a:r>
            <a:r>
              <a:rPr lang="en-US" b="1" dirty="0"/>
              <a:t> (</a:t>
            </a:r>
            <a:r>
              <a:rPr lang="nl-NL" b="1" dirty="0" err="1"/>
              <a:t>xEventGroupWaitBits</a:t>
            </a:r>
            <a:r>
              <a:rPr lang="nl-NL" b="1" dirty="0"/>
              <a:t>)</a:t>
            </a:r>
          </a:p>
          <a:p>
            <a:pPr lvl="1"/>
            <a:r>
              <a:rPr lang="en-US" dirty="0"/>
              <a:t>waiting on queues (</a:t>
            </a:r>
            <a:r>
              <a:rPr lang="nl-NL" dirty="0" err="1"/>
              <a:t>xQueueReceive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waiting on semaphores/mutex (</a:t>
            </a:r>
            <a:r>
              <a:rPr lang="nl-NL" dirty="0" err="1"/>
              <a:t>xSemaphoreTake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start after timer (</a:t>
            </a:r>
            <a:r>
              <a:rPr lang="nl-NL" dirty="0" err="1"/>
              <a:t>xTimerCreate</a:t>
            </a:r>
            <a:r>
              <a:rPr lang="nl-NL" dirty="0"/>
              <a:t>)* </a:t>
            </a:r>
            <a:r>
              <a:rPr lang="en-US" dirty="0"/>
              <a:t>  </a:t>
            </a:r>
          </a:p>
          <a:p>
            <a:pPr lvl="1"/>
            <a:endParaRPr lang="en-US" dirty="0"/>
          </a:p>
          <a:p>
            <a:pPr lvl="1"/>
            <a:endParaRPr lang="nl-NL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2FF82CD-E726-81EC-31FF-1A9BCCC458FF}"/>
              </a:ext>
            </a:extLst>
          </p:cNvPr>
          <p:cNvSpPr/>
          <p:nvPr/>
        </p:nvSpPr>
        <p:spPr>
          <a:xfrm>
            <a:off x="4277032" y="365126"/>
            <a:ext cx="3785420" cy="667262"/>
          </a:xfrm>
          <a:prstGeom prst="wedgeRoundRectCallout">
            <a:avLst>
              <a:gd name="adj1" fmla="val -55378"/>
              <a:gd name="adj2" fmla="val 33541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over “x” </a:t>
            </a:r>
            <a:r>
              <a:rPr lang="en-US" dirty="0" err="1"/>
              <a:t>tijd</a:t>
            </a:r>
            <a:r>
              <a:rPr lang="en-US" dirty="0"/>
              <a:t>... tot dan </a:t>
            </a:r>
            <a:r>
              <a:rPr lang="en-US" dirty="0" err="1"/>
              <a:t>wil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in </a:t>
            </a:r>
            <a:r>
              <a:rPr lang="en-US" dirty="0" err="1"/>
              <a:t>ieder</a:t>
            </a:r>
            <a:r>
              <a:rPr lang="en-US" dirty="0"/>
              <a:t> </a:t>
            </a:r>
            <a:r>
              <a:rPr lang="en-US" dirty="0" err="1"/>
              <a:t>geval</a:t>
            </a:r>
            <a:r>
              <a:rPr lang="en-US" dirty="0"/>
              <a:t> </a:t>
            </a:r>
            <a:r>
              <a:rPr lang="en-US" dirty="0" err="1"/>
              <a:t>niets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2DCA6425-556A-9F02-D2EE-6E8CC36FEA4F}"/>
              </a:ext>
            </a:extLst>
          </p:cNvPr>
          <p:cNvSpPr/>
          <p:nvPr/>
        </p:nvSpPr>
        <p:spPr>
          <a:xfrm>
            <a:off x="7568380" y="1297858"/>
            <a:ext cx="3785420" cy="1195029"/>
          </a:xfrm>
          <a:prstGeom prst="wedgeRoundRectCallout">
            <a:avLst>
              <a:gd name="adj1" fmla="val -50443"/>
              <a:gd name="adj2" fmla="val 9571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bitje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geset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of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geheugenplaats</a:t>
            </a:r>
            <a:r>
              <a:rPr lang="en-US" dirty="0"/>
              <a:t>. </a:t>
            </a:r>
            <a:endParaRPr lang="nl-NL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F5FD14A3-8267-A88D-C4F1-47F883265590}"/>
              </a:ext>
            </a:extLst>
          </p:cNvPr>
          <p:cNvSpPr/>
          <p:nvPr/>
        </p:nvSpPr>
        <p:spPr>
          <a:xfrm>
            <a:off x="8251722" y="3006343"/>
            <a:ext cx="3785420" cy="885721"/>
          </a:xfrm>
          <a:prstGeom prst="wedgeRoundRectCallout">
            <a:avLst>
              <a:gd name="adj1" fmla="val -66807"/>
              <a:gd name="adj2" fmla="val 422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bericht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rij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geplaatst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D719223-2B4F-52EE-A9F1-6C37E0DD3960}"/>
              </a:ext>
            </a:extLst>
          </p:cNvPr>
          <p:cNvSpPr/>
          <p:nvPr/>
        </p:nvSpPr>
        <p:spPr>
          <a:xfrm>
            <a:off x="6359012" y="5241646"/>
            <a:ext cx="3785420" cy="885721"/>
          </a:xfrm>
          <a:prstGeom prst="wedgeRoundRectCallout">
            <a:avLst>
              <a:gd name="adj1" fmla="val -61612"/>
              <a:gd name="adj2" fmla="val -11761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me op </a:t>
            </a: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een</a:t>
            </a:r>
            <a:r>
              <a:rPr lang="en-US" dirty="0"/>
              <a:t> timer </a:t>
            </a:r>
            <a:r>
              <a:rPr lang="en-US" dirty="0" err="1"/>
              <a:t>verstreken</a:t>
            </a:r>
            <a:r>
              <a:rPr lang="en-US" dirty="0"/>
              <a:t> is. DIT IS ANDERS DAN VTASKDELAY!</a:t>
            </a:r>
            <a:endParaRPr lang="nl-NL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EF23570-5B61-3B75-5BA6-8D860315BFB1}"/>
              </a:ext>
            </a:extLst>
          </p:cNvPr>
          <p:cNvSpPr/>
          <p:nvPr/>
        </p:nvSpPr>
        <p:spPr>
          <a:xfrm>
            <a:off x="8325464" y="4123994"/>
            <a:ext cx="3785420" cy="885721"/>
          </a:xfrm>
          <a:prstGeom prst="wedgeRoundRectCallout">
            <a:avLst>
              <a:gd name="adj1" fmla="val -55378"/>
              <a:gd name="adj2" fmla="val -3214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de </a:t>
            </a:r>
            <a:r>
              <a:rPr lang="en-US" dirty="0" err="1"/>
              <a:t>sleutel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teruggehangen</a:t>
            </a:r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644063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6FEE1-7350-592C-070F-F08286DB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xEventGroupCreate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3223D-81E2-09B9-1C05-4CF9CA3BC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141" y="2572328"/>
            <a:ext cx="4105848" cy="5334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5E2C98-3FC0-2027-E30C-57D6D548A2ED}"/>
              </a:ext>
            </a:extLst>
          </p:cNvPr>
          <p:cNvSpPr txBox="1"/>
          <p:nvPr/>
        </p:nvSpPr>
        <p:spPr>
          <a:xfrm>
            <a:off x="344129" y="6211669"/>
            <a:ext cx="129097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https://freertos.org/Documentation/02-Kernel/04-API-references/12-Event-groups-or-flags/01-xEventGroupCreate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38145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6515-200C-A386-F2E4-545B25A6B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EB71F-67D8-0E12-C945-131FF1E8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4643"/>
            <a:ext cx="5257800" cy="1325563"/>
          </a:xfrm>
        </p:spPr>
        <p:txBody>
          <a:bodyPr/>
          <a:lstStyle/>
          <a:p>
            <a:r>
              <a:rPr lang="nl-NL" dirty="0" err="1"/>
              <a:t>xEventGroupCreate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5FD26-6C9D-821D-356C-62FA74E6D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833" y="1318034"/>
            <a:ext cx="8326012" cy="3581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524FA0-FE8D-060A-68B7-1710C14CE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7048"/>
            <a:ext cx="4404852" cy="1258529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25C3CE4C-D8EC-6A58-0DFD-B9FB953F05D2}"/>
              </a:ext>
            </a:extLst>
          </p:cNvPr>
          <p:cNvSpPr/>
          <p:nvPr/>
        </p:nvSpPr>
        <p:spPr>
          <a:xfrm>
            <a:off x="309715" y="3215148"/>
            <a:ext cx="3859161" cy="1555367"/>
          </a:xfrm>
          <a:prstGeom prst="wedgeRoundRectCallout">
            <a:avLst>
              <a:gd name="adj1" fmla="val 17484"/>
              <a:gd name="adj2" fmla="val 10196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voorbeeld</a:t>
            </a:r>
            <a:r>
              <a:rPr lang="en-US" dirty="0"/>
              <a:t> is in de main de </a:t>
            </a:r>
            <a:r>
              <a:rPr lang="en-US" dirty="0" err="1"/>
              <a:t>eventGroup</a:t>
            </a:r>
            <a:r>
              <a:rPr lang="en-US" dirty="0"/>
              <a:t> </a:t>
            </a:r>
            <a:r>
              <a:rPr lang="en-US" dirty="0" err="1"/>
              <a:t>aangemaakt</a:t>
            </a:r>
            <a:r>
              <a:rPr lang="en-US" dirty="0"/>
              <a:t>...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 </a:t>
            </a:r>
            <a:r>
              <a:rPr lang="en-US" dirty="0" err="1"/>
              <a:t>gaan</a:t>
            </a:r>
            <a:r>
              <a:rPr lang="en-US" dirty="0"/>
              <a:t> we later in de </a:t>
            </a:r>
            <a:r>
              <a:rPr lang="en-US" dirty="0" err="1"/>
              <a:t>klasse</a:t>
            </a:r>
            <a:r>
              <a:rPr lang="en-US" dirty="0"/>
              <a:t> </a:t>
            </a:r>
            <a:r>
              <a:rPr lang="en-US" dirty="0" err="1"/>
              <a:t>zelf</a:t>
            </a:r>
            <a:r>
              <a:rPr lang="en-US" dirty="0"/>
              <a:t> </a:t>
            </a:r>
            <a:r>
              <a:rPr lang="en-US" dirty="0" err="1"/>
              <a:t>doen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926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B614-BC9F-1F12-7CED-7B304028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FB74-173C-7F84-06E0-665C748AD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4643"/>
            <a:ext cx="5257800" cy="1325563"/>
          </a:xfrm>
        </p:spPr>
        <p:txBody>
          <a:bodyPr/>
          <a:lstStyle/>
          <a:p>
            <a:r>
              <a:rPr lang="nl-NL" sz="3600" dirty="0" err="1"/>
              <a:t>xEventGroupCreate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CED51-49F4-8BB1-AAC7-2CBEBB8E0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339" y="0"/>
            <a:ext cx="7668661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801E0E-A92D-51B0-2E72-EC48E39EE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7048"/>
            <a:ext cx="4404852" cy="1258529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66452DC3-1069-DC79-DFD6-0C5A4B8DC033}"/>
              </a:ext>
            </a:extLst>
          </p:cNvPr>
          <p:cNvSpPr/>
          <p:nvPr/>
        </p:nvSpPr>
        <p:spPr>
          <a:xfrm>
            <a:off x="7384025" y="1189243"/>
            <a:ext cx="4437307" cy="964022"/>
          </a:xfrm>
          <a:prstGeom prst="wedgeRoundRectCallout">
            <a:avLst>
              <a:gd name="adj1" fmla="val -17701"/>
              <a:gd name="adj2" fmla="val 7652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de </a:t>
            </a:r>
            <a:r>
              <a:rPr lang="en-US" dirty="0" err="1"/>
              <a:t>macht</a:t>
            </a:r>
            <a:r>
              <a:rPr lang="en-US" dirty="0"/>
              <a:t> </a:t>
            </a:r>
            <a:r>
              <a:rPr lang="en-US" dirty="0" err="1"/>
              <a:t>overgegeven</a:t>
            </a:r>
            <a:r>
              <a:rPr lang="en-US" dirty="0"/>
              <a:t> </a:t>
            </a:r>
            <a:r>
              <a:rPr lang="en-US" dirty="0" err="1"/>
              <a:t>totdat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bit0  of bit 4 </a:t>
            </a:r>
            <a:r>
              <a:rPr lang="en-US" dirty="0" err="1"/>
              <a:t>zet</a:t>
            </a:r>
            <a:r>
              <a:rPr lang="en-US" dirty="0"/>
              <a:t>... dan pas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hij</a:t>
            </a:r>
            <a:r>
              <a:rPr lang="en-US" dirty="0"/>
              <a:t> </a:t>
            </a:r>
            <a:r>
              <a:rPr lang="en-US" dirty="0" err="1"/>
              <a:t>weer</a:t>
            </a:r>
            <a:r>
              <a:rPr lang="en-US" dirty="0"/>
              <a:t> </a:t>
            </a:r>
            <a:r>
              <a:rPr lang="en-US" dirty="0" err="1"/>
              <a:t>wakker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5612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3AD6-59EF-B410-B605-3E803B2D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57F624-6EB4-B903-796F-BE6A2053EE19}"/>
              </a:ext>
            </a:extLst>
          </p:cNvPr>
          <p:cNvSpPr txBox="1"/>
          <p:nvPr/>
        </p:nvSpPr>
        <p:spPr>
          <a:xfrm>
            <a:off x="223765" y="2062505"/>
            <a:ext cx="1067407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Let's try!!!!</a:t>
            </a:r>
          </a:p>
          <a:p>
            <a:r>
              <a:rPr lang="en-US" sz="3600" dirty="0"/>
              <a:t>See:</a:t>
            </a:r>
          </a:p>
          <a:p>
            <a:r>
              <a:rPr lang="en-US" sz="1600" dirty="0">
                <a:hlinkClick r:id="rId2"/>
              </a:rPr>
              <a:t>https://github.com/HU-TI-DEV/TI-S3/blob/main/programma/lesprogramma/programma-OS-STD-Code.md#EventGroup</a:t>
            </a:r>
            <a:endParaRPr lang="en-US" sz="1600" dirty="0"/>
          </a:p>
          <a:p>
            <a:endParaRPr lang="en-US" sz="1600" dirty="0"/>
          </a:p>
          <a:p>
            <a:endParaRPr lang="en-US" sz="3600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0D4188BA-B6D8-0FE8-CAE6-6DF6C56DF2D0}"/>
              </a:ext>
            </a:extLst>
          </p:cNvPr>
          <p:cNvSpPr/>
          <p:nvPr/>
        </p:nvSpPr>
        <p:spPr>
          <a:xfrm>
            <a:off x="6096000" y="4528469"/>
            <a:ext cx="4722400" cy="1676400"/>
          </a:xfrm>
          <a:prstGeom prst="wedgeRoundRectCallout">
            <a:avLst>
              <a:gd name="adj1" fmla="val 20387"/>
              <a:gd name="adj2" fmla="val -9344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Disclaimer: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is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volgens</a:t>
            </a:r>
            <a:r>
              <a:rPr lang="en-US" dirty="0"/>
              <a:t> code </a:t>
            </a:r>
            <a:r>
              <a:rPr lang="en-US" dirty="0" err="1"/>
              <a:t>richtlijnen</a:t>
            </a:r>
            <a:r>
              <a:rPr lang="en-US" dirty="0"/>
              <a:t> om het compact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houden</a:t>
            </a:r>
            <a:r>
              <a:rPr lang="en-US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Geen </a:t>
            </a:r>
            <a:r>
              <a:rPr lang="en-US" dirty="0" err="1"/>
              <a:t>cpp</a:t>
            </a:r>
            <a:r>
              <a:rPr lang="en-US" dirty="0"/>
              <a:t>/</a:t>
            </a:r>
            <a:r>
              <a:rPr lang="en-US" dirty="0" err="1"/>
              <a:t>hpp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Geen </a:t>
            </a:r>
            <a:r>
              <a:rPr lang="en-US" dirty="0" err="1"/>
              <a:t>Doxygen</a:t>
            </a:r>
            <a:endParaRPr lang="nl-NL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EFDBB4-A347-1A3B-63E0-E6780111FE6E}"/>
              </a:ext>
            </a:extLst>
          </p:cNvPr>
          <p:cNvSpPr txBox="1">
            <a:spLocks/>
          </p:cNvSpPr>
          <p:nvPr/>
        </p:nvSpPr>
        <p:spPr>
          <a:xfrm>
            <a:off x="0" y="-234643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600"/>
              <a:t>xEventGroupCreate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937783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8762-78AD-A106-9B83-C0AB3C4E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46832-C179-C459-50D9-8F7E01AE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1D8EA-7B7A-6617-7132-14D70DA95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be small &amp; short</a:t>
            </a:r>
          </a:p>
          <a:p>
            <a:r>
              <a:rPr lang="en-US" dirty="0"/>
              <a:t>Need to give over the power by:</a:t>
            </a:r>
          </a:p>
          <a:p>
            <a:pPr lvl="1"/>
            <a:r>
              <a:rPr lang="en-US" dirty="0"/>
              <a:t>Timer (</a:t>
            </a:r>
            <a:r>
              <a:rPr lang="en-US" dirty="0" err="1"/>
              <a:t>vtaskdelay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waiting on </a:t>
            </a:r>
            <a:r>
              <a:rPr lang="en-US" dirty="0" err="1"/>
              <a:t>eventgroups</a:t>
            </a:r>
            <a:r>
              <a:rPr lang="en-US" dirty="0"/>
              <a:t> (</a:t>
            </a:r>
            <a:r>
              <a:rPr lang="nl-NL" dirty="0" err="1"/>
              <a:t>xEventGroupWaitBits</a:t>
            </a:r>
            <a:r>
              <a:rPr lang="nl-NL" dirty="0"/>
              <a:t>)</a:t>
            </a:r>
          </a:p>
          <a:p>
            <a:pPr lvl="1"/>
            <a:r>
              <a:rPr lang="en-US" b="1" dirty="0"/>
              <a:t>waiting on queues (</a:t>
            </a:r>
            <a:r>
              <a:rPr lang="nl-NL" b="1" dirty="0" err="1"/>
              <a:t>xQueueReceive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waiting on semaphores/mutex (</a:t>
            </a:r>
            <a:r>
              <a:rPr lang="nl-NL" dirty="0" err="1"/>
              <a:t>xSemaphoreTake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start after timer (</a:t>
            </a:r>
            <a:r>
              <a:rPr lang="nl-NL" dirty="0" err="1"/>
              <a:t>xTimerCreate</a:t>
            </a:r>
            <a:r>
              <a:rPr lang="nl-NL" dirty="0"/>
              <a:t>)* </a:t>
            </a:r>
            <a:r>
              <a:rPr lang="en-US" dirty="0"/>
              <a:t>  </a:t>
            </a:r>
          </a:p>
          <a:p>
            <a:pPr lvl="1"/>
            <a:endParaRPr lang="en-US" dirty="0"/>
          </a:p>
          <a:p>
            <a:pPr lvl="1"/>
            <a:endParaRPr lang="nl-NL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1DB637C3-4692-5B71-6EC4-515EFB9DA4E3}"/>
              </a:ext>
            </a:extLst>
          </p:cNvPr>
          <p:cNvSpPr/>
          <p:nvPr/>
        </p:nvSpPr>
        <p:spPr>
          <a:xfrm>
            <a:off x="4277032" y="365126"/>
            <a:ext cx="3785420" cy="667262"/>
          </a:xfrm>
          <a:prstGeom prst="wedgeRoundRectCallout">
            <a:avLst>
              <a:gd name="adj1" fmla="val -55378"/>
              <a:gd name="adj2" fmla="val 33541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over “x” </a:t>
            </a:r>
            <a:r>
              <a:rPr lang="en-US" dirty="0" err="1"/>
              <a:t>tijd</a:t>
            </a:r>
            <a:r>
              <a:rPr lang="en-US" dirty="0"/>
              <a:t>... tot dan </a:t>
            </a:r>
            <a:r>
              <a:rPr lang="en-US" dirty="0" err="1"/>
              <a:t>wil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in </a:t>
            </a:r>
            <a:r>
              <a:rPr lang="en-US" dirty="0" err="1"/>
              <a:t>ieder</a:t>
            </a:r>
            <a:r>
              <a:rPr lang="en-US" dirty="0"/>
              <a:t> </a:t>
            </a:r>
            <a:r>
              <a:rPr lang="en-US" dirty="0" err="1"/>
              <a:t>geval</a:t>
            </a:r>
            <a:r>
              <a:rPr lang="en-US" dirty="0"/>
              <a:t> </a:t>
            </a:r>
            <a:r>
              <a:rPr lang="en-US" dirty="0" err="1"/>
              <a:t>niets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BBC8607-B4BF-B9C9-25E1-1B234194D1B5}"/>
              </a:ext>
            </a:extLst>
          </p:cNvPr>
          <p:cNvSpPr/>
          <p:nvPr/>
        </p:nvSpPr>
        <p:spPr>
          <a:xfrm>
            <a:off x="7568380" y="1297858"/>
            <a:ext cx="3785420" cy="1195029"/>
          </a:xfrm>
          <a:prstGeom prst="wedgeRoundRectCallout">
            <a:avLst>
              <a:gd name="adj1" fmla="val -50443"/>
              <a:gd name="adj2" fmla="val 9571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bitje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geset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of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geheugenplaats</a:t>
            </a:r>
            <a:r>
              <a:rPr lang="en-US" dirty="0"/>
              <a:t>. </a:t>
            </a:r>
            <a:endParaRPr lang="nl-NL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8379DBA-1FA4-2329-7981-653F1B2B436D}"/>
              </a:ext>
            </a:extLst>
          </p:cNvPr>
          <p:cNvSpPr/>
          <p:nvPr/>
        </p:nvSpPr>
        <p:spPr>
          <a:xfrm>
            <a:off x="8251722" y="3006343"/>
            <a:ext cx="3785420" cy="885721"/>
          </a:xfrm>
          <a:prstGeom prst="wedgeRoundRectCallout">
            <a:avLst>
              <a:gd name="adj1" fmla="val -66807"/>
              <a:gd name="adj2" fmla="val 422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bericht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rij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geplaatst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B435E86-88B0-75B3-5C4A-63D7661FD552}"/>
              </a:ext>
            </a:extLst>
          </p:cNvPr>
          <p:cNvSpPr/>
          <p:nvPr/>
        </p:nvSpPr>
        <p:spPr>
          <a:xfrm>
            <a:off x="6359012" y="5241646"/>
            <a:ext cx="3785420" cy="885721"/>
          </a:xfrm>
          <a:prstGeom prst="wedgeRoundRectCallout">
            <a:avLst>
              <a:gd name="adj1" fmla="val -61612"/>
              <a:gd name="adj2" fmla="val -11761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me op </a:t>
            </a: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een</a:t>
            </a:r>
            <a:r>
              <a:rPr lang="en-US" dirty="0"/>
              <a:t> timer </a:t>
            </a:r>
            <a:r>
              <a:rPr lang="en-US" dirty="0" err="1"/>
              <a:t>verstreken</a:t>
            </a:r>
            <a:r>
              <a:rPr lang="en-US" dirty="0"/>
              <a:t> is. DIT IS ANDERS DAN VTASKDELAY!</a:t>
            </a:r>
            <a:endParaRPr lang="nl-NL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737A818F-140B-A14C-C8CA-E96D395A8345}"/>
              </a:ext>
            </a:extLst>
          </p:cNvPr>
          <p:cNvSpPr/>
          <p:nvPr/>
        </p:nvSpPr>
        <p:spPr>
          <a:xfrm>
            <a:off x="8325464" y="4123994"/>
            <a:ext cx="3785420" cy="885721"/>
          </a:xfrm>
          <a:prstGeom prst="wedgeRoundRectCallout">
            <a:avLst>
              <a:gd name="adj1" fmla="val -55378"/>
              <a:gd name="adj2" fmla="val -3214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de </a:t>
            </a:r>
            <a:r>
              <a:rPr lang="en-US" dirty="0" err="1"/>
              <a:t>sleutel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teruggehangen</a:t>
            </a:r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40167352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9B2F1-32E4-D271-88C6-D72D598B5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4269-4046-EBDB-8430-B24DAA919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4643"/>
            <a:ext cx="5257800" cy="1325563"/>
          </a:xfrm>
        </p:spPr>
        <p:txBody>
          <a:bodyPr/>
          <a:lstStyle/>
          <a:p>
            <a:r>
              <a:rPr lang="nl-NL" dirty="0" err="1"/>
              <a:t>xQueueReceive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12A6B-A42B-B95C-F66E-21CB6C846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075" y="2776446"/>
            <a:ext cx="4829849" cy="13051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170C1-3965-66BE-507F-F18B4BA81108}"/>
              </a:ext>
            </a:extLst>
          </p:cNvPr>
          <p:cNvSpPr txBox="1"/>
          <p:nvPr/>
        </p:nvSpPr>
        <p:spPr>
          <a:xfrm>
            <a:off x="272871" y="6286597"/>
            <a:ext cx="11270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https://www.freertos.org/Documentation/02-Kernel/04-API-references/06-Queues/09-xQueueReceive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181752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77396-2DCB-AB3E-4A57-6BC372EC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A12D5-D6A4-3912-A9AB-F38956B1D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0"/>
            <a:ext cx="1818968" cy="1325563"/>
          </a:xfrm>
        </p:spPr>
        <p:txBody>
          <a:bodyPr/>
          <a:lstStyle/>
          <a:p>
            <a:r>
              <a:rPr lang="nl-NL" sz="3600" dirty="0" err="1"/>
              <a:t>xQueueReceive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7FCCBE-B339-35C0-4678-07755D54B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091" y="94784"/>
            <a:ext cx="9735909" cy="6668431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3F69B2DF-33F4-3EC2-F89C-34162EAD9FDC}"/>
              </a:ext>
            </a:extLst>
          </p:cNvPr>
          <p:cNvSpPr/>
          <p:nvPr/>
        </p:nvSpPr>
        <p:spPr>
          <a:xfrm>
            <a:off x="7354529" y="4965290"/>
            <a:ext cx="4358649" cy="767274"/>
          </a:xfrm>
          <a:prstGeom prst="wedgeRoundRectCallout">
            <a:avLst>
              <a:gd name="adj1" fmla="val -27846"/>
              <a:gd name="adj2" fmla="val 6554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Hij </a:t>
            </a:r>
            <a:r>
              <a:rPr lang="en-US" dirty="0" err="1"/>
              <a:t>maakt</a:t>
            </a:r>
            <a:r>
              <a:rPr lang="en-US" dirty="0"/>
              <a:t> 2 taken, 1 die </a:t>
            </a:r>
            <a:r>
              <a:rPr lang="en-US" dirty="0" err="1"/>
              <a:t>berichten</a:t>
            </a:r>
            <a:r>
              <a:rPr lang="en-US" dirty="0"/>
              <a:t> post, en de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leest</a:t>
            </a:r>
            <a:r>
              <a:rPr lang="en-US" dirty="0"/>
              <a:t> de </a:t>
            </a:r>
            <a:r>
              <a:rPr lang="en-US" dirty="0" err="1"/>
              <a:t>berichten</a:t>
            </a:r>
            <a:r>
              <a:rPr lang="en-US" dirty="0"/>
              <a:t>. </a:t>
            </a:r>
            <a:endParaRPr lang="nl-NL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D24AF1C0-52BF-C49B-703F-B6469C56EC3A}"/>
              </a:ext>
            </a:extLst>
          </p:cNvPr>
          <p:cNvSpPr/>
          <p:nvPr/>
        </p:nvSpPr>
        <p:spPr>
          <a:xfrm>
            <a:off x="9330813" y="2327428"/>
            <a:ext cx="2697491" cy="767274"/>
          </a:xfrm>
          <a:prstGeom prst="wedgeRoundRectCallout">
            <a:avLst>
              <a:gd name="adj1" fmla="val -58099"/>
              <a:gd name="adj2" fmla="val 12449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Hij </a:t>
            </a:r>
            <a:r>
              <a:rPr lang="en-US" dirty="0" err="1"/>
              <a:t>maakt</a:t>
            </a:r>
            <a:r>
              <a:rPr lang="en-US" dirty="0"/>
              <a:t> 1 queue aan.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4300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38FA-533D-C67D-1E5C-E8810456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AF45-49F4-FBF3-89C5-FB4AD12C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0"/>
            <a:ext cx="1818968" cy="1325563"/>
          </a:xfrm>
        </p:spPr>
        <p:txBody>
          <a:bodyPr/>
          <a:lstStyle/>
          <a:p>
            <a:r>
              <a:rPr lang="nl-NL" sz="3600" dirty="0" err="1"/>
              <a:t>xQueueReceive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2A7C6-D256-7766-7040-66E8C4C2A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2057208"/>
            <a:ext cx="7468642" cy="274358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EB05510-B30E-5966-402F-1BD32279A513}"/>
              </a:ext>
            </a:extLst>
          </p:cNvPr>
          <p:cNvSpPr/>
          <p:nvPr/>
        </p:nvSpPr>
        <p:spPr>
          <a:xfrm>
            <a:off x="7579623" y="784363"/>
            <a:ext cx="2792362" cy="885721"/>
          </a:xfrm>
          <a:prstGeom prst="wedgeRoundRectCallout">
            <a:avLst>
              <a:gd name="adj1" fmla="val -39954"/>
              <a:gd name="adj2" fmla="val 8663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kennen</a:t>
            </a:r>
            <a:r>
              <a:rPr lang="en-US" dirty="0"/>
              <a:t> we al...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232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9AC4A-B95E-9C14-2EC4-8B74F5C7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0B86-DB2B-4B3A-738D-E8094300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0"/>
            <a:ext cx="1818968" cy="1325563"/>
          </a:xfrm>
        </p:spPr>
        <p:txBody>
          <a:bodyPr/>
          <a:lstStyle/>
          <a:p>
            <a:r>
              <a:rPr lang="nl-NL" sz="3600" dirty="0" err="1"/>
              <a:t>xQueueReceive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E6371-F00C-2EAE-A630-C2EDD8211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502" y="452022"/>
            <a:ext cx="8592749" cy="5953956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0657D2E-7D20-7FFC-E76F-1F9B2FC28479}"/>
              </a:ext>
            </a:extLst>
          </p:cNvPr>
          <p:cNvSpPr/>
          <p:nvPr/>
        </p:nvSpPr>
        <p:spPr>
          <a:xfrm>
            <a:off x="6096000" y="2064774"/>
            <a:ext cx="2792361" cy="845932"/>
          </a:xfrm>
          <a:prstGeom prst="wedgeRoundRectCallout">
            <a:avLst>
              <a:gd name="adj1" fmla="val 12332"/>
              <a:gd name="adj2" fmla="val 7612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Hij </a:t>
            </a:r>
            <a:r>
              <a:rPr lang="en-US" dirty="0" err="1"/>
              <a:t>zet</a:t>
            </a:r>
            <a:r>
              <a:rPr lang="en-US" dirty="0"/>
              <a:t> de reference </a:t>
            </a:r>
            <a:r>
              <a:rPr lang="en-US" dirty="0" err="1"/>
              <a:t>naar</a:t>
            </a:r>
            <a:r>
              <a:rPr lang="en-US" dirty="0"/>
              <a:t> message in de </a:t>
            </a:r>
            <a:r>
              <a:rPr lang="en-US" dirty="0" err="1"/>
              <a:t>rij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0093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36146-7031-9115-09F7-FEAAF71E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23B4-F157-346B-8698-5B31244F4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0"/>
            <a:ext cx="1818968" cy="1325563"/>
          </a:xfrm>
        </p:spPr>
        <p:txBody>
          <a:bodyPr/>
          <a:lstStyle/>
          <a:p>
            <a:r>
              <a:rPr lang="nl-NL" sz="3600" dirty="0" err="1"/>
              <a:t>xQueueReceive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83B279-5A47-C678-1375-B0D7FFDA0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454" y="2017837"/>
            <a:ext cx="8611802" cy="3353268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F4BBAA0-CCEF-6884-5523-C2206367F7E5}"/>
              </a:ext>
            </a:extLst>
          </p:cNvPr>
          <p:cNvSpPr/>
          <p:nvPr/>
        </p:nvSpPr>
        <p:spPr>
          <a:xfrm>
            <a:off x="6027174" y="2583068"/>
            <a:ext cx="3254478" cy="845932"/>
          </a:xfrm>
          <a:prstGeom prst="wedgeRoundRectCallout">
            <a:avLst>
              <a:gd name="adj1" fmla="val -50696"/>
              <a:gd name="adj2" fmla="val 6798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Pas </a:t>
            </a: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bericht</a:t>
            </a:r>
            <a:r>
              <a:rPr lang="en-US" dirty="0"/>
              <a:t> in de </a:t>
            </a:r>
            <a:r>
              <a:rPr lang="en-US" dirty="0" err="1"/>
              <a:t>rij</a:t>
            </a:r>
            <a:r>
              <a:rPr lang="en-US" dirty="0"/>
              <a:t> zit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hij</a:t>
            </a:r>
            <a:r>
              <a:rPr lang="en-US" dirty="0"/>
              <a:t> </a:t>
            </a:r>
            <a:r>
              <a:rPr lang="en-US" dirty="0" err="1"/>
              <a:t>weer</a:t>
            </a:r>
            <a:r>
              <a:rPr lang="en-US" dirty="0"/>
              <a:t> </a:t>
            </a:r>
            <a:r>
              <a:rPr lang="en-US" dirty="0" err="1"/>
              <a:t>wakker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1622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FD4F7-475D-3C8E-F644-A4B11C724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DD46C4-EE20-A6A9-CD69-BF7AF635C35B}"/>
              </a:ext>
            </a:extLst>
          </p:cNvPr>
          <p:cNvSpPr txBox="1"/>
          <p:nvPr/>
        </p:nvSpPr>
        <p:spPr>
          <a:xfrm>
            <a:off x="363794" y="1758480"/>
            <a:ext cx="11473526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Let's try!!!!</a:t>
            </a:r>
          </a:p>
          <a:p>
            <a:r>
              <a:rPr lang="en-US" sz="4000" dirty="0"/>
              <a:t>See:</a:t>
            </a:r>
          </a:p>
          <a:p>
            <a:r>
              <a:rPr lang="en-US" dirty="0">
                <a:hlinkClick r:id="rId2"/>
              </a:rPr>
              <a:t>https://github.com/HU-TI-DEV/TI-S3/blob/main/programma/lesprogramma/programma-OS-STD-Code.md#Queue</a:t>
            </a:r>
            <a:endParaRPr lang="en-US" dirty="0"/>
          </a:p>
          <a:p>
            <a:endParaRPr lang="en-US" sz="3600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AA0A105-79D9-CDBD-7870-F9E20F188FAD}"/>
              </a:ext>
            </a:extLst>
          </p:cNvPr>
          <p:cNvSpPr/>
          <p:nvPr/>
        </p:nvSpPr>
        <p:spPr>
          <a:xfrm>
            <a:off x="6096000" y="4528469"/>
            <a:ext cx="5732206" cy="1676400"/>
          </a:xfrm>
          <a:prstGeom prst="wedgeRoundRectCallout">
            <a:avLst>
              <a:gd name="adj1" fmla="val 8723"/>
              <a:gd name="adj2" fmla="val -9403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Disclaimer: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is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volgens</a:t>
            </a:r>
            <a:r>
              <a:rPr lang="en-US" dirty="0"/>
              <a:t> code </a:t>
            </a:r>
            <a:r>
              <a:rPr lang="en-US" dirty="0" err="1"/>
              <a:t>richtlijnen</a:t>
            </a:r>
            <a:r>
              <a:rPr lang="en-US" dirty="0"/>
              <a:t> om het compact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houden</a:t>
            </a:r>
            <a:r>
              <a:rPr lang="en-US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Geen </a:t>
            </a:r>
            <a:r>
              <a:rPr lang="en-US" dirty="0" err="1"/>
              <a:t>cpp</a:t>
            </a:r>
            <a:r>
              <a:rPr lang="en-US" dirty="0"/>
              <a:t>/</a:t>
            </a:r>
            <a:r>
              <a:rPr lang="en-US" dirty="0" err="1"/>
              <a:t>hpp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Geen </a:t>
            </a:r>
            <a:r>
              <a:rPr lang="en-US" dirty="0" err="1"/>
              <a:t>Doxygen</a:t>
            </a:r>
            <a:endParaRPr lang="nl-NL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0D5995-8FBC-71A8-E629-0A116F114B88}"/>
              </a:ext>
            </a:extLst>
          </p:cNvPr>
          <p:cNvSpPr txBox="1">
            <a:spLocks/>
          </p:cNvSpPr>
          <p:nvPr/>
        </p:nvSpPr>
        <p:spPr>
          <a:xfrm>
            <a:off x="0" y="-234643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600" dirty="0" err="1"/>
              <a:t>xQueueReceive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22229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46FB3-F89A-D35C-16C6-AE36C2C5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031B-1361-07AA-943B-99103A49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A7FD4-F113-1F62-4D2E-DD3434D6E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be small &amp; short</a:t>
            </a:r>
          </a:p>
          <a:p>
            <a:r>
              <a:rPr lang="en-US" dirty="0"/>
              <a:t>Need to give over the power by:</a:t>
            </a:r>
          </a:p>
          <a:p>
            <a:pPr lvl="1"/>
            <a:r>
              <a:rPr lang="en-US" dirty="0"/>
              <a:t>Timer (</a:t>
            </a:r>
            <a:r>
              <a:rPr lang="en-US" dirty="0" err="1"/>
              <a:t>vtaskdelay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waiting on </a:t>
            </a:r>
            <a:r>
              <a:rPr lang="en-US" dirty="0" err="1"/>
              <a:t>eventgroups</a:t>
            </a:r>
            <a:r>
              <a:rPr lang="en-US" dirty="0"/>
              <a:t> (</a:t>
            </a:r>
            <a:r>
              <a:rPr lang="nl-NL" dirty="0" err="1"/>
              <a:t>xEventGroupWaitBits</a:t>
            </a:r>
            <a:r>
              <a:rPr lang="nl-NL" dirty="0"/>
              <a:t>)</a:t>
            </a:r>
          </a:p>
          <a:p>
            <a:pPr lvl="1"/>
            <a:r>
              <a:rPr lang="en-US" dirty="0"/>
              <a:t>waiting on queues (</a:t>
            </a:r>
            <a:r>
              <a:rPr lang="nl-NL" dirty="0" err="1"/>
              <a:t>xQueueReceive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waiting on semaphores/mutex (</a:t>
            </a:r>
            <a:r>
              <a:rPr lang="nl-NL" b="1" dirty="0" err="1"/>
              <a:t>xSemaphoreTake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start after timer (</a:t>
            </a:r>
            <a:r>
              <a:rPr lang="nl-NL" dirty="0" err="1"/>
              <a:t>xTimerCreate</a:t>
            </a:r>
            <a:r>
              <a:rPr lang="nl-NL" dirty="0"/>
              <a:t>)* </a:t>
            </a:r>
            <a:r>
              <a:rPr lang="en-US" dirty="0"/>
              <a:t>  </a:t>
            </a:r>
          </a:p>
          <a:p>
            <a:pPr lvl="1"/>
            <a:endParaRPr lang="en-US" dirty="0"/>
          </a:p>
          <a:p>
            <a:pPr lvl="1"/>
            <a:endParaRPr lang="nl-NL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004B111-68EF-A0DC-0440-5561A4FC4827}"/>
              </a:ext>
            </a:extLst>
          </p:cNvPr>
          <p:cNvSpPr/>
          <p:nvPr/>
        </p:nvSpPr>
        <p:spPr>
          <a:xfrm>
            <a:off x="4277032" y="365126"/>
            <a:ext cx="3785420" cy="667262"/>
          </a:xfrm>
          <a:prstGeom prst="wedgeRoundRectCallout">
            <a:avLst>
              <a:gd name="adj1" fmla="val -55378"/>
              <a:gd name="adj2" fmla="val 33541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over “x” </a:t>
            </a:r>
            <a:r>
              <a:rPr lang="en-US" dirty="0" err="1"/>
              <a:t>tijd</a:t>
            </a:r>
            <a:r>
              <a:rPr lang="en-US" dirty="0"/>
              <a:t>... tot dan </a:t>
            </a:r>
            <a:r>
              <a:rPr lang="en-US" dirty="0" err="1"/>
              <a:t>wil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in </a:t>
            </a:r>
            <a:r>
              <a:rPr lang="en-US" dirty="0" err="1"/>
              <a:t>ieder</a:t>
            </a:r>
            <a:r>
              <a:rPr lang="en-US" dirty="0"/>
              <a:t> </a:t>
            </a:r>
            <a:r>
              <a:rPr lang="en-US" dirty="0" err="1"/>
              <a:t>geval</a:t>
            </a:r>
            <a:r>
              <a:rPr lang="en-US" dirty="0"/>
              <a:t> </a:t>
            </a:r>
            <a:r>
              <a:rPr lang="en-US" dirty="0" err="1"/>
              <a:t>niets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E486BE7-2C31-BFC5-6F8C-9F38A791A1B3}"/>
              </a:ext>
            </a:extLst>
          </p:cNvPr>
          <p:cNvSpPr/>
          <p:nvPr/>
        </p:nvSpPr>
        <p:spPr>
          <a:xfrm>
            <a:off x="7568380" y="1297858"/>
            <a:ext cx="3785420" cy="1195029"/>
          </a:xfrm>
          <a:prstGeom prst="wedgeRoundRectCallout">
            <a:avLst>
              <a:gd name="adj1" fmla="val -50443"/>
              <a:gd name="adj2" fmla="val 9571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bitje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geset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of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geheugenplaats</a:t>
            </a:r>
            <a:r>
              <a:rPr lang="en-US" dirty="0"/>
              <a:t>. </a:t>
            </a:r>
            <a:endParaRPr lang="nl-NL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E7060BDA-8F5D-E836-234D-C7BBDFF808FC}"/>
              </a:ext>
            </a:extLst>
          </p:cNvPr>
          <p:cNvSpPr/>
          <p:nvPr/>
        </p:nvSpPr>
        <p:spPr>
          <a:xfrm>
            <a:off x="8251722" y="3006343"/>
            <a:ext cx="3785420" cy="885721"/>
          </a:xfrm>
          <a:prstGeom prst="wedgeRoundRectCallout">
            <a:avLst>
              <a:gd name="adj1" fmla="val -66807"/>
              <a:gd name="adj2" fmla="val 422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bericht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rij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geplaatst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E5CA539D-3716-DCFB-89FB-12ADEEBCF280}"/>
              </a:ext>
            </a:extLst>
          </p:cNvPr>
          <p:cNvSpPr/>
          <p:nvPr/>
        </p:nvSpPr>
        <p:spPr>
          <a:xfrm>
            <a:off x="6359012" y="5241646"/>
            <a:ext cx="3785420" cy="885721"/>
          </a:xfrm>
          <a:prstGeom prst="wedgeRoundRectCallout">
            <a:avLst>
              <a:gd name="adj1" fmla="val -61612"/>
              <a:gd name="adj2" fmla="val -11761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me op </a:t>
            </a: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een</a:t>
            </a:r>
            <a:r>
              <a:rPr lang="en-US" dirty="0"/>
              <a:t> timer </a:t>
            </a:r>
            <a:r>
              <a:rPr lang="en-US" dirty="0" err="1"/>
              <a:t>verstreken</a:t>
            </a:r>
            <a:r>
              <a:rPr lang="en-US" dirty="0"/>
              <a:t> is. DIT IS ANDERS DAN VTASKDELAY!</a:t>
            </a:r>
            <a:endParaRPr lang="nl-NL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636B61B-CB9F-3634-737C-F8D404B266D3}"/>
              </a:ext>
            </a:extLst>
          </p:cNvPr>
          <p:cNvSpPr/>
          <p:nvPr/>
        </p:nvSpPr>
        <p:spPr>
          <a:xfrm>
            <a:off x="8251722" y="4306329"/>
            <a:ext cx="3785420" cy="885721"/>
          </a:xfrm>
          <a:prstGeom prst="wedgeRoundRectCallout">
            <a:avLst>
              <a:gd name="adj1" fmla="val -58235"/>
              <a:gd name="adj2" fmla="val -3880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de </a:t>
            </a:r>
            <a:r>
              <a:rPr lang="en-US" dirty="0" err="1"/>
              <a:t>sleutel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teruggehangen</a:t>
            </a:r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02146220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55C81-D620-9725-CB94-8E3562867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749-6310-2017-B8F7-75B82949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234643"/>
            <a:ext cx="7393859" cy="1325563"/>
          </a:xfrm>
        </p:spPr>
        <p:txBody>
          <a:bodyPr/>
          <a:lstStyle/>
          <a:p>
            <a:r>
              <a:rPr lang="nl-NL" dirty="0" err="1"/>
              <a:t>xSemaphoreTake</a:t>
            </a:r>
            <a:r>
              <a:rPr lang="nl-NL" dirty="0"/>
              <a:t>  </a:t>
            </a:r>
            <a:r>
              <a:rPr lang="nl-NL" dirty="0" err="1"/>
              <a:t>aka</a:t>
            </a:r>
            <a:r>
              <a:rPr lang="nl-NL" dirty="0"/>
              <a:t> </a:t>
            </a:r>
            <a:r>
              <a:rPr lang="nl-NL" dirty="0" err="1"/>
              <a:t>mutex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9291DE-6813-7281-EEA2-6B094212AD72}"/>
              </a:ext>
            </a:extLst>
          </p:cNvPr>
          <p:cNvSpPr txBox="1"/>
          <p:nvPr/>
        </p:nvSpPr>
        <p:spPr>
          <a:xfrm>
            <a:off x="87274" y="6286597"/>
            <a:ext cx="12340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2"/>
              </a:rPr>
              <a:t>https://www.freertos.org/Documentation/02-Kernel/04-API-references/10-Semaphore-and-Mutexes/12-xSemaphoreTake</a:t>
            </a:r>
            <a:endParaRPr lang="nl-NL" dirty="0"/>
          </a:p>
          <a:p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26DF2-B9A3-A227-B321-76F9D7172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655" y="3086052"/>
            <a:ext cx="4048690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950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36704-DF7C-9A10-007F-E89A5289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7937D8-BD46-FDF9-7A6A-9328F3D0D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229" y="1071365"/>
            <a:ext cx="8535591" cy="5029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A25A52-55D9-27D0-BCF7-ACC9424E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0"/>
            <a:ext cx="1818968" cy="1325563"/>
          </a:xfrm>
        </p:spPr>
        <p:txBody>
          <a:bodyPr/>
          <a:lstStyle/>
          <a:p>
            <a:r>
              <a:rPr lang="nl-NL" sz="3600" dirty="0" err="1"/>
              <a:t>Mutex</a:t>
            </a:r>
            <a:endParaRPr lang="nl-NL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3A9DC98C-9BFD-E89D-ED69-638FA148BBF4}"/>
              </a:ext>
            </a:extLst>
          </p:cNvPr>
          <p:cNvSpPr/>
          <p:nvPr/>
        </p:nvSpPr>
        <p:spPr>
          <a:xfrm>
            <a:off x="5319251" y="304091"/>
            <a:ext cx="4866968" cy="767274"/>
          </a:xfrm>
          <a:prstGeom prst="wedgeRoundRectCallout">
            <a:avLst>
              <a:gd name="adj1" fmla="val -35967"/>
              <a:gd name="adj2" fmla="val 9502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Deze</a:t>
            </a:r>
            <a:r>
              <a:rPr lang="en-US" dirty="0"/>
              <a:t> resource </a:t>
            </a:r>
            <a:r>
              <a:rPr lang="en-US" dirty="0" err="1"/>
              <a:t>willen</a:t>
            </a:r>
            <a:r>
              <a:rPr lang="en-US" dirty="0"/>
              <a:t> de taken </a:t>
            </a:r>
            <a:r>
              <a:rPr lang="en-US" dirty="0" err="1"/>
              <a:t>benaderen</a:t>
            </a:r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542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4737C-A94F-C2CB-55E8-62BA7C2E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3018-57E1-9E6C-9C9B-3605C181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0"/>
            <a:ext cx="1818968" cy="1325563"/>
          </a:xfrm>
        </p:spPr>
        <p:txBody>
          <a:bodyPr/>
          <a:lstStyle/>
          <a:p>
            <a:r>
              <a:rPr lang="nl-NL" sz="3600" dirty="0" err="1"/>
              <a:t>Mutex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B76143-C271-A904-59CF-B8E9D86A2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901" y="0"/>
            <a:ext cx="7924198" cy="6858000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D40A700-C81C-C203-9B22-111DC354184A}"/>
              </a:ext>
            </a:extLst>
          </p:cNvPr>
          <p:cNvSpPr/>
          <p:nvPr/>
        </p:nvSpPr>
        <p:spPr>
          <a:xfrm>
            <a:off x="7108723" y="754447"/>
            <a:ext cx="4866968" cy="767274"/>
          </a:xfrm>
          <a:prstGeom prst="wedgeRoundRectCallout">
            <a:avLst>
              <a:gd name="adj1" fmla="val -28694"/>
              <a:gd name="adj2" fmla="val 19112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Pas als de </a:t>
            </a:r>
            <a:r>
              <a:rPr lang="nl-NL" dirty="0" err="1"/>
              <a:t>key</a:t>
            </a:r>
            <a:r>
              <a:rPr lang="nl-NL" dirty="0"/>
              <a:t> er weer is, pak ik hem voor mezelf, en kan ik verder”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DF88DBF-947F-19A1-DE8F-3C61149B0C3B}"/>
              </a:ext>
            </a:extLst>
          </p:cNvPr>
          <p:cNvSpPr/>
          <p:nvPr/>
        </p:nvSpPr>
        <p:spPr>
          <a:xfrm>
            <a:off x="7108723" y="4475957"/>
            <a:ext cx="4866968" cy="617153"/>
          </a:xfrm>
          <a:prstGeom prst="wedgeRoundRectCallout">
            <a:avLst>
              <a:gd name="adj1" fmla="val -65260"/>
              <a:gd name="adj2" fmla="val -382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Hier hang </a:t>
            </a:r>
            <a:r>
              <a:rPr lang="en-US" dirty="0" err="1"/>
              <a:t>ik</a:t>
            </a:r>
            <a:r>
              <a:rPr lang="en-US" dirty="0"/>
              <a:t> de "key" </a:t>
            </a:r>
            <a:r>
              <a:rPr lang="en-US" dirty="0" err="1"/>
              <a:t>terug</a:t>
            </a:r>
            <a:r>
              <a:rPr lang="en-US" dirty="0"/>
              <a:t>...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3436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ADE5-3F97-CDC6-0D63-0FF4B4F8A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875B913D-75B4-35BC-BAEF-DF8E72D237E7}"/>
              </a:ext>
            </a:extLst>
          </p:cNvPr>
          <p:cNvSpPr/>
          <p:nvPr/>
        </p:nvSpPr>
        <p:spPr>
          <a:xfrm>
            <a:off x="6096000" y="4528469"/>
            <a:ext cx="5732206" cy="1676400"/>
          </a:xfrm>
          <a:prstGeom prst="wedgeRoundRectCallout">
            <a:avLst>
              <a:gd name="adj1" fmla="val 8723"/>
              <a:gd name="adj2" fmla="val -9403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Disclaimer: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is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volgens</a:t>
            </a:r>
            <a:r>
              <a:rPr lang="en-US" dirty="0"/>
              <a:t> code </a:t>
            </a:r>
            <a:r>
              <a:rPr lang="en-US" dirty="0" err="1"/>
              <a:t>richtlijnen</a:t>
            </a:r>
            <a:r>
              <a:rPr lang="en-US" dirty="0"/>
              <a:t> om het compact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houden</a:t>
            </a:r>
            <a:r>
              <a:rPr lang="en-US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Geen </a:t>
            </a:r>
            <a:r>
              <a:rPr lang="en-US" dirty="0" err="1"/>
              <a:t>cpp</a:t>
            </a:r>
            <a:r>
              <a:rPr lang="en-US" dirty="0"/>
              <a:t>/</a:t>
            </a:r>
            <a:r>
              <a:rPr lang="en-US" dirty="0" err="1"/>
              <a:t>hpp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Geen </a:t>
            </a:r>
            <a:r>
              <a:rPr lang="en-US" dirty="0" err="1"/>
              <a:t>Doxygen</a:t>
            </a:r>
            <a:endParaRPr lang="nl-NL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92AD620-69BB-9373-2026-4D7FC0990FE1}"/>
              </a:ext>
            </a:extLst>
          </p:cNvPr>
          <p:cNvSpPr txBox="1">
            <a:spLocks/>
          </p:cNvSpPr>
          <p:nvPr/>
        </p:nvSpPr>
        <p:spPr>
          <a:xfrm>
            <a:off x="0" y="-234643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600" dirty="0" err="1"/>
              <a:t>Mutex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934A1D-150A-C92F-ACC7-D79D74BD65E1}"/>
              </a:ext>
            </a:extLst>
          </p:cNvPr>
          <p:cNvSpPr txBox="1"/>
          <p:nvPr/>
        </p:nvSpPr>
        <p:spPr>
          <a:xfrm>
            <a:off x="363794" y="1758480"/>
            <a:ext cx="11411201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Let's try!!!!</a:t>
            </a:r>
          </a:p>
          <a:p>
            <a:r>
              <a:rPr lang="en-US" sz="4000" dirty="0"/>
              <a:t>See:</a:t>
            </a:r>
          </a:p>
          <a:p>
            <a:r>
              <a:rPr lang="en-US" dirty="0">
                <a:hlinkClick r:id="rId2"/>
              </a:rPr>
              <a:t>https://github.com/HU-TI-DEV/TI-S3/blob/main/programma/lesprogramma/programma-OS-STD-Code.md#Mutex</a:t>
            </a:r>
            <a:endParaRPr lang="en-US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795232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A1EF-5EA6-16D3-6A96-AB79497F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1357-DA5A-3F5C-B793-6DA45638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A3B0A-6610-4BBF-384E-7FF1F6F4C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be small &amp; short</a:t>
            </a:r>
          </a:p>
          <a:p>
            <a:r>
              <a:rPr lang="en-US" dirty="0"/>
              <a:t>Need to give over the power by:</a:t>
            </a:r>
          </a:p>
          <a:p>
            <a:pPr lvl="1"/>
            <a:r>
              <a:rPr lang="en-US" dirty="0"/>
              <a:t>Timer (</a:t>
            </a:r>
            <a:r>
              <a:rPr lang="en-US" dirty="0" err="1"/>
              <a:t>vtaskdelay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waiting on </a:t>
            </a:r>
            <a:r>
              <a:rPr lang="en-US" dirty="0" err="1"/>
              <a:t>eventgroups</a:t>
            </a:r>
            <a:r>
              <a:rPr lang="en-US" dirty="0"/>
              <a:t> (</a:t>
            </a:r>
            <a:r>
              <a:rPr lang="nl-NL" dirty="0" err="1"/>
              <a:t>xEventGroupWaitBits</a:t>
            </a:r>
            <a:r>
              <a:rPr lang="nl-NL" dirty="0"/>
              <a:t>)</a:t>
            </a:r>
          </a:p>
          <a:p>
            <a:pPr lvl="1"/>
            <a:r>
              <a:rPr lang="en-US" dirty="0"/>
              <a:t>waiting on queues (</a:t>
            </a:r>
            <a:r>
              <a:rPr lang="nl-NL" dirty="0" err="1"/>
              <a:t>xQueueReceive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waiting on semaphores/mutex (</a:t>
            </a:r>
            <a:r>
              <a:rPr lang="nl-NL" dirty="0" err="1"/>
              <a:t>xSemaphoreTake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start after timer (</a:t>
            </a:r>
            <a:r>
              <a:rPr lang="nl-NL" b="1" dirty="0" err="1"/>
              <a:t>xTimerCreate</a:t>
            </a:r>
            <a:r>
              <a:rPr lang="nl-NL" b="1" dirty="0"/>
              <a:t>)* </a:t>
            </a:r>
            <a:r>
              <a:rPr lang="en-US" b="1" dirty="0"/>
              <a:t>  </a:t>
            </a:r>
          </a:p>
          <a:p>
            <a:pPr lvl="1"/>
            <a:endParaRPr lang="en-US" dirty="0"/>
          </a:p>
          <a:p>
            <a:pPr lvl="1"/>
            <a:endParaRPr lang="nl-NL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CD26E35-787B-0BC1-988F-31EFAA4F2EB2}"/>
              </a:ext>
            </a:extLst>
          </p:cNvPr>
          <p:cNvSpPr/>
          <p:nvPr/>
        </p:nvSpPr>
        <p:spPr>
          <a:xfrm>
            <a:off x="4277032" y="365126"/>
            <a:ext cx="3785420" cy="667262"/>
          </a:xfrm>
          <a:prstGeom prst="wedgeRoundRectCallout">
            <a:avLst>
              <a:gd name="adj1" fmla="val -55378"/>
              <a:gd name="adj2" fmla="val 33541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over “x” </a:t>
            </a:r>
            <a:r>
              <a:rPr lang="en-US" dirty="0" err="1"/>
              <a:t>tijd</a:t>
            </a:r>
            <a:r>
              <a:rPr lang="en-US" dirty="0"/>
              <a:t>... tot dan </a:t>
            </a:r>
            <a:r>
              <a:rPr lang="en-US" dirty="0" err="1"/>
              <a:t>wil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in </a:t>
            </a:r>
            <a:r>
              <a:rPr lang="en-US" dirty="0" err="1"/>
              <a:t>ieder</a:t>
            </a:r>
            <a:r>
              <a:rPr lang="en-US" dirty="0"/>
              <a:t> </a:t>
            </a:r>
            <a:r>
              <a:rPr lang="en-US" dirty="0" err="1"/>
              <a:t>geval</a:t>
            </a:r>
            <a:r>
              <a:rPr lang="en-US" dirty="0"/>
              <a:t> </a:t>
            </a:r>
            <a:r>
              <a:rPr lang="en-US" dirty="0" err="1"/>
              <a:t>niets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663CD23-F64E-6CC9-66FD-D560A5A3E54E}"/>
              </a:ext>
            </a:extLst>
          </p:cNvPr>
          <p:cNvSpPr/>
          <p:nvPr/>
        </p:nvSpPr>
        <p:spPr>
          <a:xfrm>
            <a:off x="7568380" y="1297858"/>
            <a:ext cx="3785420" cy="1195029"/>
          </a:xfrm>
          <a:prstGeom prst="wedgeRoundRectCallout">
            <a:avLst>
              <a:gd name="adj1" fmla="val -50443"/>
              <a:gd name="adj2" fmla="val 9571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bitje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geset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of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geheugenplaats</a:t>
            </a:r>
            <a:r>
              <a:rPr lang="en-US" dirty="0"/>
              <a:t>. </a:t>
            </a:r>
            <a:endParaRPr lang="nl-NL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C4AD234-A324-9A58-C8F6-C1C17DE47BD3}"/>
              </a:ext>
            </a:extLst>
          </p:cNvPr>
          <p:cNvSpPr/>
          <p:nvPr/>
        </p:nvSpPr>
        <p:spPr>
          <a:xfrm>
            <a:off x="8251722" y="3006343"/>
            <a:ext cx="3785420" cy="885721"/>
          </a:xfrm>
          <a:prstGeom prst="wedgeRoundRectCallout">
            <a:avLst>
              <a:gd name="adj1" fmla="val -66807"/>
              <a:gd name="adj2" fmla="val 422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bericht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rij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geplaatst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60EC1BA-11C6-4373-2859-F7F3BE299D0C}"/>
              </a:ext>
            </a:extLst>
          </p:cNvPr>
          <p:cNvSpPr/>
          <p:nvPr/>
        </p:nvSpPr>
        <p:spPr>
          <a:xfrm>
            <a:off x="6359012" y="5241646"/>
            <a:ext cx="3785420" cy="885721"/>
          </a:xfrm>
          <a:prstGeom prst="wedgeRoundRectCallout">
            <a:avLst>
              <a:gd name="adj1" fmla="val -61612"/>
              <a:gd name="adj2" fmla="val -11761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me op </a:t>
            </a: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een</a:t>
            </a:r>
            <a:r>
              <a:rPr lang="en-US" dirty="0"/>
              <a:t> timer </a:t>
            </a:r>
            <a:r>
              <a:rPr lang="en-US" dirty="0" err="1"/>
              <a:t>verstreken</a:t>
            </a:r>
            <a:r>
              <a:rPr lang="en-US" dirty="0"/>
              <a:t> is. DIT IS ANDERS DAN VTASKDELAY!</a:t>
            </a:r>
            <a:endParaRPr lang="nl-NL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2F768052-FA06-145B-C64A-C072AFBB434C}"/>
              </a:ext>
            </a:extLst>
          </p:cNvPr>
          <p:cNvSpPr/>
          <p:nvPr/>
        </p:nvSpPr>
        <p:spPr>
          <a:xfrm>
            <a:off x="8251722" y="4306329"/>
            <a:ext cx="3785420" cy="885721"/>
          </a:xfrm>
          <a:prstGeom prst="wedgeRoundRectCallout">
            <a:avLst>
              <a:gd name="adj1" fmla="val -58235"/>
              <a:gd name="adj2" fmla="val -3880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 me pas </a:t>
            </a:r>
            <a:r>
              <a:rPr lang="en-US" dirty="0" err="1"/>
              <a:t>lastig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taak</a:t>
            </a:r>
            <a:r>
              <a:rPr lang="en-US" dirty="0"/>
              <a:t> de </a:t>
            </a:r>
            <a:r>
              <a:rPr lang="en-US" dirty="0" err="1"/>
              <a:t>sleutel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teruggehangen</a:t>
            </a:r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87613271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03C9-2B1E-DB23-E5BD-34EB282A7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1AD6A6D6-F622-0E1A-0D22-FEF80ECA2F10}"/>
              </a:ext>
            </a:extLst>
          </p:cNvPr>
          <p:cNvSpPr/>
          <p:nvPr/>
        </p:nvSpPr>
        <p:spPr>
          <a:xfrm>
            <a:off x="6096000" y="4528469"/>
            <a:ext cx="5732206" cy="1676400"/>
          </a:xfrm>
          <a:prstGeom prst="wedgeRoundRectCallout">
            <a:avLst>
              <a:gd name="adj1" fmla="val 8723"/>
              <a:gd name="adj2" fmla="val -9403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Disclaimer: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is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volgens</a:t>
            </a:r>
            <a:r>
              <a:rPr lang="en-US" dirty="0"/>
              <a:t> code </a:t>
            </a:r>
            <a:r>
              <a:rPr lang="en-US" dirty="0" err="1"/>
              <a:t>richtlijnen</a:t>
            </a:r>
            <a:r>
              <a:rPr lang="en-US" dirty="0"/>
              <a:t> om het compact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houden</a:t>
            </a:r>
            <a:r>
              <a:rPr lang="en-US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Geen </a:t>
            </a:r>
            <a:r>
              <a:rPr lang="en-US" dirty="0" err="1"/>
              <a:t>cpp</a:t>
            </a:r>
            <a:r>
              <a:rPr lang="en-US" dirty="0"/>
              <a:t>/</a:t>
            </a:r>
            <a:r>
              <a:rPr lang="en-US" dirty="0" err="1"/>
              <a:t>hpp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Geen </a:t>
            </a:r>
            <a:r>
              <a:rPr lang="en-US" dirty="0" err="1"/>
              <a:t>Doxygen</a:t>
            </a:r>
            <a:endParaRPr lang="nl-NL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899684-1DF6-811D-4FC3-30DC1D0135DA}"/>
              </a:ext>
            </a:extLst>
          </p:cNvPr>
          <p:cNvSpPr txBox="1">
            <a:spLocks/>
          </p:cNvSpPr>
          <p:nvPr/>
        </p:nvSpPr>
        <p:spPr>
          <a:xfrm>
            <a:off x="0" y="-234643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600" dirty="0"/>
              <a:t>Timer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78DB38-1BA5-4F83-54C9-94515F6290A8}"/>
              </a:ext>
            </a:extLst>
          </p:cNvPr>
          <p:cNvSpPr txBox="1"/>
          <p:nvPr/>
        </p:nvSpPr>
        <p:spPr>
          <a:xfrm>
            <a:off x="363794" y="1758480"/>
            <a:ext cx="11366125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Let's try!!!!</a:t>
            </a:r>
          </a:p>
          <a:p>
            <a:r>
              <a:rPr lang="en-US" sz="4000" dirty="0"/>
              <a:t>See:</a:t>
            </a:r>
          </a:p>
          <a:p>
            <a:r>
              <a:rPr lang="en-US" dirty="0">
                <a:hlinkClick r:id="rId2"/>
              </a:rPr>
              <a:t>https://github.com/HU-TI-DEV/TI-S3/blob/main/programma/lesprogramma/programma-OS-STD-Code.md#Timer</a:t>
            </a:r>
            <a:endParaRPr lang="en-US" dirty="0"/>
          </a:p>
          <a:p>
            <a:endParaRPr lang="en-US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870860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0CC7B-0F20-FD7F-11AB-3E3C07C3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18C9F4F-D1F8-3266-AD6E-2BF192365725}"/>
              </a:ext>
            </a:extLst>
          </p:cNvPr>
          <p:cNvSpPr txBox="1">
            <a:spLocks/>
          </p:cNvSpPr>
          <p:nvPr/>
        </p:nvSpPr>
        <p:spPr>
          <a:xfrm>
            <a:off x="0" y="-234643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S</a:t>
            </a:r>
            <a:r>
              <a:rPr lang="nl-NL" sz="3600" dirty="0" err="1"/>
              <a:t>tateMachine</a:t>
            </a:r>
            <a:r>
              <a:rPr lang="nl-NL" sz="3600" dirty="0"/>
              <a:t> Template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BC92B6-3C5C-ED45-F13B-8263B95EDF20}"/>
              </a:ext>
            </a:extLst>
          </p:cNvPr>
          <p:cNvSpPr txBox="1"/>
          <p:nvPr/>
        </p:nvSpPr>
        <p:spPr>
          <a:xfrm>
            <a:off x="363794" y="1758480"/>
            <a:ext cx="1172276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Let's try!!!!</a:t>
            </a:r>
          </a:p>
          <a:p>
            <a:r>
              <a:rPr lang="en-US" sz="4000" dirty="0"/>
              <a:t>See:</a:t>
            </a:r>
          </a:p>
          <a:p>
            <a:r>
              <a:rPr lang="en-US" dirty="0">
                <a:hlinkClick r:id="rId2"/>
              </a:rPr>
              <a:t>https://github.com/HU-TI-DEV/TI-S3/blob/main/programma/lesprogramma/programma-OS-STD-Code.md#Template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3600" dirty="0"/>
          </a:p>
        </p:txBody>
      </p:sp>
      <p:pic>
        <p:nvPicPr>
          <p:cNvPr id="1026" name="Picture 2" descr="Stroopwafel - Wikipedia">
            <a:extLst>
              <a:ext uri="{FF2B5EF4-FFF2-40B4-BE49-F238E27FC236}">
                <a16:creationId xmlns:a16="http://schemas.microsoft.com/office/drawing/2014/main" id="{4CB6CDC9-2894-651A-207F-ECED9E862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982" y="3501293"/>
            <a:ext cx="314325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13875B18-E355-0C9E-694D-C2DB6EE61287}"/>
              </a:ext>
            </a:extLst>
          </p:cNvPr>
          <p:cNvSpPr/>
          <p:nvPr/>
        </p:nvSpPr>
        <p:spPr>
          <a:xfrm>
            <a:off x="5791199" y="4405358"/>
            <a:ext cx="5919019" cy="2239185"/>
          </a:xfrm>
          <a:prstGeom prst="wedgeRoundRectCallout">
            <a:avLst>
              <a:gd name="adj1" fmla="val -32220"/>
              <a:gd name="adj2" fmla="val -849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Ik </a:t>
            </a:r>
            <a:r>
              <a:rPr lang="en-US" dirty="0" err="1"/>
              <a:t>weet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de code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helemaal</a:t>
            </a:r>
            <a:r>
              <a:rPr lang="en-US" dirty="0"/>
              <a:t> </a:t>
            </a:r>
            <a:r>
              <a:rPr lang="en-US" dirty="0" err="1"/>
              <a:t>volgens</a:t>
            </a:r>
            <a:r>
              <a:rPr lang="en-US" dirty="0"/>
              <a:t> de code </a:t>
            </a:r>
            <a:r>
              <a:rPr lang="en-US" dirty="0" err="1"/>
              <a:t>richtlijnen</a:t>
            </a:r>
            <a:r>
              <a:rPr lang="en-US" dirty="0"/>
              <a:t> 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Ieder</a:t>
            </a:r>
            <a:r>
              <a:rPr lang="en-US" dirty="0"/>
              <a:t> die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eerste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fout</a:t>
            </a:r>
            <a:r>
              <a:rPr lang="en-US" dirty="0"/>
              <a:t> </a:t>
            </a:r>
            <a:r>
              <a:rPr lang="en-US" dirty="0" err="1"/>
              <a:t>vindt</a:t>
            </a:r>
            <a:r>
              <a:rPr lang="en-US" dirty="0"/>
              <a:t>: </a:t>
            </a:r>
            <a:r>
              <a:rPr lang="en-US" dirty="0" err="1"/>
              <a:t>stroopwafel</a:t>
            </a:r>
            <a:r>
              <a:rPr lang="en-US" dirty="0"/>
              <a:t>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Ik </a:t>
            </a:r>
            <a:r>
              <a:rPr lang="en-US" dirty="0" err="1"/>
              <a:t>heb</a:t>
            </a:r>
            <a:r>
              <a:rPr lang="en-US" dirty="0"/>
              <a:t> er </a:t>
            </a:r>
            <a:r>
              <a:rPr lang="en-US" dirty="0" err="1"/>
              <a:t>bewust</a:t>
            </a:r>
            <a:r>
              <a:rPr lang="en-US" dirty="0"/>
              <a:t>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gecorrigeerd</a:t>
            </a:r>
            <a:r>
              <a:rPr lang="en-US" dirty="0"/>
              <a:t>... (</a:t>
            </a:r>
            <a:r>
              <a:rPr lang="en-US" dirty="0" err="1"/>
              <a:t>zodat</a:t>
            </a:r>
            <a:r>
              <a:rPr lang="en-US" dirty="0"/>
              <a:t> er </a:t>
            </a:r>
            <a:r>
              <a:rPr lang="en-US" dirty="0" err="1"/>
              <a:t>ieder</a:t>
            </a:r>
            <a:r>
              <a:rPr lang="en-US" dirty="0"/>
              <a:t> </a:t>
            </a:r>
            <a:r>
              <a:rPr lang="en-US" dirty="0" err="1"/>
              <a:t>geval</a:t>
            </a:r>
            <a:r>
              <a:rPr lang="en-US" dirty="0"/>
              <a:t> </a:t>
            </a:r>
            <a:r>
              <a:rPr lang="en-US" dirty="0" err="1"/>
              <a:t>iets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snacken</a:t>
            </a:r>
            <a:r>
              <a:rPr lang="en-US" dirty="0"/>
              <a:t> </a:t>
            </a:r>
            <a:r>
              <a:rPr lang="en-US" dirty="0" err="1"/>
              <a:t>valt</a:t>
            </a:r>
            <a:r>
              <a:rPr lang="en-US" dirty="0"/>
              <a:t>...)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74500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4DC3C-1578-6CF0-2832-0275FAA3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0234-1C1D-86E9-6150-941397678A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rade Gothic Inline" panose="020B0504030203020204" pitchFamily="34" charset="0"/>
              </a:rPr>
              <a:t>STD     CODE</a:t>
            </a:r>
            <a:endParaRPr lang="nl-NL" dirty="0">
              <a:latin typeface="Trade Gothic Inline" panose="020B0504030203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5B93CF7-531C-1274-032B-329470C0F5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B7301D34-C28A-0B19-EB77-340F4BF83959}"/>
              </a:ext>
            </a:extLst>
          </p:cNvPr>
          <p:cNvSpPr/>
          <p:nvPr/>
        </p:nvSpPr>
        <p:spPr>
          <a:xfrm>
            <a:off x="5407742" y="2841524"/>
            <a:ext cx="727587" cy="325949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59171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9AED-5A84-DAD9-55AC-F4A910B40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B779DA-F833-7674-D108-16B07E90B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962" y="835807"/>
            <a:ext cx="2601576" cy="1755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EDFF27-5828-1FE4-07B1-75D2A36282B7}"/>
              </a:ext>
            </a:extLst>
          </p:cNvPr>
          <p:cNvSpPr txBox="1"/>
          <p:nvPr/>
        </p:nvSpPr>
        <p:spPr>
          <a:xfrm>
            <a:off x="1155668" y="223588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cases</a:t>
            </a:r>
            <a:endParaRPr lang="nl-NL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7594A1C-12E4-91FD-6D95-D0C529935B37}"/>
              </a:ext>
            </a:extLst>
          </p:cNvPr>
          <p:cNvSpPr/>
          <p:nvPr/>
        </p:nvSpPr>
        <p:spPr>
          <a:xfrm rot="20279704">
            <a:off x="3367730" y="1873667"/>
            <a:ext cx="420499" cy="1599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E4C6FA3-1E48-AEC9-7A8D-DB5ECFA0062B}"/>
              </a:ext>
            </a:extLst>
          </p:cNvPr>
          <p:cNvSpPr/>
          <p:nvPr/>
        </p:nvSpPr>
        <p:spPr>
          <a:xfrm rot="2476874">
            <a:off x="7488604" y="2155889"/>
            <a:ext cx="420499" cy="1599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89072B-8C07-814A-76B6-7E0632C6AA4A}"/>
              </a:ext>
            </a:extLst>
          </p:cNvPr>
          <p:cNvSpPr txBox="1"/>
          <p:nvPr/>
        </p:nvSpPr>
        <p:spPr>
          <a:xfrm>
            <a:off x="4558400" y="357334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 model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FC5F7-7BF2-D180-55F2-D90E6B683672}"/>
              </a:ext>
            </a:extLst>
          </p:cNvPr>
          <p:cNvSpPr txBox="1"/>
          <p:nvPr/>
        </p:nvSpPr>
        <p:spPr>
          <a:xfrm>
            <a:off x="8865886" y="1625084"/>
            <a:ext cx="1638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Diagram</a:t>
            </a:r>
            <a:endParaRPr lang="nl-NL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F455415-71F1-0CDE-356E-8AE31E963C98}"/>
              </a:ext>
            </a:extLst>
          </p:cNvPr>
          <p:cNvSpPr/>
          <p:nvPr/>
        </p:nvSpPr>
        <p:spPr>
          <a:xfrm rot="9047192">
            <a:off x="6944641" y="4685919"/>
            <a:ext cx="420499" cy="1599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BF0FF5C-8FE0-BFAD-6266-5F470D87CD37}"/>
              </a:ext>
            </a:extLst>
          </p:cNvPr>
          <p:cNvSpPr/>
          <p:nvPr/>
        </p:nvSpPr>
        <p:spPr>
          <a:xfrm rot="1842512">
            <a:off x="2702022" y="3349006"/>
            <a:ext cx="420499" cy="1599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E164ABF8-8F37-035A-5315-D3CC1CD0FD94}"/>
              </a:ext>
            </a:extLst>
          </p:cNvPr>
          <p:cNvSpPr/>
          <p:nvPr/>
        </p:nvSpPr>
        <p:spPr>
          <a:xfrm>
            <a:off x="219454" y="874980"/>
            <a:ext cx="2914436" cy="732253"/>
          </a:xfrm>
          <a:prstGeom prst="wedgeRoundRectCallout">
            <a:avLst>
              <a:gd name="adj1" fmla="val -7809"/>
              <a:gd name="adj2" fmla="val 1253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Wat </a:t>
            </a:r>
            <a:r>
              <a:rPr lang="en-US" dirty="0" err="1"/>
              <a:t>moet</a:t>
            </a:r>
            <a:r>
              <a:rPr lang="en-US" dirty="0"/>
              <a:t> er </a:t>
            </a:r>
            <a:r>
              <a:rPr lang="en-US" dirty="0" err="1"/>
              <a:t>gebeuren</a:t>
            </a:r>
            <a:r>
              <a:rPr lang="en-US" dirty="0"/>
              <a:t>?</a:t>
            </a: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0F7EDA6E-1F93-53A8-3639-B137BF38A1A8}"/>
              </a:ext>
            </a:extLst>
          </p:cNvPr>
          <p:cNvSpPr/>
          <p:nvPr/>
        </p:nvSpPr>
        <p:spPr>
          <a:xfrm>
            <a:off x="6241635" y="78658"/>
            <a:ext cx="2914436" cy="1386348"/>
          </a:xfrm>
          <a:prstGeom prst="wedgeRoundRectCallout">
            <a:avLst>
              <a:gd name="adj1" fmla="val -56320"/>
              <a:gd name="adj2" fmla="val 3100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In </a:t>
            </a:r>
            <a:r>
              <a:rPr lang="en-US" sz="1600" dirty="0" err="1"/>
              <a:t>welke</a:t>
            </a:r>
            <a:r>
              <a:rPr lang="en-US" sz="1600" dirty="0"/>
              <a:t> "</a:t>
            </a:r>
            <a:r>
              <a:rPr lang="en-US" sz="1600" dirty="0" err="1"/>
              <a:t>brokken</a:t>
            </a:r>
            <a:r>
              <a:rPr lang="en-US" sz="1600" dirty="0"/>
              <a:t>" (taken) </a:t>
            </a:r>
            <a:r>
              <a:rPr lang="en-US" sz="1600" dirty="0" err="1"/>
              <a:t>kunnen</a:t>
            </a:r>
            <a:r>
              <a:rPr lang="en-US" sz="1600" dirty="0"/>
              <a:t> we </a:t>
            </a:r>
            <a:r>
              <a:rPr lang="en-US" sz="1600" dirty="0" err="1"/>
              <a:t>dat</a:t>
            </a:r>
            <a:r>
              <a:rPr lang="en-US" sz="1600" dirty="0"/>
              <a:t> </a:t>
            </a:r>
            <a:r>
              <a:rPr lang="en-US" sz="1600" dirty="0" err="1"/>
              <a:t>onverdelen</a:t>
            </a:r>
            <a:r>
              <a:rPr lang="en-US" sz="1600" dirty="0"/>
              <a:t>?</a:t>
            </a:r>
          </a:p>
          <a:p>
            <a:r>
              <a:rPr lang="en-US" sz="1600" dirty="0"/>
              <a:t>Wat </a:t>
            </a:r>
            <a:r>
              <a:rPr lang="en-US" sz="1600" dirty="0" err="1"/>
              <a:t>moeten</a:t>
            </a:r>
            <a:r>
              <a:rPr lang="en-US" sz="1600" dirty="0"/>
              <a:t> ze </a:t>
            </a:r>
            <a:r>
              <a:rPr lang="en-US" sz="1600" dirty="0" err="1"/>
              <a:t>tegen</a:t>
            </a:r>
            <a:r>
              <a:rPr lang="en-US" sz="1600" dirty="0"/>
              <a:t> </a:t>
            </a:r>
            <a:r>
              <a:rPr lang="en-US" sz="1600" dirty="0" err="1"/>
              <a:t>elkaar</a:t>
            </a:r>
            <a:r>
              <a:rPr lang="en-US" sz="1600" dirty="0"/>
              <a:t> </a:t>
            </a:r>
            <a:r>
              <a:rPr lang="en-US" sz="1600" dirty="0" err="1"/>
              <a:t>zeggen</a:t>
            </a:r>
            <a:r>
              <a:rPr lang="en-US" sz="1600" dirty="0"/>
              <a:t>?</a:t>
            </a: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E45BF7F8-4B52-758D-55C8-8E055B8BE900}"/>
              </a:ext>
            </a:extLst>
          </p:cNvPr>
          <p:cNvSpPr/>
          <p:nvPr/>
        </p:nvSpPr>
        <p:spPr>
          <a:xfrm>
            <a:off x="9527459" y="78658"/>
            <a:ext cx="2664541" cy="1501912"/>
          </a:xfrm>
          <a:prstGeom prst="wedgeRoundRectCallout">
            <a:avLst>
              <a:gd name="adj1" fmla="val -28473"/>
              <a:gd name="adj2" fmla="val 5777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Welke </a:t>
            </a:r>
            <a:r>
              <a:rPr lang="en-US" sz="1600" dirty="0" err="1"/>
              <a:t>klasse</a:t>
            </a:r>
            <a:r>
              <a:rPr lang="en-US" sz="1600" dirty="0"/>
              <a:t>(n) </a:t>
            </a:r>
            <a:r>
              <a:rPr lang="en-US" sz="1600" dirty="0" err="1"/>
              <a:t>hebben</a:t>
            </a:r>
            <a:r>
              <a:rPr lang="en-US" sz="1600" dirty="0"/>
              <a:t> we </a:t>
            </a:r>
            <a:r>
              <a:rPr lang="en-US" sz="1600" dirty="0" err="1"/>
              <a:t>dus</a:t>
            </a:r>
            <a:r>
              <a:rPr lang="en-US" sz="1600" dirty="0"/>
              <a:t> </a:t>
            </a:r>
            <a:r>
              <a:rPr lang="en-US" sz="1600" dirty="0" err="1"/>
              <a:t>nodig</a:t>
            </a:r>
            <a:r>
              <a:rPr lang="en-US" sz="1600" dirty="0"/>
              <a:t>? </a:t>
            </a:r>
          </a:p>
          <a:p>
            <a:r>
              <a:rPr lang="en-US" sz="1600" dirty="0"/>
              <a:t>Met </a:t>
            </a:r>
            <a:r>
              <a:rPr lang="en-US" sz="1600" dirty="0" err="1"/>
              <a:t>welke</a:t>
            </a:r>
            <a:r>
              <a:rPr lang="en-US" sz="1600" dirty="0"/>
              <a:t> </a:t>
            </a:r>
            <a:r>
              <a:rPr lang="en-US" sz="1600" dirty="0" err="1"/>
              <a:t>synchronisatie</a:t>
            </a:r>
            <a:r>
              <a:rPr lang="en-US" sz="1600" dirty="0"/>
              <a:t> </a:t>
            </a:r>
            <a:r>
              <a:rPr lang="en-US" sz="1600" dirty="0" err="1"/>
              <a:t>mechanisen</a:t>
            </a:r>
            <a:r>
              <a:rPr lang="en-US" sz="1600" dirty="0"/>
              <a:t>?</a:t>
            </a:r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FB0BC192-BBA6-6B0B-9B76-255FBBB54589}"/>
              </a:ext>
            </a:extLst>
          </p:cNvPr>
          <p:cNvSpPr/>
          <p:nvPr/>
        </p:nvSpPr>
        <p:spPr>
          <a:xfrm>
            <a:off x="219454" y="4095136"/>
            <a:ext cx="2664541" cy="2405530"/>
          </a:xfrm>
          <a:prstGeom prst="wedgeRoundRectCallout">
            <a:avLst>
              <a:gd name="adj1" fmla="val 66730"/>
              <a:gd name="adj2" fmla="val -2541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Maar wat </a:t>
            </a:r>
            <a:r>
              <a:rPr lang="en-US" sz="1600" dirty="0" err="1"/>
              <a:t>gebeurt</a:t>
            </a:r>
            <a:r>
              <a:rPr lang="en-US" sz="1600" dirty="0"/>
              <a:t> er dan in de </a:t>
            </a:r>
            <a:r>
              <a:rPr lang="en-US" sz="1600" dirty="0" err="1"/>
              <a:t>verschillende</a:t>
            </a:r>
            <a:r>
              <a:rPr lang="en-US" sz="1600" dirty="0"/>
              <a:t> </a:t>
            </a:r>
            <a:r>
              <a:rPr lang="en-US" sz="1600" dirty="0" err="1"/>
              <a:t>klassen</a:t>
            </a:r>
            <a:r>
              <a:rPr lang="en-US" sz="1600" dirty="0"/>
              <a:t> (taken)?</a:t>
            </a:r>
          </a:p>
          <a:p>
            <a:r>
              <a:rPr lang="en-US" sz="1600" dirty="0" err="1"/>
              <a:t>Hiervoor</a:t>
            </a:r>
            <a:r>
              <a:rPr lang="en-US" sz="1600" dirty="0"/>
              <a:t> is </a:t>
            </a:r>
            <a:r>
              <a:rPr lang="en-US" sz="1600" dirty="0" err="1"/>
              <a:t>nodig</a:t>
            </a:r>
            <a:r>
              <a:rPr lang="en-US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Klassediagram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C32AAE-9EF1-80DF-52BF-079CF0BD9F6F}"/>
              </a:ext>
            </a:extLst>
          </p:cNvPr>
          <p:cNvSpPr txBox="1"/>
          <p:nvPr/>
        </p:nvSpPr>
        <p:spPr>
          <a:xfrm>
            <a:off x="3680241" y="3329427"/>
            <a:ext cx="2719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</a:t>
            </a:r>
            <a:r>
              <a:rPr lang="en-US" dirty="0" err="1"/>
              <a:t>Transistion</a:t>
            </a:r>
            <a:r>
              <a:rPr lang="en-US" dirty="0"/>
              <a:t> Diagram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86D7E-6C2F-E273-BE70-26149C02E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256" y="2265914"/>
            <a:ext cx="3404145" cy="3195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DA4FAD-B66D-CF41-C5F1-2E62F5BFE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382" y="3755854"/>
            <a:ext cx="3404145" cy="302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5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4EA7E-D39B-2A34-A8EE-8D9C947E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090E18-733B-9046-FAE9-40F7C56A0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14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14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69AF-F360-099D-15B3-7E5F0EC79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EBAEFA-E935-3C83-B030-613F3739F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14201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D0147E-41C2-7A86-7267-D81E3AB3ACBA}"/>
              </a:ext>
            </a:extLst>
          </p:cNvPr>
          <p:cNvCxnSpPr>
            <a:cxnSpLocks/>
          </p:cNvCxnSpPr>
          <p:nvPr/>
        </p:nvCxnSpPr>
        <p:spPr>
          <a:xfrm>
            <a:off x="3726426" y="629265"/>
            <a:ext cx="1866641" cy="90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D8F6C7-330A-CF9C-D5A2-4BF2521B9FDE}"/>
              </a:ext>
            </a:extLst>
          </p:cNvPr>
          <p:cNvCxnSpPr>
            <a:cxnSpLocks/>
          </p:cNvCxnSpPr>
          <p:nvPr/>
        </p:nvCxnSpPr>
        <p:spPr>
          <a:xfrm>
            <a:off x="2851355" y="796413"/>
            <a:ext cx="2786530" cy="1260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D718F7C0-44A7-74C1-CD5C-C43A2E62C481}"/>
              </a:ext>
            </a:extLst>
          </p:cNvPr>
          <p:cNvSpPr/>
          <p:nvPr/>
        </p:nvSpPr>
        <p:spPr>
          <a:xfrm>
            <a:off x="159772" y="1764890"/>
            <a:ext cx="4215581" cy="2096335"/>
          </a:xfrm>
          <a:prstGeom prst="wedgeRoundRectCallout">
            <a:avLst>
              <a:gd name="adj1" fmla="val -26027"/>
              <a:gd name="adj2" fmla="val -8948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&lt;&lt;interface&gt;&gt;</a:t>
            </a:r>
          </a:p>
          <a:p>
            <a:pPr algn="ctr"/>
            <a:r>
              <a:rPr lang="en-US" dirty="0" err="1"/>
              <a:t>Zijn</a:t>
            </a:r>
            <a:r>
              <a:rPr lang="en-US" dirty="0"/>
              <a:t> de </a:t>
            </a:r>
            <a:r>
              <a:rPr lang="en-US" dirty="0" err="1"/>
              <a:t>publieke</a:t>
            </a:r>
            <a:r>
              <a:rPr lang="en-US" dirty="0"/>
              <a:t> </a:t>
            </a:r>
            <a:r>
              <a:rPr lang="en-US" dirty="0" err="1"/>
              <a:t>functies</a:t>
            </a:r>
            <a:r>
              <a:rPr lang="en-US" dirty="0"/>
              <a:t>/members van de </a:t>
            </a:r>
            <a:r>
              <a:rPr lang="en-US" dirty="0" err="1"/>
              <a:t>klasse</a:t>
            </a:r>
            <a:r>
              <a:rPr lang="en-US" dirty="0"/>
              <a:t> </a:t>
            </a:r>
            <a:r>
              <a:rPr lang="en-US" dirty="0" err="1"/>
              <a:t>MachineControl</a:t>
            </a:r>
            <a:r>
              <a:rPr lang="en-US" dirty="0"/>
              <a:t> </a:t>
            </a:r>
            <a:r>
              <a:rPr lang="en-US" dirty="0" err="1"/>
              <a:t>waarmee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taken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bericht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MachineControl</a:t>
            </a:r>
            <a:r>
              <a:rPr lang="en-US" dirty="0"/>
              <a:t> </a:t>
            </a:r>
            <a:r>
              <a:rPr lang="en-US" dirty="0" err="1"/>
              <a:t>sturen</a:t>
            </a:r>
            <a:r>
              <a:rPr lang="en-US" dirty="0"/>
              <a:t>...</a:t>
            </a:r>
            <a:endParaRPr lang="nl-NL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E58CF62D-672C-A161-44AB-7BCD4FB0BB5D}"/>
              </a:ext>
            </a:extLst>
          </p:cNvPr>
          <p:cNvSpPr/>
          <p:nvPr/>
        </p:nvSpPr>
        <p:spPr>
          <a:xfrm>
            <a:off x="6811295" y="3861225"/>
            <a:ext cx="4215581" cy="2096335"/>
          </a:xfrm>
          <a:prstGeom prst="wedgeRoundRectCallout">
            <a:avLst>
              <a:gd name="adj1" fmla="val -26027"/>
              <a:gd name="adj2" fmla="val -8948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die </a:t>
            </a:r>
            <a:r>
              <a:rPr lang="en-US" dirty="0" err="1"/>
              <a:t>functies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 pas </a:t>
            </a:r>
            <a:r>
              <a:rPr lang="en-US" dirty="0" err="1"/>
              <a:t>eventbitjes</a:t>
            </a:r>
            <a:r>
              <a:rPr lang="en-US" dirty="0"/>
              <a:t> </a:t>
            </a:r>
            <a:r>
              <a:rPr lang="en-US" dirty="0" err="1"/>
              <a:t>gezet</a:t>
            </a:r>
            <a:r>
              <a:rPr lang="en-US" dirty="0"/>
              <a:t>/queue's </a:t>
            </a:r>
            <a:r>
              <a:rPr lang="en-US" dirty="0" err="1"/>
              <a:t>gevuld</a:t>
            </a:r>
            <a:r>
              <a:rPr lang="en-US" dirty="0"/>
              <a:t>, etc..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 </a:t>
            </a:r>
            <a:r>
              <a:rPr lang="en-US" dirty="0" err="1"/>
              <a:t>eventGroup</a:t>
            </a:r>
            <a:r>
              <a:rPr lang="en-US" dirty="0"/>
              <a:t> en </a:t>
            </a:r>
            <a:r>
              <a:rPr lang="en-US" dirty="0" err="1"/>
              <a:t>dataQueue</a:t>
            </a:r>
            <a:r>
              <a:rPr lang="en-US" dirty="0"/>
              <a:t> is </a:t>
            </a:r>
            <a:r>
              <a:rPr lang="en-US" dirty="0" err="1"/>
              <a:t>dus</a:t>
            </a:r>
            <a:r>
              <a:rPr lang="en-US" dirty="0"/>
              <a:t> van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klasse</a:t>
            </a:r>
            <a:r>
              <a:rPr lang="en-US" dirty="0"/>
              <a:t>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41BFE5-6760-DEA7-C74B-B1FD79811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885" y="260001"/>
            <a:ext cx="6554115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A2CED6-483B-4E80-3102-7D7826991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3731" y="0"/>
            <a:ext cx="771420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4DF982-8CE6-F736-BDEF-AB6E7FF61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752" y="204268"/>
            <a:ext cx="6592220" cy="369621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4704E9-82A2-ACBF-FC53-FCD12F36CF13}"/>
              </a:ext>
            </a:extLst>
          </p:cNvPr>
          <p:cNvCxnSpPr>
            <a:cxnSpLocks/>
          </p:cNvCxnSpPr>
          <p:nvPr/>
        </p:nvCxnSpPr>
        <p:spPr>
          <a:xfrm>
            <a:off x="2733368" y="1612490"/>
            <a:ext cx="3175819" cy="845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CB604A-9F8D-A5CF-314B-884A416A588A}"/>
              </a:ext>
            </a:extLst>
          </p:cNvPr>
          <p:cNvCxnSpPr>
            <a:cxnSpLocks/>
          </p:cNvCxnSpPr>
          <p:nvPr/>
        </p:nvCxnSpPr>
        <p:spPr>
          <a:xfrm>
            <a:off x="3687097" y="2595716"/>
            <a:ext cx="2222090" cy="98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5DE147-FF61-EE93-B985-BDC0307048BE}"/>
              </a:ext>
            </a:extLst>
          </p:cNvPr>
          <p:cNvCxnSpPr>
            <a:cxnSpLocks/>
          </p:cNvCxnSpPr>
          <p:nvPr/>
        </p:nvCxnSpPr>
        <p:spPr>
          <a:xfrm flipV="1">
            <a:off x="3254477" y="2959510"/>
            <a:ext cx="2654710" cy="1440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C835C2-6455-03A6-43E6-4892E6AEA0BB}"/>
              </a:ext>
            </a:extLst>
          </p:cNvPr>
          <p:cNvCxnSpPr>
            <a:cxnSpLocks/>
          </p:cNvCxnSpPr>
          <p:nvPr/>
        </p:nvCxnSpPr>
        <p:spPr>
          <a:xfrm flipV="1">
            <a:off x="1887794" y="3234813"/>
            <a:ext cx="4021393" cy="2890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018480-B355-4CDC-F884-ED3CAEB82AF4}"/>
              </a:ext>
            </a:extLst>
          </p:cNvPr>
          <p:cNvCxnSpPr>
            <a:cxnSpLocks/>
          </p:cNvCxnSpPr>
          <p:nvPr/>
        </p:nvCxnSpPr>
        <p:spPr>
          <a:xfrm flipV="1">
            <a:off x="4395019" y="3429000"/>
            <a:ext cx="1514168" cy="2696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F9E62A74-6102-7FC1-A1FE-2503B48117D0}"/>
              </a:ext>
            </a:extLst>
          </p:cNvPr>
          <p:cNvSpPr/>
          <p:nvPr/>
        </p:nvSpPr>
        <p:spPr>
          <a:xfrm>
            <a:off x="6383856" y="4583972"/>
            <a:ext cx="4215581" cy="1413706"/>
          </a:xfrm>
          <a:prstGeom prst="wedgeRoundRectCallout">
            <a:avLst>
              <a:gd name="adj1" fmla="val -26027"/>
              <a:gd name="adj2" fmla="val -8948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Zorg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de </a:t>
            </a:r>
            <a:r>
              <a:rPr lang="en-US" dirty="0" err="1"/>
              <a:t>teksten</a:t>
            </a:r>
            <a:r>
              <a:rPr lang="en-US" dirty="0"/>
              <a:t> van de STD 1-op-1 </a:t>
            </a:r>
            <a:r>
              <a:rPr lang="en-US" dirty="0" err="1"/>
              <a:t>hetzelfde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je code!!!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Elk </a:t>
            </a:r>
            <a:r>
              <a:rPr lang="en-US" dirty="0" err="1"/>
              <a:t>blokje</a:t>
            </a:r>
            <a:r>
              <a:rPr lang="en-US" dirty="0"/>
              <a:t> in je STD (</a:t>
            </a:r>
            <a:r>
              <a:rPr lang="en-US" dirty="0" err="1"/>
              <a:t>behalve</a:t>
            </a:r>
            <a:r>
              <a:rPr lang="en-US" dirty="0"/>
              <a:t> het &lt;&lt;interface&gt;&gt; </a:t>
            </a:r>
            <a:r>
              <a:rPr lang="en-US" dirty="0" err="1"/>
              <a:t>blokje</a:t>
            </a:r>
            <a:r>
              <a:rPr lang="en-US" dirty="0"/>
              <a:t>)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case van je "switch case".</a:t>
            </a:r>
          </a:p>
        </p:txBody>
      </p:sp>
    </p:spTree>
    <p:extLst>
      <p:ext uri="{BB962C8B-B14F-4D97-AF65-F5344CB8AC3E}">
        <p14:creationId xmlns:p14="http://schemas.microsoft.com/office/powerpoint/2010/main" val="756216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63088-4D66-0A63-B9B1-DE7FDEFD4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C84993-236A-EAA5-5F60-78B421DE9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3731" y="0"/>
            <a:ext cx="771420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690F2F-74DF-7C47-54CA-EC24E08A0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988" y="166311"/>
            <a:ext cx="8688012" cy="1695687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86693517-1E50-B145-9A70-8314A78FCB45}"/>
              </a:ext>
            </a:extLst>
          </p:cNvPr>
          <p:cNvSpPr/>
          <p:nvPr/>
        </p:nvSpPr>
        <p:spPr>
          <a:xfrm>
            <a:off x="6531340" y="2202251"/>
            <a:ext cx="4215581" cy="1413706"/>
          </a:xfrm>
          <a:prstGeom prst="wedgeRoundRectCallout">
            <a:avLst>
              <a:gd name="adj1" fmla="val -26027"/>
              <a:gd name="adj2" fmla="val -8948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geval</a:t>
            </a:r>
            <a:r>
              <a:rPr lang="en-US" dirty="0"/>
              <a:t> is in de initializer list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actie</a:t>
            </a:r>
            <a:r>
              <a:rPr lang="en-US" dirty="0"/>
              <a:t> al </a:t>
            </a:r>
            <a:r>
              <a:rPr lang="en-US" dirty="0" err="1"/>
              <a:t>uitgevoerd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Het had ook in de body van de constructor </a:t>
            </a:r>
            <a:r>
              <a:rPr lang="en-US" dirty="0" err="1"/>
              <a:t>gedaan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EE34F-AC04-C381-0EDA-B70235EC04C1}"/>
              </a:ext>
            </a:extLst>
          </p:cNvPr>
          <p:cNvCxnSpPr>
            <a:cxnSpLocks/>
          </p:cNvCxnSpPr>
          <p:nvPr/>
        </p:nvCxnSpPr>
        <p:spPr>
          <a:xfrm flipV="1">
            <a:off x="2833635" y="1135463"/>
            <a:ext cx="3476730" cy="70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588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A1B5-0945-3B2B-5C4D-E6D0AD69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A0E3B7-C841-5797-347E-C6246F549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3731" y="0"/>
            <a:ext cx="7714201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C509736-AE53-6277-A500-534A25100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523" y="421330"/>
            <a:ext cx="6858957" cy="357237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2AF4F9-B1F9-15AD-66B9-0EBA1507BCE2}"/>
              </a:ext>
            </a:extLst>
          </p:cNvPr>
          <p:cNvCxnSpPr>
            <a:cxnSpLocks/>
          </p:cNvCxnSpPr>
          <p:nvPr/>
        </p:nvCxnSpPr>
        <p:spPr>
          <a:xfrm>
            <a:off x="2802194" y="1582994"/>
            <a:ext cx="3293806" cy="31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2B0535F-DA20-6560-AD12-A27F42175356}"/>
              </a:ext>
            </a:extLst>
          </p:cNvPr>
          <p:cNvSpPr/>
          <p:nvPr/>
        </p:nvSpPr>
        <p:spPr>
          <a:xfrm>
            <a:off x="5330041" y="4681643"/>
            <a:ext cx="6724307" cy="1974796"/>
          </a:xfrm>
          <a:prstGeom prst="wedgeRoundRectCallout">
            <a:avLst>
              <a:gd name="adj1" fmla="val -18277"/>
              <a:gd name="adj2" fmla="val -9783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 naam van de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 code achter entry/ </a:t>
            </a:r>
            <a:r>
              <a:rPr lang="en-US" dirty="0" err="1"/>
              <a:t>wordt</a:t>
            </a:r>
            <a:r>
              <a:rPr lang="en-US" dirty="0"/>
              <a:t> in de state </a:t>
            </a:r>
            <a:r>
              <a:rPr lang="en-US" dirty="0" err="1"/>
              <a:t>uitgevoerd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 state </a:t>
            </a:r>
            <a:r>
              <a:rPr lang="en-US" dirty="0" err="1"/>
              <a:t>gaat</a:t>
            </a:r>
            <a:r>
              <a:rPr lang="en-US" dirty="0"/>
              <a:t> nu </a:t>
            </a:r>
            <a:r>
              <a:rPr lang="en-US" dirty="0" err="1"/>
              <a:t>wachten</a:t>
            </a:r>
            <a:r>
              <a:rPr lang="en-US" dirty="0"/>
              <a:t> tot de bit </a:t>
            </a:r>
            <a:r>
              <a:rPr lang="en-US" dirty="0" err="1"/>
              <a:t>eventBitBootButton</a:t>
            </a:r>
            <a:r>
              <a:rPr lang="en-US" dirty="0"/>
              <a:t> </a:t>
            </a:r>
            <a:r>
              <a:rPr lang="en-US" dirty="0" err="1"/>
              <a:t>gezet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Daarna</a:t>
            </a:r>
            <a:r>
              <a:rPr lang="en-US" dirty="0"/>
              <a:t> </a:t>
            </a:r>
            <a:r>
              <a:rPr lang="en-US" dirty="0" err="1"/>
              <a:t>voert</a:t>
            </a:r>
            <a:r>
              <a:rPr lang="en-US" dirty="0"/>
              <a:t> </a:t>
            </a:r>
            <a:r>
              <a:rPr lang="en-US" dirty="0" err="1"/>
              <a:t>hij</a:t>
            </a:r>
            <a:r>
              <a:rPr lang="en-US" dirty="0"/>
              <a:t> de </a:t>
            </a:r>
            <a:r>
              <a:rPr lang="en-US" dirty="0" err="1"/>
              <a:t>actie</a:t>
            </a:r>
            <a:r>
              <a:rPr lang="en-US" dirty="0"/>
              <a:t> uit achter de 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 de state </a:t>
            </a:r>
            <a:r>
              <a:rPr lang="en-US" dirty="0" err="1"/>
              <a:t>verandert</a:t>
            </a:r>
            <a:r>
              <a:rPr lang="en-US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4BCB01-8B29-CEFA-5B7E-6245E8829702}"/>
              </a:ext>
            </a:extLst>
          </p:cNvPr>
          <p:cNvCxnSpPr>
            <a:cxnSpLocks/>
          </p:cNvCxnSpPr>
          <p:nvPr/>
        </p:nvCxnSpPr>
        <p:spPr>
          <a:xfrm>
            <a:off x="2733368" y="1765662"/>
            <a:ext cx="3497762" cy="889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B1FFD8-0A2F-81EA-E4BD-BE20FEF34D9D}"/>
              </a:ext>
            </a:extLst>
          </p:cNvPr>
          <p:cNvCxnSpPr>
            <a:cxnSpLocks/>
          </p:cNvCxnSpPr>
          <p:nvPr/>
        </p:nvCxnSpPr>
        <p:spPr>
          <a:xfrm>
            <a:off x="3185652" y="2300748"/>
            <a:ext cx="3136490" cy="648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EEFE74-EC97-35E0-0BE2-ADC86F10DF13}"/>
              </a:ext>
            </a:extLst>
          </p:cNvPr>
          <p:cNvCxnSpPr>
            <a:cxnSpLocks/>
          </p:cNvCxnSpPr>
          <p:nvPr/>
        </p:nvCxnSpPr>
        <p:spPr>
          <a:xfrm>
            <a:off x="4119716" y="2300748"/>
            <a:ext cx="2202426" cy="8554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EEF53C1-F7A6-75A9-F318-28F489C1F0BB}"/>
              </a:ext>
            </a:extLst>
          </p:cNvPr>
          <p:cNvCxnSpPr>
            <a:cxnSpLocks/>
          </p:cNvCxnSpPr>
          <p:nvPr/>
        </p:nvCxnSpPr>
        <p:spPr>
          <a:xfrm>
            <a:off x="3844413" y="2625212"/>
            <a:ext cx="2477729" cy="781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112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FA9DA-9057-0C1A-DE62-7A0FC110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A32257-AA0C-1453-BD28-260FD5C6C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3731" y="10048"/>
            <a:ext cx="771420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97AEDE-11FF-F003-57AE-1EEB54F43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647" y="447457"/>
            <a:ext cx="7259063" cy="542048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03DAEE-E43C-43CB-DD65-56723182446A}"/>
              </a:ext>
            </a:extLst>
          </p:cNvPr>
          <p:cNvCxnSpPr>
            <a:cxnSpLocks/>
          </p:cNvCxnSpPr>
          <p:nvPr/>
        </p:nvCxnSpPr>
        <p:spPr>
          <a:xfrm>
            <a:off x="4009292" y="2773345"/>
            <a:ext cx="2240783" cy="1949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85ED7C-107F-EDB2-2EDA-FB315AE5066E}"/>
              </a:ext>
            </a:extLst>
          </p:cNvPr>
          <p:cNvCxnSpPr>
            <a:cxnSpLocks/>
          </p:cNvCxnSpPr>
          <p:nvPr/>
        </p:nvCxnSpPr>
        <p:spPr>
          <a:xfrm>
            <a:off x="3185327" y="3346101"/>
            <a:ext cx="3064748" cy="1617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18F9F4-4365-6BBB-6544-51AB203C7183}"/>
              </a:ext>
            </a:extLst>
          </p:cNvPr>
          <p:cNvCxnSpPr>
            <a:cxnSpLocks/>
          </p:cNvCxnSpPr>
          <p:nvPr/>
        </p:nvCxnSpPr>
        <p:spPr>
          <a:xfrm>
            <a:off x="2703007" y="3637503"/>
            <a:ext cx="3547068" cy="1627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84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2667D-7E71-AF0A-1B47-D9434691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2F77A6-49A4-AC05-3FF5-6431127D1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3731" y="0"/>
            <a:ext cx="771420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9AF3C5-B5AC-2902-2577-F1B6DCD89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647" y="447457"/>
            <a:ext cx="7259063" cy="5420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EAC3F2-898C-FCF9-B8C5-C1FC68E57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647" y="4034006"/>
            <a:ext cx="7135221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84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14DF0-3F5E-88F9-D5BE-42F034DA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5F0DB3-BBE6-CF9E-A564-7A87E9368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3731" y="0"/>
            <a:ext cx="771420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0B7873-015F-8E25-87F6-9207941C5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716" y="-3491508"/>
            <a:ext cx="7259063" cy="5420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D4E7E3-B092-2D3F-9C24-6979F085B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716" y="95041"/>
            <a:ext cx="7135221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01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D48CD-E930-5591-D68D-492BBDD8F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8CFFBC-D5EE-CB9E-2391-0D8B0F9D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3731" y="0"/>
            <a:ext cx="771420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026F38-C5AB-D52C-0947-2B2CFC957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716" y="95041"/>
            <a:ext cx="7135221" cy="594443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70636D0-4C6B-AC51-B476-B3654EEF2F7E}"/>
              </a:ext>
            </a:extLst>
          </p:cNvPr>
          <p:cNvCxnSpPr>
            <a:cxnSpLocks/>
          </p:cNvCxnSpPr>
          <p:nvPr/>
        </p:nvCxnSpPr>
        <p:spPr>
          <a:xfrm flipV="1">
            <a:off x="3547068" y="3429000"/>
            <a:ext cx="2411605" cy="1514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82F549-B650-4E23-1B65-443104EA6642}"/>
              </a:ext>
            </a:extLst>
          </p:cNvPr>
          <p:cNvCxnSpPr>
            <a:cxnSpLocks/>
          </p:cNvCxnSpPr>
          <p:nvPr/>
        </p:nvCxnSpPr>
        <p:spPr>
          <a:xfrm flipV="1">
            <a:off x="2914022" y="3838470"/>
            <a:ext cx="3788229" cy="1949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070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1CC0C-6F53-0AEB-B754-A28411DF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049120-1754-37B1-2FE2-2AA459D7E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3731" y="0"/>
            <a:ext cx="771420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7DE4D5-5A3D-CB89-24C6-2BA044D1C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716" y="95041"/>
            <a:ext cx="7135221" cy="59444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2E17EA-AACC-8F4F-F182-CBE41411B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622" y="3277279"/>
            <a:ext cx="9507277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62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1F48-491A-D5DC-4AE6-535E9B24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DA50E3-DD5B-AE2B-607A-CB12CD8D4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3731" y="0"/>
            <a:ext cx="771420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A6407C-77F8-8095-7BEB-C03846CA2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716" y="-3602755"/>
            <a:ext cx="7135221" cy="59444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442BD3-BC06-F1DA-C998-6A7EBDAFA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622" y="-420517"/>
            <a:ext cx="9507277" cy="6839905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6B3CAF9-9DC1-047B-755F-2E3909EB999F}"/>
              </a:ext>
            </a:extLst>
          </p:cNvPr>
          <p:cNvCxnSpPr>
            <a:cxnSpLocks/>
          </p:cNvCxnSpPr>
          <p:nvPr/>
        </p:nvCxnSpPr>
        <p:spPr>
          <a:xfrm flipV="1">
            <a:off x="2200589" y="2713055"/>
            <a:ext cx="3446585" cy="3486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BDEC27-33C3-B155-33B2-B16D10183428}"/>
              </a:ext>
            </a:extLst>
          </p:cNvPr>
          <p:cNvCxnSpPr>
            <a:cxnSpLocks/>
          </p:cNvCxnSpPr>
          <p:nvPr/>
        </p:nvCxnSpPr>
        <p:spPr>
          <a:xfrm flipV="1">
            <a:off x="4632290" y="4672484"/>
            <a:ext cx="1165609" cy="1446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72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C7F716-F254-24DF-2FD6-E17A46875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31" y="258417"/>
            <a:ext cx="6920421" cy="6152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8152E8-DD0A-20A2-FACA-CBDF51D07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20" y="522514"/>
            <a:ext cx="6971495" cy="545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41388"/>
      </p:ext>
    </p:extLst>
  </p:cSld>
  <p:clrMapOvr>
    <a:masterClrMapping/>
  </p:clrMapOvr>
  <p:transition spd="slow">
    <p:push dir="u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77C14-003F-0805-0709-6BB33249F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99" y="263382"/>
            <a:ext cx="10402075" cy="6484975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C0B13AC-A358-7D96-E491-DFFC3EF59570}"/>
              </a:ext>
            </a:extLst>
          </p:cNvPr>
          <p:cNvSpPr/>
          <p:nvPr/>
        </p:nvSpPr>
        <p:spPr>
          <a:xfrm>
            <a:off x="6652009" y="109643"/>
            <a:ext cx="5414673" cy="4140810"/>
          </a:xfrm>
          <a:prstGeom prst="wedgeRoundRectCallout">
            <a:avLst>
              <a:gd name="adj1" fmla="val -19771"/>
              <a:gd name="adj2" fmla="val -4135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Knoppen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typisch</a:t>
            </a:r>
            <a:r>
              <a:rPr lang="en-US" dirty="0"/>
              <a:t> </a:t>
            </a:r>
            <a:r>
              <a:rPr lang="en-US" dirty="0" err="1"/>
              <a:t>gezien</a:t>
            </a:r>
            <a:r>
              <a:rPr lang="en-US" dirty="0"/>
              <a:t> boundary objects 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Klassen (die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eventBit</a:t>
            </a:r>
            <a:r>
              <a:rPr lang="en-US" dirty="0"/>
              <a:t> </a:t>
            </a:r>
            <a:r>
              <a:rPr lang="en-US" dirty="0" err="1"/>
              <a:t>zetten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publieke</a:t>
            </a:r>
            <a:r>
              <a:rPr lang="en-US" dirty="0"/>
              <a:t> </a:t>
            </a:r>
            <a:r>
              <a:rPr lang="en-US" dirty="0" err="1"/>
              <a:t>functie</a:t>
            </a:r>
            <a:r>
              <a:rPr lang="en-US" dirty="0"/>
              <a:t> van de </a:t>
            </a:r>
            <a:r>
              <a:rPr lang="en-US" dirty="0" err="1"/>
              <a:t>hoofd</a:t>
            </a:r>
            <a:r>
              <a:rPr lang="en-US" dirty="0"/>
              <a:t>/control </a:t>
            </a:r>
            <a:r>
              <a:rPr lang="en-US" dirty="0" err="1"/>
              <a:t>klasse</a:t>
            </a:r>
            <a:r>
              <a:rPr lang="en-US" dirty="0"/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een</a:t>
            </a:r>
            <a:r>
              <a:rPr lang="en-US" dirty="0"/>
              <a:t> state </a:t>
            </a:r>
            <a:r>
              <a:rPr lang="en-US" dirty="0" err="1"/>
              <a:t>wil</a:t>
            </a:r>
            <a:r>
              <a:rPr lang="en-US" dirty="0"/>
              <a:t> je </a:t>
            </a:r>
            <a:r>
              <a:rPr lang="en-US" dirty="0" err="1"/>
              <a:t>normaal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weer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statemachine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. Dus </a:t>
            </a:r>
            <a:r>
              <a:rPr lang="en-US" dirty="0" err="1"/>
              <a:t>stap</a:t>
            </a:r>
            <a:r>
              <a:rPr lang="en-US" dirty="0"/>
              <a:t> 5 is </a:t>
            </a:r>
            <a:r>
              <a:rPr lang="en-US" dirty="0" err="1"/>
              <a:t>misschien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1 state?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Ook al </a:t>
            </a:r>
            <a:r>
              <a:rPr lang="en-US" dirty="0" err="1"/>
              <a:t>laat</a:t>
            </a:r>
            <a:r>
              <a:rPr lang="en-US" dirty="0"/>
              <a:t> het </a:t>
            </a:r>
            <a:r>
              <a:rPr lang="en-US" dirty="0" err="1"/>
              <a:t>stoplicht</a:t>
            </a:r>
            <a:r>
              <a:rPr lang="en-US" dirty="0"/>
              <a:t> </a:t>
            </a:r>
            <a:r>
              <a:rPr lang="en-US" dirty="0" err="1"/>
              <a:t>dezelfde</a:t>
            </a:r>
            <a:r>
              <a:rPr lang="en-US" dirty="0"/>
              <a:t> </a:t>
            </a:r>
            <a:r>
              <a:rPr lang="en-US" dirty="0" err="1"/>
              <a:t>kleur</a:t>
            </a:r>
            <a:r>
              <a:rPr lang="en-US" dirty="0"/>
              <a:t> </a:t>
            </a:r>
            <a:r>
              <a:rPr lang="en-US" dirty="0" err="1"/>
              <a:t>zien</a:t>
            </a:r>
            <a:r>
              <a:rPr lang="en-US" dirty="0"/>
              <a:t>, dan zit </a:t>
            </a:r>
            <a:r>
              <a:rPr lang="en-US" dirty="0" err="1"/>
              <a:t>hij</a:t>
            </a:r>
            <a:r>
              <a:rPr lang="en-US" dirty="0"/>
              <a:t>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per </a:t>
            </a:r>
            <a:r>
              <a:rPr lang="en-US" dirty="0" err="1"/>
              <a:t>definitie</a:t>
            </a:r>
            <a:r>
              <a:rPr lang="en-US" dirty="0"/>
              <a:t> in </a:t>
            </a:r>
            <a:r>
              <a:rPr lang="en-US" dirty="0" err="1"/>
              <a:t>dezelfde</a:t>
            </a:r>
            <a:r>
              <a:rPr lang="en-US" dirty="0"/>
              <a:t> state!!! (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zou</a:t>
            </a:r>
            <a:r>
              <a:rPr lang="en-US" dirty="0"/>
              <a:t> in </a:t>
            </a:r>
            <a:r>
              <a:rPr lang="en-US" dirty="0" err="1"/>
              <a:t>totaal</a:t>
            </a:r>
            <a:r>
              <a:rPr lang="en-US" dirty="0"/>
              <a:t> </a:t>
            </a:r>
            <a:r>
              <a:rPr lang="en-US" dirty="0" err="1"/>
              <a:t>minimaal</a:t>
            </a:r>
            <a:r>
              <a:rPr lang="en-US" dirty="0"/>
              <a:t> 5 states </a:t>
            </a:r>
            <a:r>
              <a:rPr lang="en-US" dirty="0" err="1"/>
              <a:t>verwachten</a:t>
            </a:r>
            <a:r>
              <a:rPr lang="en-US" dirty="0"/>
              <a:t>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Kies </a:t>
            </a:r>
            <a:r>
              <a:rPr lang="en-US" dirty="0" err="1"/>
              <a:t>goede</a:t>
            </a:r>
            <a:r>
              <a:rPr lang="en-US" dirty="0"/>
              <a:t> </a:t>
            </a:r>
            <a:r>
              <a:rPr lang="en-US" dirty="0" err="1"/>
              <a:t>namen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de states (in </a:t>
            </a:r>
            <a:r>
              <a:rPr lang="en-US" dirty="0" err="1"/>
              <a:t>ieder</a:t>
            </a:r>
            <a:r>
              <a:rPr lang="en-US" dirty="0"/>
              <a:t> </a:t>
            </a:r>
            <a:r>
              <a:rPr lang="en-US" dirty="0" err="1"/>
              <a:t>geval</a:t>
            </a:r>
            <a:r>
              <a:rPr lang="en-US" dirty="0"/>
              <a:t> </a:t>
            </a:r>
            <a:r>
              <a:rPr lang="en-US" dirty="0" err="1"/>
              <a:t>engels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874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4E5AF2-D75D-F715-A27F-A3CC6230C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9169"/>
            <a:ext cx="3896269" cy="3896269"/>
          </a:xfrm>
          <a:prstGeom prst="rect">
            <a:avLst/>
          </a:prstGeom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16AA1B29-EC05-02EC-DCEC-DF2FA470CD03}"/>
              </a:ext>
            </a:extLst>
          </p:cNvPr>
          <p:cNvSpPr/>
          <p:nvPr/>
        </p:nvSpPr>
        <p:spPr>
          <a:xfrm>
            <a:off x="2969342" y="481781"/>
            <a:ext cx="8917858" cy="4001729"/>
          </a:xfrm>
          <a:prstGeom prst="cloudCallout">
            <a:avLst>
              <a:gd name="adj1" fmla="val -41219"/>
              <a:gd name="adj2" fmla="val 541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State Transition Diagram</a:t>
            </a:r>
          </a:p>
          <a:p>
            <a:pPr algn="ctr"/>
            <a:r>
              <a:rPr lang="en-US" sz="4000" dirty="0"/>
              <a:t>Quality Criteria?</a:t>
            </a:r>
            <a:endParaRPr lang="nl-NL" sz="4000" dirty="0"/>
          </a:p>
        </p:txBody>
      </p:sp>
    </p:spTree>
    <p:extLst>
      <p:ext uri="{BB962C8B-B14F-4D97-AF65-F5344CB8AC3E}">
        <p14:creationId xmlns:p14="http://schemas.microsoft.com/office/powerpoint/2010/main" val="15911803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88C5A0-898B-A2B6-684A-06C68CF64897}"/>
              </a:ext>
            </a:extLst>
          </p:cNvPr>
          <p:cNvSpPr txBox="1"/>
          <p:nvPr/>
        </p:nvSpPr>
        <p:spPr>
          <a:xfrm>
            <a:off x="206478" y="6381587"/>
            <a:ext cx="11985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2"/>
              </a:rPr>
              <a:t>https://github.com/HU-TI-DEV/TI-S3/blob/main/leerdoelen/portfolio-items/state-transition-diagram.md</a:t>
            </a:r>
            <a:endParaRPr lang="nl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7CB9C-8F24-4F21-891C-677E36054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0847"/>
            <a:ext cx="12192000" cy="435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142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78C06552-3932-20CE-0DFD-541C8FF73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559" y="4286673"/>
            <a:ext cx="3173552" cy="133663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2A6D5AE-F5B1-0CDA-15B4-03C2C4396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690" y="4874831"/>
            <a:ext cx="5053795" cy="149696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45F170E-FAAE-BE7D-9C2F-8217694AA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2369"/>
            <a:ext cx="3377517" cy="1709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1B122A-2D8B-2363-BE23-F5EF671B0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510" y="1995504"/>
            <a:ext cx="8688012" cy="1962424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7A24D147-162E-7814-0CAC-A83870363F5F}"/>
              </a:ext>
            </a:extLst>
          </p:cNvPr>
          <p:cNvSpPr/>
          <p:nvPr/>
        </p:nvSpPr>
        <p:spPr>
          <a:xfrm>
            <a:off x="189533" y="108155"/>
            <a:ext cx="4215581" cy="1887349"/>
          </a:xfrm>
          <a:prstGeom prst="wedgeRoundRectCallout">
            <a:avLst>
              <a:gd name="adj1" fmla="val -3637"/>
              <a:gd name="adj2" fmla="val 11016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1400" b="1" dirty="0"/>
              <a:t>Event</a:t>
            </a:r>
            <a:r>
              <a:rPr lang="nl-NL" sz="1400" dirty="0"/>
              <a:t> Een event is een synchronisatie mechanisme van het OS waar op gewacht wordt.</a:t>
            </a:r>
            <a:br>
              <a:rPr lang="nl-NL" sz="1400" dirty="0"/>
            </a:br>
            <a:r>
              <a:rPr lang="nl-NL" sz="1400" dirty="0"/>
              <a:t>Dat kan bijvoorbeeld zijn: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400" dirty="0" err="1"/>
              <a:t>after</a:t>
            </a:r>
            <a:r>
              <a:rPr lang="nl-NL" sz="1400" dirty="0"/>
              <a:t>() (</a:t>
            </a:r>
            <a:r>
              <a:rPr lang="nl-NL" sz="1400" dirty="0" err="1"/>
              <a:t>vTaskDelay</a:t>
            </a:r>
            <a:r>
              <a:rPr lang="nl-NL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400" dirty="0" err="1"/>
              <a:t>buttonPressed</a:t>
            </a:r>
            <a:r>
              <a:rPr lang="nl-NL" sz="1400" dirty="0"/>
              <a:t>() (</a:t>
            </a:r>
            <a:r>
              <a:rPr lang="nl-NL" sz="1400" dirty="0" err="1"/>
              <a:t>eventBit</a:t>
            </a:r>
            <a:r>
              <a:rPr lang="nl-NL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400" dirty="0" err="1"/>
              <a:t>spikeDetected</a:t>
            </a:r>
            <a:r>
              <a:rPr lang="nl-NL" sz="1400" dirty="0"/>
              <a:t>() (</a:t>
            </a:r>
            <a:r>
              <a:rPr lang="nl-NL" sz="1400" dirty="0" err="1"/>
              <a:t>eventBit</a:t>
            </a:r>
            <a:r>
              <a:rPr lang="nl-NL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400" dirty="0" err="1"/>
              <a:t>temperatureSet</a:t>
            </a:r>
            <a:r>
              <a:rPr lang="nl-NL" sz="1400" dirty="0"/>
              <a:t>() (Queue &amp; </a:t>
            </a:r>
            <a:r>
              <a:rPr lang="nl-NL" sz="1400" dirty="0" err="1"/>
              <a:t>eventBit</a:t>
            </a:r>
            <a:r>
              <a:rPr lang="nl-NL" sz="1400" dirty="0"/>
              <a:t>)</a:t>
            </a:r>
          </a:p>
          <a:p>
            <a:endParaRPr lang="en-US" sz="1400" dirty="0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EEEC159F-1A6F-998F-F935-8DB4E979D4EA}"/>
              </a:ext>
            </a:extLst>
          </p:cNvPr>
          <p:cNvSpPr/>
          <p:nvPr/>
        </p:nvSpPr>
        <p:spPr>
          <a:xfrm>
            <a:off x="4621425" y="108155"/>
            <a:ext cx="4468762" cy="2487561"/>
          </a:xfrm>
          <a:prstGeom prst="wedgeRoundRectCallout">
            <a:avLst>
              <a:gd name="adj1" fmla="val -84103"/>
              <a:gd name="adj2" fmla="val 7712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1400" b="1" dirty="0" err="1"/>
              <a:t>Guard</a:t>
            </a:r>
            <a:r>
              <a:rPr lang="nl-NL" sz="1400" dirty="0"/>
              <a:t> Een </a:t>
            </a:r>
            <a:r>
              <a:rPr lang="nl-NL" sz="1400" dirty="0" err="1"/>
              <a:t>guard</a:t>
            </a:r>
            <a:r>
              <a:rPr lang="nl-NL" sz="1400" dirty="0"/>
              <a:t> zijn de condities van een </a:t>
            </a:r>
            <a:r>
              <a:rPr lang="nl-NL" sz="1400" dirty="0" err="1"/>
              <a:t>if</a:t>
            </a:r>
            <a:r>
              <a:rPr lang="nl-NL" sz="1400" dirty="0"/>
              <a:t> statement die direct wordt uitgevoerd. Dit kan op twee manieren worden toegepast:</a:t>
            </a:r>
          </a:p>
          <a:p>
            <a:pPr marL="342900" indent="-342900">
              <a:buFont typeface="+mj-lt"/>
              <a:buAutoNum type="arabicPeriod"/>
            </a:pPr>
            <a:r>
              <a:rPr lang="nl-NL" sz="1400" dirty="0"/>
              <a:t>Als uitgangen van een </a:t>
            </a:r>
            <a:r>
              <a:rPr lang="nl-NL" sz="1400" dirty="0" err="1"/>
              <a:t>decision</a:t>
            </a:r>
            <a:r>
              <a:rPr lang="nl-NL" sz="1400" dirty="0"/>
              <a:t> node.</a:t>
            </a:r>
          </a:p>
          <a:p>
            <a:pPr marL="342900" indent="-342900">
              <a:buFont typeface="+mj-lt"/>
              <a:buAutoNum type="arabicPeriod"/>
            </a:pPr>
            <a:r>
              <a:rPr lang="nl-NL" sz="1400" dirty="0"/>
              <a:t>Als enkele pijl. Deze manier kan enkel in de vorm event [</a:t>
            </a:r>
            <a:r>
              <a:rPr lang="nl-NL" sz="1400" dirty="0" err="1"/>
              <a:t>guard</a:t>
            </a:r>
            <a:r>
              <a:rPr lang="nl-NL" sz="1400" dirty="0"/>
              <a:t>] aangezien de state anders "</a:t>
            </a:r>
            <a:r>
              <a:rPr lang="nl-NL" sz="1400" dirty="0" err="1"/>
              <a:t>blocking</a:t>
            </a:r>
            <a:r>
              <a:rPr lang="nl-NL" sz="1400" dirty="0"/>
              <a:t>" zou worden (de state moet altijd de macht uit handen geven).</a:t>
            </a:r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26312A28-71E1-C8AC-7DE2-7C31FB9160C2}"/>
              </a:ext>
            </a:extLst>
          </p:cNvPr>
          <p:cNvSpPr/>
          <p:nvPr/>
        </p:nvSpPr>
        <p:spPr>
          <a:xfrm>
            <a:off x="6118728" y="3069286"/>
            <a:ext cx="4468762" cy="1217387"/>
          </a:xfrm>
          <a:prstGeom prst="wedgeRoundRectCallout">
            <a:avLst>
              <a:gd name="adj1" fmla="val -91584"/>
              <a:gd name="adj2" fmla="val -1286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1400" b="1" dirty="0"/>
              <a:t>Action</a:t>
            </a:r>
            <a:r>
              <a:rPr lang="nl-NL" sz="1400" dirty="0"/>
              <a:t> Een action kan een stuk code zijn dat uitgevoerd wordt bij de state </a:t>
            </a:r>
            <a:r>
              <a:rPr lang="nl-NL" sz="1400" dirty="0" err="1"/>
              <a:t>transition</a:t>
            </a:r>
            <a:r>
              <a:rPr lang="nl-NL" sz="1400" dirty="0"/>
              <a:t>. Het kan ook een functie aanroep van een andere klasse zijn. Cruciaal is dat een action direct wordt uitgevoerd, zonder wacht toestanden. </a:t>
            </a:r>
            <a:endParaRPr lang="en-US" sz="11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C0F158B-1489-F739-8D78-99DF36565D5A}"/>
              </a:ext>
            </a:extLst>
          </p:cNvPr>
          <p:cNvCxnSpPr>
            <a:cxnSpLocks/>
          </p:cNvCxnSpPr>
          <p:nvPr/>
        </p:nvCxnSpPr>
        <p:spPr>
          <a:xfrm>
            <a:off x="880001" y="2113935"/>
            <a:ext cx="1019477" cy="3607262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D7D51AF-9813-06ED-9FD5-04702E7A2B28}"/>
              </a:ext>
            </a:extLst>
          </p:cNvPr>
          <p:cNvCxnSpPr>
            <a:cxnSpLocks/>
          </p:cNvCxnSpPr>
          <p:nvPr/>
        </p:nvCxnSpPr>
        <p:spPr>
          <a:xfrm>
            <a:off x="5288337" y="2821858"/>
            <a:ext cx="595849" cy="2573594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0B83F3D-1AAC-516C-316D-2492F6B8C161}"/>
              </a:ext>
            </a:extLst>
          </p:cNvPr>
          <p:cNvCxnSpPr>
            <a:cxnSpLocks/>
          </p:cNvCxnSpPr>
          <p:nvPr/>
        </p:nvCxnSpPr>
        <p:spPr>
          <a:xfrm>
            <a:off x="9891252" y="4050890"/>
            <a:ext cx="1420747" cy="611479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1594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  <p:bldP spid="2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17712-BE63-B764-1223-81302DEE0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"/>
            <a:ext cx="12192000" cy="6848475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D001E8E-CA5B-C2CA-732D-6FD8CE1EF6BD}"/>
              </a:ext>
            </a:extLst>
          </p:cNvPr>
          <p:cNvSpPr/>
          <p:nvPr/>
        </p:nvSpPr>
        <p:spPr>
          <a:xfrm>
            <a:off x="2556257" y="2646233"/>
            <a:ext cx="2300285" cy="809031"/>
          </a:xfrm>
          <a:prstGeom prst="wedgeRoundRectCallout">
            <a:avLst>
              <a:gd name="adj1" fmla="val -56890"/>
              <a:gd name="adj2" fmla="val 3373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1400" dirty="0"/>
              <a:t>Als je wilt wachten op ....</a:t>
            </a:r>
            <a:endParaRPr lang="en-US" sz="1100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F584F94-35B6-24FF-3D90-917E2DDFA96D}"/>
              </a:ext>
            </a:extLst>
          </p:cNvPr>
          <p:cNvSpPr/>
          <p:nvPr/>
        </p:nvSpPr>
        <p:spPr>
          <a:xfrm>
            <a:off x="6183044" y="5234104"/>
            <a:ext cx="2300285" cy="809031"/>
          </a:xfrm>
          <a:prstGeom prst="wedgeRoundRectCallout">
            <a:avLst>
              <a:gd name="adj1" fmla="val -17566"/>
              <a:gd name="adj2" fmla="val -1315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1400" dirty="0"/>
              <a:t>Vervolgens maak je een publieke functie in de klasse van je STD</a:t>
            </a:r>
            <a:endParaRPr lang="en-US" sz="1100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F42A0716-4DC9-8A8E-5A44-AB4CB516ED07}"/>
              </a:ext>
            </a:extLst>
          </p:cNvPr>
          <p:cNvSpPr/>
          <p:nvPr/>
        </p:nvSpPr>
        <p:spPr>
          <a:xfrm>
            <a:off x="6887237" y="6048969"/>
            <a:ext cx="2300285" cy="809031"/>
          </a:xfrm>
          <a:prstGeom prst="wedgeRoundRectCallout">
            <a:avLst>
              <a:gd name="adj1" fmla="val 58576"/>
              <a:gd name="adj2" fmla="val -11889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err="1"/>
              <a:t>Waarin</a:t>
            </a:r>
            <a:r>
              <a:rPr lang="en-US" sz="1400" dirty="0"/>
              <a:t> in die </a:t>
            </a:r>
            <a:r>
              <a:rPr lang="en-US" sz="1400" dirty="0" err="1"/>
              <a:t>functie</a:t>
            </a:r>
            <a:r>
              <a:rPr lang="en-US" sz="1400" dirty="0"/>
              <a:t> de </a:t>
            </a:r>
            <a:r>
              <a:rPr lang="en-US" sz="1400" dirty="0" err="1"/>
              <a:t>eventBit</a:t>
            </a:r>
            <a:r>
              <a:rPr lang="en-US" sz="1400" dirty="0"/>
              <a:t> </a:t>
            </a:r>
            <a:r>
              <a:rPr lang="en-US" sz="1400" dirty="0" err="1"/>
              <a:t>geset</a:t>
            </a:r>
            <a:r>
              <a:rPr lang="en-US" sz="1400" dirty="0"/>
              <a:t> </a:t>
            </a:r>
            <a:r>
              <a:rPr lang="en-US" sz="1400" dirty="0" err="1"/>
              <a:t>wordt</a:t>
            </a:r>
            <a:r>
              <a:rPr lang="en-US" sz="1400" dirty="0"/>
              <a:t>... </a:t>
            </a:r>
            <a:endParaRPr lang="en-US" sz="1100" dirty="0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5F78226C-1087-E227-D0A5-4F58A346D8E8}"/>
              </a:ext>
            </a:extLst>
          </p:cNvPr>
          <p:cNvSpPr/>
          <p:nvPr/>
        </p:nvSpPr>
        <p:spPr>
          <a:xfrm>
            <a:off x="3138225" y="5066484"/>
            <a:ext cx="2623478" cy="561640"/>
          </a:xfrm>
          <a:prstGeom prst="wedgeRoundRectCallout">
            <a:avLst>
              <a:gd name="adj1" fmla="val -21397"/>
              <a:gd name="adj2" fmla="val -9944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Zet je </a:t>
            </a:r>
            <a:r>
              <a:rPr lang="en-US" sz="1400" dirty="0" err="1"/>
              <a:t>dit</a:t>
            </a:r>
            <a:r>
              <a:rPr lang="en-US" sz="1400" dirty="0"/>
              <a:t> </a:t>
            </a:r>
            <a:r>
              <a:rPr lang="en-US" sz="1400" dirty="0" err="1"/>
              <a:t>langs</a:t>
            </a:r>
            <a:r>
              <a:rPr lang="en-US" sz="1400" dirty="0"/>
              <a:t> de </a:t>
            </a:r>
            <a:r>
              <a:rPr lang="en-US" sz="1400" dirty="0" err="1"/>
              <a:t>pijl</a:t>
            </a:r>
            <a:r>
              <a:rPr lang="en-US" sz="1400" dirty="0"/>
              <a:t> in je STD</a:t>
            </a:r>
            <a:endParaRPr lang="en-US" sz="1100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3BC8056-CBA7-F43F-DFF5-DB7A8669EE9B}"/>
              </a:ext>
            </a:extLst>
          </p:cNvPr>
          <p:cNvSpPr/>
          <p:nvPr/>
        </p:nvSpPr>
        <p:spPr>
          <a:xfrm>
            <a:off x="6724541" y="1931264"/>
            <a:ext cx="2714427" cy="809031"/>
          </a:xfrm>
          <a:prstGeom prst="wedgeRoundRectCallout">
            <a:avLst>
              <a:gd name="adj1" fmla="val 39769"/>
              <a:gd name="adj2" fmla="val 13145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En </a:t>
            </a:r>
            <a:r>
              <a:rPr lang="en-US" sz="1400" dirty="0" err="1"/>
              <a:t>daarna</a:t>
            </a:r>
            <a:r>
              <a:rPr lang="en-US" sz="1400" dirty="0"/>
              <a:t> </a:t>
            </a:r>
            <a:r>
              <a:rPr lang="en-US" sz="1400" dirty="0" err="1"/>
              <a:t>maak</a:t>
            </a:r>
            <a:r>
              <a:rPr lang="en-US" sz="1400" dirty="0"/>
              <a:t> je </a:t>
            </a:r>
            <a:r>
              <a:rPr lang="en-US" sz="1400" dirty="0" err="1"/>
              <a:t>je</a:t>
            </a:r>
            <a:r>
              <a:rPr lang="en-US" sz="1400" dirty="0"/>
              <a:t> case van je switch case </a:t>
            </a:r>
            <a:r>
              <a:rPr lang="en-US" sz="1400" dirty="0" err="1"/>
              <a:t>waarin</a:t>
            </a:r>
            <a:r>
              <a:rPr lang="en-US" sz="1400" dirty="0"/>
              <a:t> op </a:t>
            </a:r>
            <a:r>
              <a:rPr lang="en-US" sz="1400" dirty="0" err="1"/>
              <a:t>hetzelfde</a:t>
            </a:r>
            <a:r>
              <a:rPr lang="en-US" sz="1400" dirty="0"/>
              <a:t> </a:t>
            </a:r>
            <a:r>
              <a:rPr lang="en-US" sz="1400" dirty="0" err="1"/>
              <a:t>bitje</a:t>
            </a:r>
            <a:r>
              <a:rPr lang="en-US" sz="1400" dirty="0"/>
              <a:t> </a:t>
            </a:r>
            <a:r>
              <a:rPr lang="en-US" sz="1400" dirty="0" err="1"/>
              <a:t>gewacht</a:t>
            </a:r>
            <a:r>
              <a:rPr lang="en-US" sz="1400" dirty="0"/>
              <a:t> </a:t>
            </a:r>
            <a:r>
              <a:rPr lang="en-US" sz="1400" dirty="0" err="1"/>
              <a:t>wordt</a:t>
            </a:r>
            <a:r>
              <a:rPr lang="en-US" sz="1400" dirty="0"/>
              <a:t>!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042698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6E40-55DD-FFCC-4EC8-2A9A6841A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F0C415-DB22-9C2D-A1A3-98162B980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6332"/>
            <a:ext cx="12192000" cy="4282393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6E2D337E-7012-2260-8759-2D68E1EE1829}"/>
              </a:ext>
            </a:extLst>
          </p:cNvPr>
          <p:cNvSpPr/>
          <p:nvPr/>
        </p:nvSpPr>
        <p:spPr>
          <a:xfrm>
            <a:off x="272037" y="2224762"/>
            <a:ext cx="2300285" cy="809031"/>
          </a:xfrm>
          <a:prstGeom prst="wedgeRoundRectCallout">
            <a:avLst>
              <a:gd name="adj1" fmla="val 24750"/>
              <a:gd name="adj2" fmla="val 8599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1400" dirty="0"/>
              <a:t>Als je wilt wachten op ....</a:t>
            </a:r>
            <a:endParaRPr lang="en-US" sz="1100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6211752-6A04-3FF7-55FC-D4211EA9650B}"/>
              </a:ext>
            </a:extLst>
          </p:cNvPr>
          <p:cNvSpPr/>
          <p:nvPr/>
        </p:nvSpPr>
        <p:spPr>
          <a:xfrm>
            <a:off x="6407536" y="2472153"/>
            <a:ext cx="2300285" cy="809031"/>
          </a:xfrm>
          <a:prstGeom prst="wedgeRoundRectCallout">
            <a:avLst>
              <a:gd name="adj1" fmla="val -9872"/>
              <a:gd name="adj2" fmla="val 8599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1400" dirty="0"/>
              <a:t>Vervolgens maak je een publieke functie in de klasse van je STD</a:t>
            </a:r>
            <a:endParaRPr lang="en-US" sz="1100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DC76119F-4669-2391-62C7-D3F32F6234AA}"/>
              </a:ext>
            </a:extLst>
          </p:cNvPr>
          <p:cNvSpPr/>
          <p:nvPr/>
        </p:nvSpPr>
        <p:spPr>
          <a:xfrm>
            <a:off x="6407536" y="5773661"/>
            <a:ext cx="2300285" cy="809031"/>
          </a:xfrm>
          <a:prstGeom prst="wedgeRoundRectCallout">
            <a:avLst>
              <a:gd name="adj1" fmla="val 72682"/>
              <a:gd name="adj2" fmla="val -3625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err="1"/>
              <a:t>Waarin</a:t>
            </a:r>
            <a:r>
              <a:rPr lang="en-US" sz="1400" dirty="0"/>
              <a:t> in die </a:t>
            </a:r>
            <a:r>
              <a:rPr lang="en-US" sz="1400" dirty="0" err="1"/>
              <a:t>functie</a:t>
            </a:r>
            <a:r>
              <a:rPr lang="en-US" sz="1400" dirty="0"/>
              <a:t> de </a:t>
            </a:r>
            <a:r>
              <a:rPr lang="en-US" sz="1400" dirty="0" err="1"/>
              <a:t>waarde</a:t>
            </a:r>
            <a:r>
              <a:rPr lang="en-US" sz="1400" dirty="0"/>
              <a:t>  </a:t>
            </a:r>
            <a:r>
              <a:rPr lang="en-US" sz="1400" dirty="0" err="1"/>
              <a:t>naar</a:t>
            </a:r>
            <a:r>
              <a:rPr lang="en-US" sz="1400" dirty="0"/>
              <a:t> de Queue </a:t>
            </a:r>
            <a:r>
              <a:rPr lang="en-US" sz="1400" dirty="0" err="1"/>
              <a:t>gestuurd</a:t>
            </a:r>
            <a:r>
              <a:rPr lang="en-US" sz="1400" dirty="0"/>
              <a:t> </a:t>
            </a:r>
            <a:r>
              <a:rPr lang="en-US" sz="1400" dirty="0" err="1"/>
              <a:t>wordt</a:t>
            </a:r>
            <a:r>
              <a:rPr lang="en-US" sz="1400" dirty="0"/>
              <a:t>, en de </a:t>
            </a:r>
            <a:r>
              <a:rPr lang="en-US" sz="1400" dirty="0" err="1"/>
              <a:t>eventBit</a:t>
            </a:r>
            <a:r>
              <a:rPr lang="en-US" sz="1400" dirty="0"/>
              <a:t> </a:t>
            </a:r>
            <a:r>
              <a:rPr lang="en-US" sz="1400" dirty="0" err="1"/>
              <a:t>geset</a:t>
            </a:r>
            <a:r>
              <a:rPr lang="en-US" sz="1400" dirty="0"/>
              <a:t> </a:t>
            </a:r>
            <a:r>
              <a:rPr lang="en-US" sz="1400" dirty="0" err="1"/>
              <a:t>wordt</a:t>
            </a:r>
            <a:r>
              <a:rPr lang="en-US" sz="1400" dirty="0"/>
              <a:t>... </a:t>
            </a:r>
            <a:endParaRPr lang="en-US" sz="1100" dirty="0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1ACE0141-ABA3-418C-1B35-C960A68AB961}"/>
              </a:ext>
            </a:extLst>
          </p:cNvPr>
          <p:cNvSpPr/>
          <p:nvPr/>
        </p:nvSpPr>
        <p:spPr>
          <a:xfrm>
            <a:off x="3472522" y="2323276"/>
            <a:ext cx="2623478" cy="561640"/>
          </a:xfrm>
          <a:prstGeom prst="wedgeRoundRectCallout">
            <a:avLst>
              <a:gd name="adj1" fmla="val -13527"/>
              <a:gd name="adj2" fmla="val 13864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Zet je </a:t>
            </a:r>
            <a:r>
              <a:rPr lang="en-US" sz="1400" dirty="0" err="1"/>
              <a:t>dit</a:t>
            </a:r>
            <a:r>
              <a:rPr lang="en-US" sz="1400" dirty="0"/>
              <a:t> </a:t>
            </a:r>
            <a:r>
              <a:rPr lang="en-US" sz="1400" dirty="0" err="1"/>
              <a:t>langs</a:t>
            </a:r>
            <a:r>
              <a:rPr lang="en-US" sz="1400" dirty="0"/>
              <a:t> de </a:t>
            </a:r>
            <a:r>
              <a:rPr lang="en-US" sz="1400" dirty="0" err="1"/>
              <a:t>pijl</a:t>
            </a:r>
            <a:r>
              <a:rPr lang="en-US" sz="1400" dirty="0"/>
              <a:t> in je STD</a:t>
            </a:r>
            <a:endParaRPr lang="en-US" sz="1100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E1B4F23D-3F63-3D2C-FA8A-5DDB42AB82B4}"/>
              </a:ext>
            </a:extLst>
          </p:cNvPr>
          <p:cNvSpPr/>
          <p:nvPr/>
        </p:nvSpPr>
        <p:spPr>
          <a:xfrm>
            <a:off x="9153108" y="1125012"/>
            <a:ext cx="2714427" cy="809031"/>
          </a:xfrm>
          <a:prstGeom prst="wedgeRoundRectCallout">
            <a:avLst>
              <a:gd name="adj1" fmla="val 2460"/>
              <a:gd name="adj2" fmla="val 18250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En </a:t>
            </a:r>
            <a:r>
              <a:rPr lang="en-US" sz="1400" dirty="0" err="1"/>
              <a:t>daarna</a:t>
            </a:r>
            <a:r>
              <a:rPr lang="en-US" sz="1400" dirty="0"/>
              <a:t> </a:t>
            </a:r>
            <a:r>
              <a:rPr lang="en-US" sz="1400" dirty="0" err="1"/>
              <a:t>maak</a:t>
            </a:r>
            <a:r>
              <a:rPr lang="en-US" sz="1400" dirty="0"/>
              <a:t> je </a:t>
            </a:r>
            <a:r>
              <a:rPr lang="en-US" sz="1400" dirty="0" err="1"/>
              <a:t>je</a:t>
            </a:r>
            <a:r>
              <a:rPr lang="en-US" sz="1400" dirty="0"/>
              <a:t> case van je switch case </a:t>
            </a:r>
            <a:r>
              <a:rPr lang="en-US" sz="1400" dirty="0" err="1"/>
              <a:t>waarin</a:t>
            </a:r>
            <a:r>
              <a:rPr lang="en-US" sz="1400" dirty="0"/>
              <a:t> op </a:t>
            </a:r>
            <a:r>
              <a:rPr lang="en-US" sz="1400" dirty="0" err="1"/>
              <a:t>hetzelfde</a:t>
            </a:r>
            <a:r>
              <a:rPr lang="en-US" sz="1400" dirty="0"/>
              <a:t> </a:t>
            </a:r>
            <a:r>
              <a:rPr lang="en-US" sz="1400" dirty="0" err="1"/>
              <a:t>bitje</a:t>
            </a:r>
            <a:r>
              <a:rPr lang="en-US" sz="1400" dirty="0"/>
              <a:t> </a:t>
            </a:r>
            <a:r>
              <a:rPr lang="en-US" sz="1400" dirty="0" err="1"/>
              <a:t>gewacht</a:t>
            </a:r>
            <a:r>
              <a:rPr lang="en-US" sz="1400" dirty="0"/>
              <a:t> </a:t>
            </a:r>
            <a:r>
              <a:rPr lang="en-US" sz="1400" dirty="0" err="1"/>
              <a:t>wordt</a:t>
            </a:r>
            <a:r>
              <a:rPr lang="en-US" sz="1400" dirty="0"/>
              <a:t>!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7067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5074A-5916-994B-D131-478E3F9E0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2C8E1B-8D98-943E-C150-3D474E1C7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805644"/>
            <a:ext cx="12165123" cy="5125165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DB9D4278-4E19-AB78-1A05-3F13685040EA}"/>
              </a:ext>
            </a:extLst>
          </p:cNvPr>
          <p:cNvSpPr/>
          <p:nvPr/>
        </p:nvSpPr>
        <p:spPr>
          <a:xfrm>
            <a:off x="717545" y="6004030"/>
            <a:ext cx="2300285" cy="809031"/>
          </a:xfrm>
          <a:prstGeom prst="wedgeRoundRectCallout">
            <a:avLst>
              <a:gd name="adj1" fmla="val 21252"/>
              <a:gd name="adj2" fmla="val -23597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1400" dirty="0"/>
              <a:t>Als je iets wilt doorgeven naar een andere taak (dus klasse)</a:t>
            </a:r>
            <a:endParaRPr lang="en-US" sz="1100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63BFF5E-D5BB-7978-7547-43B43B78C4D5}"/>
              </a:ext>
            </a:extLst>
          </p:cNvPr>
          <p:cNvSpPr/>
          <p:nvPr/>
        </p:nvSpPr>
        <p:spPr>
          <a:xfrm>
            <a:off x="6413136" y="5099033"/>
            <a:ext cx="1891638" cy="1089852"/>
          </a:xfrm>
          <a:prstGeom prst="wedgeRoundRectCallout">
            <a:avLst>
              <a:gd name="adj1" fmla="val -16353"/>
              <a:gd name="adj2" fmla="val -8600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1400" dirty="0"/>
              <a:t>Vervolgens maak je een publieke functie in de  klasse </a:t>
            </a:r>
            <a:r>
              <a:rPr lang="nl-NL" sz="1400" i="1" dirty="0"/>
              <a:t>waar je het naar wilt doorgeven</a:t>
            </a:r>
            <a:r>
              <a:rPr lang="nl-NL" sz="1400" dirty="0"/>
              <a:t>!</a:t>
            </a:r>
            <a:endParaRPr lang="en-US" sz="1100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A5E636DE-F1DB-33CB-6FD4-16030398C31F}"/>
              </a:ext>
            </a:extLst>
          </p:cNvPr>
          <p:cNvSpPr/>
          <p:nvPr/>
        </p:nvSpPr>
        <p:spPr>
          <a:xfrm>
            <a:off x="9091525" y="4290002"/>
            <a:ext cx="2300285" cy="809031"/>
          </a:xfrm>
          <a:prstGeom prst="wedgeRoundRectCallout">
            <a:avLst>
              <a:gd name="adj1" fmla="val 21627"/>
              <a:gd name="adj2" fmla="val -9925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En in die </a:t>
            </a:r>
            <a:r>
              <a:rPr lang="en-US" sz="1400" dirty="0" err="1"/>
              <a:t>functie</a:t>
            </a:r>
            <a:r>
              <a:rPr lang="en-US" sz="1400" dirty="0"/>
              <a:t> </a:t>
            </a:r>
            <a:r>
              <a:rPr lang="en-US" sz="1400" dirty="0" err="1"/>
              <a:t>zet</a:t>
            </a:r>
            <a:r>
              <a:rPr lang="en-US" sz="1400" dirty="0"/>
              <a:t> je de </a:t>
            </a:r>
            <a:r>
              <a:rPr lang="en-US" sz="1400" dirty="0" err="1"/>
              <a:t>eventBits</a:t>
            </a:r>
            <a:r>
              <a:rPr lang="en-US" sz="1400" dirty="0"/>
              <a:t> </a:t>
            </a:r>
            <a:r>
              <a:rPr lang="en-US" sz="1400" i="1" dirty="0"/>
              <a:t>van die </a:t>
            </a:r>
            <a:r>
              <a:rPr lang="en-US" sz="1400" i="1" dirty="0" err="1"/>
              <a:t>klasse</a:t>
            </a:r>
            <a:r>
              <a:rPr lang="en-US" sz="1400" dirty="0"/>
              <a:t>. </a:t>
            </a:r>
            <a:endParaRPr lang="en-US" sz="1100" dirty="0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CA796339-2E34-0119-BDE0-F1AC995FAD01}"/>
              </a:ext>
            </a:extLst>
          </p:cNvPr>
          <p:cNvSpPr/>
          <p:nvPr/>
        </p:nvSpPr>
        <p:spPr>
          <a:xfrm>
            <a:off x="3472522" y="4941717"/>
            <a:ext cx="2623478" cy="898217"/>
          </a:xfrm>
          <a:prstGeom prst="wedgeRoundRectCallout">
            <a:avLst>
              <a:gd name="adj1" fmla="val -18073"/>
              <a:gd name="adj2" fmla="val -8985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Zet je </a:t>
            </a:r>
            <a:r>
              <a:rPr lang="en-US" sz="1400" dirty="0" err="1"/>
              <a:t>dit</a:t>
            </a:r>
            <a:r>
              <a:rPr lang="en-US" sz="1400" dirty="0"/>
              <a:t> </a:t>
            </a:r>
            <a:r>
              <a:rPr lang="en-US" sz="1400" dirty="0" err="1"/>
              <a:t>langs</a:t>
            </a:r>
            <a:r>
              <a:rPr lang="en-US" sz="1400" dirty="0"/>
              <a:t> de </a:t>
            </a:r>
            <a:r>
              <a:rPr lang="en-US" sz="1400" dirty="0" err="1"/>
              <a:t>pijl</a:t>
            </a:r>
            <a:r>
              <a:rPr lang="en-US" sz="1400" dirty="0"/>
              <a:t> in je STD achter </a:t>
            </a:r>
            <a:r>
              <a:rPr lang="en-US" sz="1400" dirty="0" err="1"/>
              <a:t>een</a:t>
            </a:r>
            <a:r>
              <a:rPr lang="en-US" sz="1400" dirty="0"/>
              <a:t> / of in de body van de state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9615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2E0F62C-C25E-91E0-EBF7-E67ECD0E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75" y="3968084"/>
            <a:ext cx="3638550" cy="21812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1D7EE6-1448-B879-4176-7B6285556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78029"/>
          </a:xfrm>
        </p:spPr>
        <p:txBody>
          <a:bodyPr/>
          <a:lstStyle/>
          <a:p>
            <a:r>
              <a:rPr lang="en-US" dirty="0"/>
              <a:t>Waiting for multiple...</a:t>
            </a:r>
            <a:endParaRPr lang="nl-N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364A72-FC17-E2A7-51E7-083FA098FB44}"/>
              </a:ext>
            </a:extLst>
          </p:cNvPr>
          <p:cNvCxnSpPr/>
          <p:nvPr/>
        </p:nvCxnSpPr>
        <p:spPr>
          <a:xfrm flipH="1">
            <a:off x="581025" y="4227871"/>
            <a:ext cx="1670562" cy="1661652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02DD0F-BF43-3921-72B3-F815516282BF}"/>
              </a:ext>
            </a:extLst>
          </p:cNvPr>
          <p:cNvCxnSpPr>
            <a:cxnSpLocks/>
          </p:cNvCxnSpPr>
          <p:nvPr/>
        </p:nvCxnSpPr>
        <p:spPr>
          <a:xfrm flipH="1" flipV="1">
            <a:off x="581025" y="4227871"/>
            <a:ext cx="1768885" cy="1661652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9D07F41-07F7-665D-7F22-16C827ADA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968477"/>
            <a:ext cx="21717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975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E05D5-F7A6-37C1-E763-4104BF431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DAB7-A419-F12D-3870-634B2433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78029"/>
          </a:xfrm>
        </p:spPr>
        <p:txBody>
          <a:bodyPr/>
          <a:lstStyle/>
          <a:p>
            <a:r>
              <a:rPr lang="en-US" dirty="0"/>
              <a:t>Waiting for multiple...</a:t>
            </a:r>
            <a:endParaRPr lang="nl-N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1E0A53-BBBC-3B0E-C27F-F841F8DF2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968477"/>
            <a:ext cx="2171700" cy="236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67F135-813F-B7A4-47FA-8485735DA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43386"/>
            <a:ext cx="12192000" cy="1846137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D34AF8-989C-3F08-AAFE-4A647A38B40E}"/>
              </a:ext>
            </a:extLst>
          </p:cNvPr>
          <p:cNvSpPr/>
          <p:nvPr/>
        </p:nvSpPr>
        <p:spPr>
          <a:xfrm>
            <a:off x="9430215" y="5015616"/>
            <a:ext cx="889443" cy="334297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FFABB42C-47B8-DACE-EBF5-CA658F42A1B7}"/>
              </a:ext>
            </a:extLst>
          </p:cNvPr>
          <p:cNvSpPr/>
          <p:nvPr/>
        </p:nvSpPr>
        <p:spPr>
          <a:xfrm>
            <a:off x="870154" y="3634184"/>
            <a:ext cx="245806" cy="235974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C6267E2-93DD-05AB-7B63-A600901CA1F8}"/>
              </a:ext>
            </a:extLst>
          </p:cNvPr>
          <p:cNvSpPr/>
          <p:nvPr/>
        </p:nvSpPr>
        <p:spPr>
          <a:xfrm>
            <a:off x="2470184" y="945812"/>
            <a:ext cx="1891638" cy="778029"/>
          </a:xfrm>
          <a:prstGeom prst="wedgeRoundRectCallout">
            <a:avLst>
              <a:gd name="adj1" fmla="val -110433"/>
              <a:gd name="adj2" fmla="val 1871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Dit </a:t>
            </a:r>
            <a:r>
              <a:rPr lang="en-US" sz="1400" dirty="0" err="1"/>
              <a:t>stuk</a:t>
            </a:r>
            <a:r>
              <a:rPr lang="en-US" sz="1400" dirty="0"/>
              <a:t> </a:t>
            </a:r>
            <a:r>
              <a:rPr lang="en-US" sz="1400" dirty="0" err="1"/>
              <a:t>laat</a:t>
            </a:r>
            <a:r>
              <a:rPr lang="en-US" sz="1400" dirty="0"/>
              <a:t> </a:t>
            </a:r>
            <a:r>
              <a:rPr lang="en-US" sz="1400" dirty="0" err="1"/>
              <a:t>ik</a:t>
            </a:r>
            <a:r>
              <a:rPr lang="en-US" sz="1400" dirty="0"/>
              <a:t> even </a:t>
            </a:r>
            <a:r>
              <a:rPr lang="en-US" sz="1400" dirty="0" err="1"/>
              <a:t>weg</a:t>
            </a:r>
            <a:r>
              <a:rPr lang="en-US" sz="1400" dirty="0"/>
              <a:t> (</a:t>
            </a:r>
            <a:r>
              <a:rPr lang="en-US" sz="1400" dirty="0" err="1"/>
              <a:t>voor</a:t>
            </a:r>
            <a:r>
              <a:rPr lang="en-US" sz="1400" dirty="0"/>
              <a:t> de focus op de </a:t>
            </a:r>
            <a:r>
              <a:rPr lang="en-US" sz="1400" dirty="0" err="1"/>
              <a:t>overgang</a:t>
            </a:r>
            <a:r>
              <a:rPr lang="en-US" sz="1400" dirty="0"/>
              <a:t>).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4327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CFB6-8B2F-234F-02AA-9626CCB0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0084-4BB0-4018-27F5-E6292E5A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78029"/>
          </a:xfrm>
        </p:spPr>
        <p:txBody>
          <a:bodyPr/>
          <a:lstStyle/>
          <a:p>
            <a:r>
              <a:rPr lang="en-US" dirty="0"/>
              <a:t>Waiting for multiple...</a:t>
            </a:r>
            <a:endParaRPr lang="nl-N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A870B6-A72F-C756-85CB-2D24F592C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968477"/>
            <a:ext cx="2171700" cy="2362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1D7AC4-1662-DDD0-3EE0-DD26E5CF8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1196"/>
            <a:ext cx="12192000" cy="182832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6587D8-4D60-2FAD-B8FD-968EF7728F98}"/>
              </a:ext>
            </a:extLst>
          </p:cNvPr>
          <p:cNvSpPr/>
          <p:nvPr/>
        </p:nvSpPr>
        <p:spPr>
          <a:xfrm>
            <a:off x="9480456" y="5025664"/>
            <a:ext cx="839199" cy="334297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E481F2C-5A2B-F8C9-9EFC-B61FEBDCF5C8}"/>
              </a:ext>
            </a:extLst>
          </p:cNvPr>
          <p:cNvSpPr/>
          <p:nvPr/>
        </p:nvSpPr>
        <p:spPr>
          <a:xfrm rot="2387236">
            <a:off x="3952536" y="3572453"/>
            <a:ext cx="245806" cy="235974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70D5F-41DC-A55A-0D0E-3B377FA6E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275" y="966019"/>
            <a:ext cx="23050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6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B67AC-387E-6C81-91EC-ADE753B2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65387D9-8841-E9D5-4343-FDCBCF284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6" y="3428999"/>
            <a:ext cx="11882567" cy="3305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570FF2-DFC4-CA0A-9102-A46F7305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78029"/>
          </a:xfrm>
        </p:spPr>
        <p:txBody>
          <a:bodyPr/>
          <a:lstStyle/>
          <a:p>
            <a:r>
              <a:rPr lang="en-US" dirty="0"/>
              <a:t>Waiting for multiple...</a:t>
            </a:r>
            <a:endParaRPr lang="nl-N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FCAEDF-0F6E-5AAF-DF6A-0F90AF308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968477"/>
            <a:ext cx="2171700" cy="2362200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07B2664E-2C1D-6342-90FA-C4BF238423B0}"/>
              </a:ext>
            </a:extLst>
          </p:cNvPr>
          <p:cNvSpPr/>
          <p:nvPr/>
        </p:nvSpPr>
        <p:spPr>
          <a:xfrm rot="3713472">
            <a:off x="7649466" y="3337357"/>
            <a:ext cx="245806" cy="235974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AFBD5E-B248-2BCB-9B46-E3D93E520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608" y="966019"/>
            <a:ext cx="3876675" cy="21812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3FA64D-3812-10B8-27FA-80A1CBE9B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275" y="966019"/>
            <a:ext cx="23050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4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A6B91-E51A-7633-9588-0157F4D2D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4" y="90711"/>
            <a:ext cx="3031237" cy="38984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13B8D0-249B-E2F3-2F2D-64FCBFEB0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944" y="2939881"/>
            <a:ext cx="9412112" cy="3827408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611A8EF2-4D08-EB9D-055C-84859DB142DB}"/>
              </a:ext>
            </a:extLst>
          </p:cNvPr>
          <p:cNvSpPr/>
          <p:nvPr/>
        </p:nvSpPr>
        <p:spPr>
          <a:xfrm rot="18504365">
            <a:off x="2193211" y="2724407"/>
            <a:ext cx="245806" cy="235974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211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B0924-8D8E-D295-6E25-6EFE254B6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19" y="187655"/>
            <a:ext cx="4619625" cy="2619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A1C43E-5B12-E2B2-3010-5E9C74B4D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856" y="3623225"/>
            <a:ext cx="10174120" cy="2657846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8691EB40-2ED9-7009-6FF5-259295C1FD98}"/>
              </a:ext>
            </a:extLst>
          </p:cNvPr>
          <p:cNvSpPr/>
          <p:nvPr/>
        </p:nvSpPr>
        <p:spPr>
          <a:xfrm rot="20274158">
            <a:off x="1699953" y="2533488"/>
            <a:ext cx="245806" cy="235974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979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53CDE1-AE03-622F-FC6E-9F9CB8B27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38" y="985992"/>
            <a:ext cx="10892724" cy="435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38265"/>
      </p:ext>
    </p:extLst>
  </p:cSld>
  <p:clrMapOvr>
    <a:masterClrMapping/>
  </p:clrMapOvr>
  <p:transition spd="slow">
    <p:push dir="u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 belastingdienst: leuker kunnen we het niet maken, wel makkelijker…..  Kennen jullie die slogan nog van jaren geleden? Ik kan het niet laten om op  dit platform toch iets kwijt te kunnen">
            <a:extLst>
              <a:ext uri="{FF2B5EF4-FFF2-40B4-BE49-F238E27FC236}">
                <a16:creationId xmlns:a16="http://schemas.microsoft.com/office/drawing/2014/main" id="{1BD0189E-8D32-0E85-8642-210B6255E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503" y="1554317"/>
            <a:ext cx="6273135" cy="255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619B7A-D966-2B3E-8686-02040DDEB0A2}"/>
              </a:ext>
            </a:extLst>
          </p:cNvPr>
          <p:cNvSpPr txBox="1"/>
          <p:nvPr/>
        </p:nvSpPr>
        <p:spPr>
          <a:xfrm>
            <a:off x="1494503" y="1770626"/>
            <a:ext cx="4778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State </a:t>
            </a:r>
            <a:r>
              <a:rPr lang="en-US" sz="2400" b="1" dirty="0" err="1">
                <a:solidFill>
                  <a:srgbClr val="FF0000"/>
                </a:solidFill>
              </a:rPr>
              <a:t>Transistion</a:t>
            </a:r>
            <a:r>
              <a:rPr lang="en-US" sz="2400" b="1" dirty="0">
                <a:solidFill>
                  <a:srgbClr val="FF0000"/>
                </a:solidFill>
              </a:rPr>
              <a:t> Diagrams...</a:t>
            </a:r>
            <a:endParaRPr lang="nl-NL" sz="2400" b="1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423755-E093-900B-423E-85820A48F184}"/>
              </a:ext>
            </a:extLst>
          </p:cNvPr>
          <p:cNvCxnSpPr/>
          <p:nvPr/>
        </p:nvCxnSpPr>
        <p:spPr>
          <a:xfrm>
            <a:off x="2045110" y="2438400"/>
            <a:ext cx="3048000" cy="98323"/>
          </a:xfrm>
          <a:prstGeom prst="line">
            <a:avLst/>
          </a:prstGeom>
          <a:ln w="85725">
            <a:solidFill>
              <a:srgbClr val="FF0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41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3352</Words>
  <Application>Microsoft Office PowerPoint</Application>
  <PresentationFormat>Widescreen</PresentationFormat>
  <Paragraphs>406</Paragraphs>
  <Slides>91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9" baseType="lpstr">
      <vt:lpstr>Aptos</vt:lpstr>
      <vt:lpstr>Aptos Display</vt:lpstr>
      <vt:lpstr>Arial</vt:lpstr>
      <vt:lpstr>Cambria Math</vt:lpstr>
      <vt:lpstr>Inter</vt:lpstr>
      <vt:lpstr>SFMono-Regular</vt:lpstr>
      <vt:lpstr>Trade Gothic Inline</vt:lpstr>
      <vt:lpstr>Office Theme</vt:lpstr>
      <vt:lpstr>Operating Systems</vt:lpstr>
      <vt:lpstr>Content</vt:lpstr>
      <vt:lpstr>What is an OS?</vt:lpstr>
      <vt:lpstr>History</vt:lpstr>
      <vt:lpstr>History</vt:lpstr>
      <vt:lpstr>History</vt:lpstr>
      <vt:lpstr>History</vt:lpstr>
      <vt:lpstr>History</vt:lpstr>
      <vt:lpstr>FREERTOS</vt:lpstr>
      <vt:lpstr>FreeRTOS</vt:lpstr>
      <vt:lpstr>FreeRTOS</vt:lpstr>
      <vt:lpstr>FreeRTOS – let’s practice</vt:lpstr>
      <vt:lpstr>PowerPoint Presentation</vt:lpstr>
      <vt:lpstr>Tasks</vt:lpstr>
      <vt:lpstr>WHY DO WE NEED THIS (APPLICATION)?</vt:lpstr>
      <vt:lpstr>But first</vt:lpstr>
      <vt:lpstr>PowerPoint Presentation</vt:lpstr>
      <vt:lpstr>PowerPoint Presentation</vt:lpstr>
      <vt:lpstr>PowerPoint Presentation</vt:lpstr>
      <vt:lpstr>Stack / Heap</vt:lpstr>
      <vt:lpstr>Stack / Heap</vt:lpstr>
      <vt:lpstr>Stack / Heap</vt:lpstr>
      <vt:lpstr>Stack / Heap</vt:lpstr>
      <vt:lpstr>PowerPoint Presentation</vt:lpstr>
      <vt:lpstr>PowerPoint Presentation</vt:lpstr>
      <vt:lpstr>PowerPoint Presentation</vt:lpstr>
      <vt:lpstr>PowerPoint Presentation</vt:lpstr>
      <vt:lpstr>Pointers</vt:lpstr>
      <vt:lpstr>Pointers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By value, by pointer, by reference</vt:lpstr>
      <vt:lpstr>Tasks</vt:lpstr>
      <vt:lpstr>vTaskDelay</vt:lpstr>
      <vt:lpstr>vTaskDelay</vt:lpstr>
      <vt:lpstr>vTaskDelay</vt:lpstr>
      <vt:lpstr>vTaskDelay</vt:lpstr>
      <vt:lpstr>vTaskDelay</vt:lpstr>
      <vt:lpstr>vTaskDelay</vt:lpstr>
      <vt:lpstr>Tasks</vt:lpstr>
      <vt:lpstr>xEventGroupCreate</vt:lpstr>
      <vt:lpstr>xEventGroupCreate</vt:lpstr>
      <vt:lpstr>xEventGroupCreate</vt:lpstr>
      <vt:lpstr>PowerPoint Presentation</vt:lpstr>
      <vt:lpstr>Tasks</vt:lpstr>
      <vt:lpstr>xQueueReceive</vt:lpstr>
      <vt:lpstr>xQueueReceive</vt:lpstr>
      <vt:lpstr>xQueueReceive</vt:lpstr>
      <vt:lpstr>xQueueReceive</vt:lpstr>
      <vt:lpstr>xQueueReceive</vt:lpstr>
      <vt:lpstr>PowerPoint Presentation</vt:lpstr>
      <vt:lpstr>Tasks</vt:lpstr>
      <vt:lpstr>xSemaphoreTake  aka mutex</vt:lpstr>
      <vt:lpstr>Mutex</vt:lpstr>
      <vt:lpstr>Mutex</vt:lpstr>
      <vt:lpstr>PowerPoint Presentation</vt:lpstr>
      <vt:lpstr>Tasks</vt:lpstr>
      <vt:lpstr>PowerPoint Presentation</vt:lpstr>
      <vt:lpstr>PowerPoint Presentation</vt:lpstr>
      <vt:lpstr>STD    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Waiting for multiple...</vt:lpstr>
      <vt:lpstr>Waiting for multiple...</vt:lpstr>
      <vt:lpstr>Waiting for multiple...</vt:lpstr>
      <vt:lpstr>Waiting for multiple...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 Bozon</dc:creator>
  <cp:lastModifiedBy>Bart Bozon</cp:lastModifiedBy>
  <cp:revision>13</cp:revision>
  <dcterms:created xsi:type="dcterms:W3CDTF">2026-01-12T06:40:13Z</dcterms:created>
  <dcterms:modified xsi:type="dcterms:W3CDTF">2026-04-08T06:35:41Z</dcterms:modified>
</cp:coreProperties>
</file>